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70.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61.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64.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7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85.xml"/>
  <Override ContentType="application/vnd.openxmlformats-officedocument.presentationml.slideLayout+xml" PartName="/ppt/slideLayouts/slideLayout72.xml"/>
  <Override ContentType="application/vnd.openxmlformats-officedocument.presentationml.slideLayout+xml" PartName="/ppt/slideLayouts/slideLayout49.xml"/>
  <Override ContentType="application/vnd.openxmlformats-officedocument.presentationml.slideLayout+xml" PartName="/ppt/slideLayouts/slideLayout7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71.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4.xml"/>
  <Override ContentType="application/vnd.openxmlformats-officedocument.presentationml.slideLayout+xml" PartName="/ppt/slideLayouts/slideLayout24.xml"/>
  <Override ContentType="application/vnd.openxmlformats-officedocument.presentationml.slideLayout+xml" PartName="/ppt/slideLayouts/slideLayout67.xml"/>
  <Override ContentType="application/vnd.openxmlformats-officedocument.presentationml.slideLayout+xml" PartName="/ppt/slideLayouts/slideLayout83.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7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74.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68.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77.xml"/>
  <Override ContentType="application/vnd.openxmlformats-officedocument.presentationml.slideLayout+xml" PartName="/ppt/slideLayouts/slideLayout82.xml"/>
  <Override ContentType="application/vnd.openxmlformats-officedocument.presentationml.slideLayout+xml" PartName="/ppt/slideLayouts/slideLayout30.xml"/>
  <Override ContentType="application/vnd.openxmlformats-officedocument.presentationml.slideLayout+xml" PartName="/ppt/slideLayouts/slideLayout73.xml"/>
  <Override ContentType="application/vnd.openxmlformats-officedocument.presentationml.slideLayout+xml" PartName="/ppt/slideLayouts/slideLayout56.xml"/>
  <Override ContentType="application/vnd.openxmlformats-officedocument.presentationml.slideLayout+xml" PartName="/ppt/slideLayouts/slideLayout81.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69.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8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75.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33" r:id="rId4"/>
    <p:sldMasterId id="2147483734"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y="5143500" cx="9144000"/>
  <p:notesSz cx="6858000" cy="9144000"/>
  <p:embeddedFontLst>
    <p:embeddedFont>
      <p:font typeface="Figtree"/>
      <p:regular r:id="rId20"/>
      <p:bold r:id="rId21"/>
      <p:italic r:id="rId22"/>
      <p:boldItalic r:id="rId23"/>
    </p:embeddedFont>
    <p:embeddedFont>
      <p:font typeface="Jost Light"/>
      <p:regular r:id="rId24"/>
      <p:bold r:id="rId25"/>
      <p:italic r:id="rId26"/>
      <p:boldItalic r:id="rId27"/>
    </p:embeddedFont>
    <p:embeddedFont>
      <p:font typeface="Figtree Light"/>
      <p:regular r:id="rId28"/>
      <p:bold r:id="rId29"/>
      <p:italic r:id="rId30"/>
      <p:boldItalic r:id="rId31"/>
    </p:embeddedFont>
    <p:embeddedFont>
      <p:font typeface="Jost"/>
      <p:regular r:id="rId32"/>
      <p:bold r:id="rId33"/>
      <p:italic r:id="rId34"/>
      <p:boldItalic r:id="rId35"/>
    </p:embeddedFont>
    <p:embeddedFont>
      <p:font typeface="Urbanist Medium"/>
      <p:regular r:id="rId36"/>
      <p:bold r:id="rId37"/>
      <p:italic r:id="rId38"/>
      <p:boldItalic r:id="rId39"/>
    </p:embeddedFont>
    <p:embeddedFont>
      <p:font typeface="Urbanist SemiBold"/>
      <p:regular r:id="rId40"/>
      <p:bold r:id="rId41"/>
      <p:italic r:id="rId42"/>
      <p:boldItalic r:id="rId43"/>
    </p:embeddedFont>
    <p:embeddedFont>
      <p:font typeface="Urbanist"/>
      <p:regular r:id="rId44"/>
      <p:bold r:id="rId45"/>
      <p:italic r:id="rId46"/>
      <p:boldItalic r:id="rId4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UrbanistSemiBold-regular.fntdata"/><Relationship Id="rId20" Type="http://schemas.openxmlformats.org/officeDocument/2006/relationships/font" Target="fonts/Figtree-regular.fntdata"/><Relationship Id="rId42" Type="http://schemas.openxmlformats.org/officeDocument/2006/relationships/font" Target="fonts/UrbanistSemiBold-italic.fntdata"/><Relationship Id="rId41" Type="http://schemas.openxmlformats.org/officeDocument/2006/relationships/font" Target="fonts/UrbanistSemiBold-bold.fntdata"/><Relationship Id="rId22" Type="http://schemas.openxmlformats.org/officeDocument/2006/relationships/font" Target="fonts/Figtree-italic.fntdata"/><Relationship Id="rId44" Type="http://schemas.openxmlformats.org/officeDocument/2006/relationships/font" Target="fonts/Urbanist-regular.fntdata"/><Relationship Id="rId21" Type="http://schemas.openxmlformats.org/officeDocument/2006/relationships/font" Target="fonts/Figtree-bold.fntdata"/><Relationship Id="rId43" Type="http://schemas.openxmlformats.org/officeDocument/2006/relationships/font" Target="fonts/UrbanistSemiBold-boldItalic.fntdata"/><Relationship Id="rId24" Type="http://schemas.openxmlformats.org/officeDocument/2006/relationships/font" Target="fonts/JostLight-regular.fntdata"/><Relationship Id="rId46" Type="http://schemas.openxmlformats.org/officeDocument/2006/relationships/font" Target="fonts/Urbanist-italic.fntdata"/><Relationship Id="rId23" Type="http://schemas.openxmlformats.org/officeDocument/2006/relationships/font" Target="fonts/Figtree-boldItalic.fntdata"/><Relationship Id="rId45" Type="http://schemas.openxmlformats.org/officeDocument/2006/relationships/font" Target="fonts/Urbanist-bold.fntdata"/><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font" Target="fonts/JostLight-italic.fntdata"/><Relationship Id="rId25" Type="http://schemas.openxmlformats.org/officeDocument/2006/relationships/font" Target="fonts/JostLight-bold.fntdata"/><Relationship Id="rId47" Type="http://schemas.openxmlformats.org/officeDocument/2006/relationships/font" Target="fonts/Urbanist-boldItalic.fntdata"/><Relationship Id="rId28" Type="http://schemas.openxmlformats.org/officeDocument/2006/relationships/font" Target="fonts/FigtreeLight-regular.fntdata"/><Relationship Id="rId27" Type="http://schemas.openxmlformats.org/officeDocument/2006/relationships/font" Target="fonts/JostLight-boldItalic.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font" Target="fonts/FigtreeLight-bold.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FigtreeLight-boldItalic.fntdata"/><Relationship Id="rId30" Type="http://schemas.openxmlformats.org/officeDocument/2006/relationships/font" Target="fonts/FigtreeLight-italic.fntdata"/><Relationship Id="rId11" Type="http://schemas.openxmlformats.org/officeDocument/2006/relationships/slide" Target="slides/slide5.xml"/><Relationship Id="rId33" Type="http://schemas.openxmlformats.org/officeDocument/2006/relationships/font" Target="fonts/Jost-bold.fntdata"/><Relationship Id="rId10" Type="http://schemas.openxmlformats.org/officeDocument/2006/relationships/slide" Target="slides/slide4.xml"/><Relationship Id="rId32" Type="http://schemas.openxmlformats.org/officeDocument/2006/relationships/font" Target="fonts/Jost-regular.fntdata"/><Relationship Id="rId13" Type="http://schemas.openxmlformats.org/officeDocument/2006/relationships/slide" Target="slides/slide7.xml"/><Relationship Id="rId35" Type="http://schemas.openxmlformats.org/officeDocument/2006/relationships/font" Target="fonts/Jost-boldItalic.fntdata"/><Relationship Id="rId12" Type="http://schemas.openxmlformats.org/officeDocument/2006/relationships/slide" Target="slides/slide6.xml"/><Relationship Id="rId34" Type="http://schemas.openxmlformats.org/officeDocument/2006/relationships/font" Target="fonts/Jost-italic.fntdata"/><Relationship Id="rId15" Type="http://schemas.openxmlformats.org/officeDocument/2006/relationships/slide" Target="slides/slide9.xml"/><Relationship Id="rId37" Type="http://schemas.openxmlformats.org/officeDocument/2006/relationships/font" Target="fonts/UrbanistMedium-bold.fntdata"/><Relationship Id="rId14" Type="http://schemas.openxmlformats.org/officeDocument/2006/relationships/slide" Target="slides/slide8.xml"/><Relationship Id="rId36" Type="http://schemas.openxmlformats.org/officeDocument/2006/relationships/font" Target="fonts/UrbanistMedium-regular.fntdata"/><Relationship Id="rId17" Type="http://schemas.openxmlformats.org/officeDocument/2006/relationships/slide" Target="slides/slide11.xml"/><Relationship Id="rId39" Type="http://schemas.openxmlformats.org/officeDocument/2006/relationships/font" Target="fonts/UrbanistMedium-boldItalic.fntdata"/><Relationship Id="rId16" Type="http://schemas.openxmlformats.org/officeDocument/2006/relationships/slide" Target="slides/slide10.xml"/><Relationship Id="rId38" Type="http://schemas.openxmlformats.org/officeDocument/2006/relationships/font" Target="fonts/UrbanistMedium-italic.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2" name="Shape 862"/>
        <p:cNvGrpSpPr/>
        <p:nvPr/>
      </p:nvGrpSpPr>
      <p:grpSpPr>
        <a:xfrm>
          <a:off x="0" y="0"/>
          <a:ext cx="0" cy="0"/>
          <a:chOff x="0" y="0"/>
          <a:chExt cx="0" cy="0"/>
        </a:xfrm>
      </p:grpSpPr>
      <p:sp>
        <p:nvSpPr>
          <p:cNvPr id="863" name="Google Shape;863;g3b07ee13877_0_19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4" name="Google Shape;864;g3b07ee13877_0_19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9" name="Shape 869"/>
        <p:cNvGrpSpPr/>
        <p:nvPr/>
      </p:nvGrpSpPr>
      <p:grpSpPr>
        <a:xfrm>
          <a:off x="0" y="0"/>
          <a:ext cx="0" cy="0"/>
          <a:chOff x="0" y="0"/>
          <a:chExt cx="0" cy="0"/>
        </a:xfrm>
      </p:grpSpPr>
      <p:sp>
        <p:nvSpPr>
          <p:cNvPr id="870" name="Google Shape;870;g3b07ee13877_0_19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1" name="Google Shape;871;g3b07ee13877_0_19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5" name="Shape 875"/>
        <p:cNvGrpSpPr/>
        <p:nvPr/>
      </p:nvGrpSpPr>
      <p:grpSpPr>
        <a:xfrm>
          <a:off x="0" y="0"/>
          <a:ext cx="0" cy="0"/>
          <a:chOff x="0" y="0"/>
          <a:chExt cx="0" cy="0"/>
        </a:xfrm>
      </p:grpSpPr>
      <p:sp>
        <p:nvSpPr>
          <p:cNvPr id="876" name="Google Shape;876;g3b07ee13877_0_19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7" name="Google Shape;877;g3b07ee13877_0_19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1" name="Shape 881"/>
        <p:cNvGrpSpPr/>
        <p:nvPr/>
      </p:nvGrpSpPr>
      <p:grpSpPr>
        <a:xfrm>
          <a:off x="0" y="0"/>
          <a:ext cx="0" cy="0"/>
          <a:chOff x="0" y="0"/>
          <a:chExt cx="0" cy="0"/>
        </a:xfrm>
      </p:grpSpPr>
      <p:sp>
        <p:nvSpPr>
          <p:cNvPr id="882" name="Google Shape;882;g3b07ee13877_0_19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3" name="Google Shape;883;g3b07ee13877_0_19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7" name="Shape 887"/>
        <p:cNvGrpSpPr/>
        <p:nvPr/>
      </p:nvGrpSpPr>
      <p:grpSpPr>
        <a:xfrm>
          <a:off x="0" y="0"/>
          <a:ext cx="0" cy="0"/>
          <a:chOff x="0" y="0"/>
          <a:chExt cx="0" cy="0"/>
        </a:xfrm>
      </p:grpSpPr>
      <p:sp>
        <p:nvSpPr>
          <p:cNvPr id="888" name="Google Shape;888;g3b07ee13877_0_20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9" name="Google Shape;889;g3b07ee13877_0_20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3" name="Shape 893"/>
        <p:cNvGrpSpPr/>
        <p:nvPr/>
      </p:nvGrpSpPr>
      <p:grpSpPr>
        <a:xfrm>
          <a:off x="0" y="0"/>
          <a:ext cx="0" cy="0"/>
          <a:chOff x="0" y="0"/>
          <a:chExt cx="0" cy="0"/>
        </a:xfrm>
      </p:grpSpPr>
      <p:sp>
        <p:nvSpPr>
          <p:cNvPr id="894" name="Google Shape;894;g3b07ee13877_0_20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5" name="Google Shape;895;g3b07ee13877_0_20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9" name="Shape 899"/>
        <p:cNvGrpSpPr/>
        <p:nvPr/>
      </p:nvGrpSpPr>
      <p:grpSpPr>
        <a:xfrm>
          <a:off x="0" y="0"/>
          <a:ext cx="0" cy="0"/>
          <a:chOff x="0" y="0"/>
          <a:chExt cx="0" cy="0"/>
        </a:xfrm>
      </p:grpSpPr>
      <p:sp>
        <p:nvSpPr>
          <p:cNvPr id="900" name="Google Shape;900;g3b07ee13877_0_20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1" name="Google Shape;901;g3b07ee13877_0_20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6" name="Shape 906"/>
        <p:cNvGrpSpPr/>
        <p:nvPr/>
      </p:nvGrpSpPr>
      <p:grpSpPr>
        <a:xfrm>
          <a:off x="0" y="0"/>
          <a:ext cx="0" cy="0"/>
          <a:chOff x="0" y="0"/>
          <a:chExt cx="0" cy="0"/>
        </a:xfrm>
      </p:grpSpPr>
      <p:sp>
        <p:nvSpPr>
          <p:cNvPr id="907" name="Google Shape;907;g3b07ee13877_0_20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8" name="Google Shape;908;g3b07ee13877_0_20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2" name="Shape 912"/>
        <p:cNvGrpSpPr/>
        <p:nvPr/>
      </p:nvGrpSpPr>
      <p:grpSpPr>
        <a:xfrm>
          <a:off x="0" y="0"/>
          <a:ext cx="0" cy="0"/>
          <a:chOff x="0" y="0"/>
          <a:chExt cx="0" cy="0"/>
        </a:xfrm>
      </p:grpSpPr>
      <p:sp>
        <p:nvSpPr>
          <p:cNvPr id="913" name="Google Shape;913;g3b07ee13877_0_20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4" name="Google Shape;914;g3b07ee13877_0_20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8" name="Shape 918"/>
        <p:cNvGrpSpPr/>
        <p:nvPr/>
      </p:nvGrpSpPr>
      <p:grpSpPr>
        <a:xfrm>
          <a:off x="0" y="0"/>
          <a:ext cx="0" cy="0"/>
          <a:chOff x="0" y="0"/>
          <a:chExt cx="0" cy="0"/>
        </a:xfrm>
      </p:grpSpPr>
      <p:sp>
        <p:nvSpPr>
          <p:cNvPr id="919" name="Google Shape;919;g3b07ee13877_0_20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0" name="Google Shape;920;g3b07ee13877_0_20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5" name="Shape 925"/>
        <p:cNvGrpSpPr/>
        <p:nvPr/>
      </p:nvGrpSpPr>
      <p:grpSpPr>
        <a:xfrm>
          <a:off x="0" y="0"/>
          <a:ext cx="0" cy="0"/>
          <a:chOff x="0" y="0"/>
          <a:chExt cx="0" cy="0"/>
        </a:xfrm>
      </p:grpSpPr>
      <p:sp>
        <p:nvSpPr>
          <p:cNvPr id="926" name="Google Shape;926;g3b07ee13877_0_20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7" name="Google Shape;927;g3b07ee13877_0_20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1" name="Shape 931"/>
        <p:cNvGrpSpPr/>
        <p:nvPr/>
      </p:nvGrpSpPr>
      <p:grpSpPr>
        <a:xfrm>
          <a:off x="0" y="0"/>
          <a:ext cx="0" cy="0"/>
          <a:chOff x="0" y="0"/>
          <a:chExt cx="0" cy="0"/>
        </a:xfrm>
      </p:grpSpPr>
      <p:sp>
        <p:nvSpPr>
          <p:cNvPr id="932" name="Google Shape;932;g3b08319c924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3" name="Google Shape;933;g3b08319c924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7" name="Shape 937"/>
        <p:cNvGrpSpPr/>
        <p:nvPr/>
      </p:nvGrpSpPr>
      <p:grpSpPr>
        <a:xfrm>
          <a:off x="0" y="0"/>
          <a:ext cx="0" cy="0"/>
          <a:chOff x="0" y="0"/>
          <a:chExt cx="0" cy="0"/>
        </a:xfrm>
      </p:grpSpPr>
      <p:sp>
        <p:nvSpPr>
          <p:cNvPr id="938" name="Google Shape;938;g3b07ee13877_0_20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9" name="Google Shape;939;g3b07ee13877_0_20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jp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jpg"/></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ALT 1">
  <p:cSld name="BLANK_4">
    <p:spTree>
      <p:nvGrpSpPr>
        <p:cNvPr id="9" name="Shape 9"/>
        <p:cNvGrpSpPr/>
        <p:nvPr/>
      </p:nvGrpSpPr>
      <p:grpSpPr>
        <a:xfrm>
          <a:off x="0" y="0"/>
          <a:ext cx="0" cy="0"/>
          <a:chOff x="0" y="0"/>
          <a:chExt cx="0" cy="0"/>
        </a:xfrm>
      </p:grpSpPr>
      <p:pic>
        <p:nvPicPr>
          <p:cNvPr id="10" name="Google Shape;10;p2"/>
          <p:cNvPicPr preferRelativeResize="0"/>
          <p:nvPr/>
        </p:nvPicPr>
        <p:blipFill rotWithShape="1">
          <a:blip r:embed="rId2">
            <a:alphaModFix amt="50000"/>
          </a:blip>
          <a:srcRect b="8145" l="3133" r="7834" t="16785"/>
          <a:stretch/>
        </p:blipFill>
        <p:spPr>
          <a:xfrm flipH="1" rot="10800000">
            <a:off x="0" y="-3474"/>
            <a:ext cx="9161550" cy="5154499"/>
          </a:xfrm>
          <a:prstGeom prst="rect">
            <a:avLst/>
          </a:prstGeom>
          <a:noFill/>
          <a:ln>
            <a:noFill/>
          </a:ln>
        </p:spPr>
      </p:pic>
      <p:sp>
        <p:nvSpPr>
          <p:cNvPr id="11" name="Google Shape;11;p2"/>
          <p:cNvSpPr/>
          <p:nvPr/>
        </p:nvSpPr>
        <p:spPr>
          <a:xfrm flipH="1" rot="10800000">
            <a:off x="0" y="4676700"/>
            <a:ext cx="9149700" cy="466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2" name="Google Shape;12;p2"/>
          <p:cNvSpPr txBox="1"/>
          <p:nvPr>
            <p:ph idx="1" type="subTitle"/>
          </p:nvPr>
        </p:nvSpPr>
        <p:spPr>
          <a:xfrm>
            <a:off x="228600" y="1738950"/>
            <a:ext cx="4402800" cy="252000"/>
          </a:xfrm>
          <a:prstGeom prst="rect">
            <a:avLst/>
          </a:prstGeom>
        </p:spPr>
        <p:txBody>
          <a:bodyPr anchorCtr="0" anchor="t" bIns="0" lIns="0" spcFirstLastPara="1" rIns="0" wrap="square" tIns="0">
            <a:noAutofit/>
          </a:bodyPr>
          <a:lstStyle>
            <a:lvl1pPr lvl="0">
              <a:spcBef>
                <a:spcPts val="0"/>
              </a:spcBef>
              <a:spcAft>
                <a:spcPts val="0"/>
              </a:spcAft>
              <a:buClr>
                <a:schemeClr val="dk2"/>
              </a:buClr>
              <a:buSzPts val="1600"/>
              <a:buFont typeface="Urbanist"/>
              <a:buNone/>
              <a:defRPr>
                <a:solidFill>
                  <a:schemeClr val="dk2"/>
                </a:solidFill>
              </a:defRPr>
            </a:lvl1pPr>
            <a:lvl2pPr lvl="1">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2pPr>
            <a:lvl3pPr lvl="2">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3pPr>
            <a:lvl4pPr lvl="3">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4pPr>
            <a:lvl5pPr lvl="4">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5pPr>
            <a:lvl6pPr lvl="5">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6pPr>
            <a:lvl7pPr lvl="6">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7pPr>
            <a:lvl8pPr lvl="7">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8pPr>
            <a:lvl9pPr lvl="8">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9pPr>
          </a:lstStyle>
          <a:p/>
        </p:txBody>
      </p:sp>
      <p:sp>
        <p:nvSpPr>
          <p:cNvPr id="13" name="Google Shape;13;p2"/>
          <p:cNvSpPr txBox="1"/>
          <p:nvPr>
            <p:ph idx="2"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4" name="Google Shape;14;p2"/>
          <p:cNvSpPr txBox="1"/>
          <p:nvPr>
            <p:ph idx="3"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5" name="Google Shape;15;p2"/>
          <p:cNvSpPr txBox="1"/>
          <p:nvPr>
            <p:ph idx="4"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6" name="Google Shape;16;p2"/>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7" name="Google Shape;17;p2"/>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8" name="Google Shape;18;p2"/>
          <p:cNvSpPr txBox="1"/>
          <p:nvPr>
            <p:ph type="title"/>
          </p:nvPr>
        </p:nvSpPr>
        <p:spPr>
          <a:xfrm>
            <a:off x="228600" y="228600"/>
            <a:ext cx="6658800" cy="1419000"/>
          </a:xfrm>
          <a:prstGeom prst="rect">
            <a:avLst/>
          </a:prstGeom>
        </p:spPr>
        <p:txBody>
          <a:bodyPr anchorCtr="0" anchor="t" bIns="0" lIns="0" spcFirstLastPara="1" rIns="0" wrap="square" tIns="0">
            <a:noAutofit/>
          </a:bodyPr>
          <a:lstStyle>
            <a:lvl1pPr lvl="0">
              <a:lnSpc>
                <a:spcPct val="85000"/>
              </a:lnSpc>
              <a:spcBef>
                <a:spcPts val="0"/>
              </a:spcBef>
              <a:spcAft>
                <a:spcPts val="0"/>
              </a:spcAft>
              <a:buNone/>
              <a:defRPr sz="4800">
                <a:solidFill>
                  <a:schemeClr val="dk2"/>
                </a:solidFill>
              </a:defRPr>
            </a:lvl1pPr>
            <a:lvl2pPr lvl="1">
              <a:lnSpc>
                <a:spcPct val="85000"/>
              </a:lnSpc>
              <a:spcBef>
                <a:spcPts val="0"/>
              </a:spcBef>
              <a:spcAft>
                <a:spcPts val="0"/>
              </a:spcAft>
              <a:buNone/>
              <a:defRPr sz="4800">
                <a:solidFill>
                  <a:schemeClr val="dk2"/>
                </a:solidFill>
              </a:defRPr>
            </a:lvl2pPr>
            <a:lvl3pPr lvl="2">
              <a:lnSpc>
                <a:spcPct val="85000"/>
              </a:lnSpc>
              <a:spcBef>
                <a:spcPts val="0"/>
              </a:spcBef>
              <a:spcAft>
                <a:spcPts val="0"/>
              </a:spcAft>
              <a:buNone/>
              <a:defRPr sz="4800">
                <a:solidFill>
                  <a:schemeClr val="dk2"/>
                </a:solidFill>
              </a:defRPr>
            </a:lvl3pPr>
            <a:lvl4pPr lvl="3">
              <a:lnSpc>
                <a:spcPct val="85000"/>
              </a:lnSpc>
              <a:spcBef>
                <a:spcPts val="0"/>
              </a:spcBef>
              <a:spcAft>
                <a:spcPts val="0"/>
              </a:spcAft>
              <a:buNone/>
              <a:defRPr sz="4800">
                <a:solidFill>
                  <a:schemeClr val="dk2"/>
                </a:solidFill>
              </a:defRPr>
            </a:lvl4pPr>
            <a:lvl5pPr lvl="4">
              <a:lnSpc>
                <a:spcPct val="85000"/>
              </a:lnSpc>
              <a:spcBef>
                <a:spcPts val="0"/>
              </a:spcBef>
              <a:spcAft>
                <a:spcPts val="0"/>
              </a:spcAft>
              <a:buNone/>
              <a:defRPr sz="4800">
                <a:solidFill>
                  <a:schemeClr val="dk2"/>
                </a:solidFill>
              </a:defRPr>
            </a:lvl5pPr>
            <a:lvl6pPr lvl="5">
              <a:lnSpc>
                <a:spcPct val="85000"/>
              </a:lnSpc>
              <a:spcBef>
                <a:spcPts val="0"/>
              </a:spcBef>
              <a:spcAft>
                <a:spcPts val="0"/>
              </a:spcAft>
              <a:buNone/>
              <a:defRPr sz="4800">
                <a:solidFill>
                  <a:schemeClr val="dk2"/>
                </a:solidFill>
              </a:defRPr>
            </a:lvl6pPr>
            <a:lvl7pPr lvl="6">
              <a:lnSpc>
                <a:spcPct val="85000"/>
              </a:lnSpc>
              <a:spcBef>
                <a:spcPts val="0"/>
              </a:spcBef>
              <a:spcAft>
                <a:spcPts val="0"/>
              </a:spcAft>
              <a:buNone/>
              <a:defRPr sz="4800">
                <a:solidFill>
                  <a:schemeClr val="dk2"/>
                </a:solidFill>
              </a:defRPr>
            </a:lvl7pPr>
            <a:lvl8pPr lvl="7">
              <a:lnSpc>
                <a:spcPct val="85000"/>
              </a:lnSpc>
              <a:spcBef>
                <a:spcPts val="0"/>
              </a:spcBef>
              <a:spcAft>
                <a:spcPts val="0"/>
              </a:spcAft>
              <a:buNone/>
              <a:defRPr sz="4800">
                <a:solidFill>
                  <a:schemeClr val="dk2"/>
                </a:solidFill>
              </a:defRPr>
            </a:lvl8pPr>
            <a:lvl9pPr lvl="8">
              <a:lnSpc>
                <a:spcPct val="85000"/>
              </a:lnSpc>
              <a:spcBef>
                <a:spcPts val="0"/>
              </a:spcBef>
              <a:spcAft>
                <a:spcPts val="0"/>
              </a:spcAft>
              <a:buNone/>
              <a:defRPr sz="4800">
                <a:solidFill>
                  <a:schemeClr val="dk2"/>
                </a:solidFill>
              </a:defRPr>
            </a:lvl9pPr>
          </a:lstStyle>
          <a:p/>
        </p:txBody>
      </p:sp>
      <p:cxnSp>
        <p:nvCxnSpPr>
          <p:cNvPr id="19" name="Google Shape;19;p2"/>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20" name="Google Shape;20;p2"/>
          <p:cNvSpPr txBox="1"/>
          <p:nvPr>
            <p:ph idx="5" type="subTitle"/>
          </p:nvPr>
        </p:nvSpPr>
        <p:spPr>
          <a:xfrm>
            <a:off x="297075" y="4175900"/>
            <a:ext cx="1264800" cy="228600"/>
          </a:xfrm>
          <a:prstGeom prst="rect">
            <a:avLst/>
          </a:prstGeom>
        </p:spPr>
        <p:txBody>
          <a:bodyPr anchorCtr="0" anchor="t" bIns="0" lIns="0" spcFirstLastPara="1" rIns="0" wrap="square" tIns="0">
            <a:noAutofit/>
          </a:bodyPr>
          <a:lstStyle>
            <a:lvl1pPr lvl="0" algn="ctr">
              <a:spcBef>
                <a:spcPts val="0"/>
              </a:spcBef>
              <a:spcAft>
                <a:spcPts val="0"/>
              </a:spcAft>
              <a:buClr>
                <a:schemeClr val="lt1"/>
              </a:buClr>
              <a:buSzPts val="1200"/>
              <a:buFont typeface="Urbanist"/>
              <a:buNone/>
              <a:defRPr sz="1200"/>
            </a:lvl1pPr>
            <a:lvl2pPr lvl="1"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2pPr>
            <a:lvl3pPr lvl="2"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3pPr>
            <a:lvl4pPr lvl="3"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4pPr>
            <a:lvl5pPr lvl="4"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5pPr>
            <a:lvl6pPr lvl="5"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6pPr>
            <a:lvl7pPr lvl="6"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7pPr>
            <a:lvl8pPr lvl="7"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8pPr>
            <a:lvl9pPr lvl="8"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9pPr>
          </a:lstStyle>
          <a:p/>
        </p:txBody>
      </p:sp>
      <p:sp>
        <p:nvSpPr>
          <p:cNvPr id="21" name="Google Shape;21;p2"/>
          <p:cNvSpPr txBox="1"/>
          <p:nvPr>
            <p:ph idx="6" type="subTitle"/>
          </p:nvPr>
        </p:nvSpPr>
        <p:spPr>
          <a:xfrm>
            <a:off x="1786375" y="4175900"/>
            <a:ext cx="1264800" cy="228600"/>
          </a:xfrm>
          <a:prstGeom prst="rect">
            <a:avLst/>
          </a:prstGeom>
        </p:spPr>
        <p:txBody>
          <a:bodyPr anchorCtr="0" anchor="t" bIns="0" lIns="0" spcFirstLastPara="1" rIns="0" wrap="square" tIns="0">
            <a:noAutofit/>
          </a:bodyPr>
          <a:lstStyle>
            <a:lvl1pPr lvl="0" algn="ctr">
              <a:spcBef>
                <a:spcPts val="0"/>
              </a:spcBef>
              <a:spcAft>
                <a:spcPts val="0"/>
              </a:spcAft>
              <a:buClr>
                <a:schemeClr val="lt1"/>
              </a:buClr>
              <a:buSzPts val="1200"/>
              <a:buFont typeface="Urbanist"/>
              <a:buNone/>
              <a:defRPr sz="1200"/>
            </a:lvl1pPr>
            <a:lvl2pPr lvl="1"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2pPr>
            <a:lvl3pPr lvl="2"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3pPr>
            <a:lvl4pPr lvl="3"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4pPr>
            <a:lvl5pPr lvl="4"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5pPr>
            <a:lvl6pPr lvl="5"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6pPr>
            <a:lvl7pPr lvl="6"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7pPr>
            <a:lvl8pPr lvl="7"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8pPr>
            <a:lvl9pPr lvl="8"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9pPr>
          </a:lstStyle>
          <a:p/>
        </p:txBody>
      </p:sp>
      <p:sp>
        <p:nvSpPr>
          <p:cNvPr id="22" name="Google Shape;22;p2"/>
          <p:cNvSpPr txBox="1"/>
          <p:nvPr>
            <p:ph idx="7" type="subTitle"/>
          </p:nvPr>
        </p:nvSpPr>
        <p:spPr>
          <a:xfrm>
            <a:off x="228591" y="3454475"/>
            <a:ext cx="4659600" cy="2520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Urbanist"/>
              <a:buNone/>
              <a:defRPr b="1" sz="1200"/>
            </a:lvl1pPr>
            <a:lvl2pPr lvl="1">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9pPr>
          </a:lstStyle>
          <a:p/>
        </p:txBody>
      </p:sp>
      <p:sp>
        <p:nvSpPr>
          <p:cNvPr id="23" name="Google Shape;23;p2"/>
          <p:cNvSpPr txBox="1"/>
          <p:nvPr>
            <p:ph idx="8" type="subTitle"/>
          </p:nvPr>
        </p:nvSpPr>
        <p:spPr>
          <a:xfrm>
            <a:off x="228591" y="3743050"/>
            <a:ext cx="4659600" cy="2520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Urbanist"/>
              <a:buNone/>
              <a:defRPr b="1" sz="1200"/>
            </a:lvl1pPr>
            <a:lvl2pPr lvl="1">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9pPr>
          </a:lstStyle>
          <a:p/>
        </p:txBody>
      </p:sp>
    </p:spTree>
  </p:cSld>
  <p:clrMapOvr>
    <a:masterClrMapping/>
  </p:clrMapOvr>
  <p:extLst>
    <p:ext uri="{DCECCB84-F9BA-43D5-87BE-67443E8EF086}">
      <p15:sldGuideLst>
        <p15:guide id="1" orient="horz" pos="2805">
          <p15:clr>
            <a:srgbClr val="E46962"/>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ALT 1">
  <p:cSld name="BLANK_1_1_2">
    <p:spTree>
      <p:nvGrpSpPr>
        <p:cNvPr id="24" name="Shape 24"/>
        <p:cNvGrpSpPr/>
        <p:nvPr/>
      </p:nvGrpSpPr>
      <p:grpSpPr>
        <a:xfrm>
          <a:off x="0" y="0"/>
          <a:ext cx="0" cy="0"/>
          <a:chOff x="0" y="0"/>
          <a:chExt cx="0" cy="0"/>
        </a:xfrm>
      </p:grpSpPr>
      <p:sp>
        <p:nvSpPr>
          <p:cNvPr id="25" name="Google Shape;25;p3"/>
          <p:cNvSpPr txBox="1"/>
          <p:nvPr>
            <p:ph type="title"/>
          </p:nvPr>
        </p:nvSpPr>
        <p:spPr>
          <a:xfrm>
            <a:off x="228600" y="395043"/>
            <a:ext cx="6480300" cy="587700"/>
          </a:xfrm>
          <a:prstGeom prst="rect">
            <a:avLst/>
          </a:prstGeom>
        </p:spPr>
        <p:txBody>
          <a:bodyPr anchorCtr="0" anchor="t" bIns="91425" lIns="0" spcFirstLastPara="1" rIns="91425" wrap="square" tIns="0">
            <a:spAutoFit/>
          </a:bodyPr>
          <a:lstStyle>
            <a:lvl1pPr lvl="0">
              <a:lnSpc>
                <a:spcPct val="90000"/>
              </a:lnSpc>
              <a:spcBef>
                <a:spcPts val="0"/>
              </a:spcBef>
              <a:spcAft>
                <a:spcPts val="0"/>
              </a:spcAft>
              <a:buNone/>
              <a:defRPr sz="3400"/>
            </a:lvl1pPr>
            <a:lvl2pPr lvl="1">
              <a:lnSpc>
                <a:spcPct val="115000"/>
              </a:lnSpc>
              <a:spcBef>
                <a:spcPts val="0"/>
              </a:spcBef>
              <a:spcAft>
                <a:spcPts val="0"/>
              </a:spcAft>
              <a:buNone/>
              <a:defRPr sz="3400"/>
            </a:lvl2pPr>
            <a:lvl3pPr lvl="2">
              <a:lnSpc>
                <a:spcPct val="115000"/>
              </a:lnSpc>
              <a:spcBef>
                <a:spcPts val="0"/>
              </a:spcBef>
              <a:spcAft>
                <a:spcPts val="0"/>
              </a:spcAft>
              <a:buNone/>
              <a:defRPr sz="3400"/>
            </a:lvl3pPr>
            <a:lvl4pPr lvl="3">
              <a:lnSpc>
                <a:spcPct val="115000"/>
              </a:lnSpc>
              <a:spcBef>
                <a:spcPts val="0"/>
              </a:spcBef>
              <a:spcAft>
                <a:spcPts val="0"/>
              </a:spcAft>
              <a:buNone/>
              <a:defRPr sz="3400"/>
            </a:lvl4pPr>
            <a:lvl5pPr lvl="4">
              <a:lnSpc>
                <a:spcPct val="115000"/>
              </a:lnSpc>
              <a:spcBef>
                <a:spcPts val="0"/>
              </a:spcBef>
              <a:spcAft>
                <a:spcPts val="0"/>
              </a:spcAft>
              <a:buNone/>
              <a:defRPr sz="3400"/>
            </a:lvl5pPr>
            <a:lvl6pPr lvl="5">
              <a:lnSpc>
                <a:spcPct val="115000"/>
              </a:lnSpc>
              <a:spcBef>
                <a:spcPts val="0"/>
              </a:spcBef>
              <a:spcAft>
                <a:spcPts val="0"/>
              </a:spcAft>
              <a:buNone/>
              <a:defRPr sz="3400"/>
            </a:lvl6pPr>
            <a:lvl7pPr lvl="6">
              <a:lnSpc>
                <a:spcPct val="115000"/>
              </a:lnSpc>
              <a:spcBef>
                <a:spcPts val="0"/>
              </a:spcBef>
              <a:spcAft>
                <a:spcPts val="0"/>
              </a:spcAft>
              <a:buNone/>
              <a:defRPr sz="3400"/>
            </a:lvl7pPr>
            <a:lvl8pPr lvl="7">
              <a:lnSpc>
                <a:spcPct val="115000"/>
              </a:lnSpc>
              <a:spcBef>
                <a:spcPts val="0"/>
              </a:spcBef>
              <a:spcAft>
                <a:spcPts val="0"/>
              </a:spcAft>
              <a:buNone/>
              <a:defRPr sz="3400"/>
            </a:lvl8pPr>
            <a:lvl9pPr lvl="8">
              <a:lnSpc>
                <a:spcPct val="115000"/>
              </a:lnSpc>
              <a:spcBef>
                <a:spcPts val="0"/>
              </a:spcBef>
              <a:spcAft>
                <a:spcPts val="0"/>
              </a:spcAft>
              <a:buNone/>
              <a:defRPr sz="3400"/>
            </a:lvl9pPr>
          </a:lstStyle>
          <a:p/>
        </p:txBody>
      </p:sp>
      <p:sp>
        <p:nvSpPr>
          <p:cNvPr id="26" name="Google Shape;26;p3"/>
          <p:cNvSpPr txBox="1"/>
          <p:nvPr>
            <p:ph idx="1" type="body"/>
          </p:nvPr>
        </p:nvSpPr>
        <p:spPr>
          <a:xfrm>
            <a:off x="228600" y="1743625"/>
            <a:ext cx="4296600" cy="2709000"/>
          </a:xfrm>
          <a:prstGeom prst="rect">
            <a:avLst/>
          </a:prstGeom>
        </p:spPr>
        <p:txBody>
          <a:bodyPr anchorCtr="0" anchor="b" bIns="91425" lIns="0" spcFirstLastPara="1" rIns="91425" wrap="square" tIns="91425">
            <a:no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27" name="Google Shape;27;p3"/>
          <p:cNvSpPr txBox="1"/>
          <p:nvPr>
            <p:ph idx="2"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8" name="Google Shape;28;p3"/>
          <p:cNvSpPr txBox="1"/>
          <p:nvPr>
            <p:ph idx="3"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9" name="Google Shape;29;p3"/>
          <p:cNvSpPr txBox="1"/>
          <p:nvPr>
            <p:ph idx="4"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30" name="Google Shape;30;p3"/>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Urbanist"/>
              <a:ea typeface="Urbanist"/>
              <a:cs typeface="Urbanist"/>
              <a:sym typeface="Urbanist"/>
            </a:endParaRPr>
          </a:p>
        </p:txBody>
      </p:sp>
      <p:sp>
        <p:nvSpPr>
          <p:cNvPr id="31" name="Google Shape;31;p3"/>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Urbanist"/>
              <a:ea typeface="Urbanist"/>
              <a:cs typeface="Urbanist"/>
              <a:sym typeface="Urbanist"/>
            </a:endParaRPr>
          </a:p>
        </p:txBody>
      </p:sp>
      <p:cxnSp>
        <p:nvCxnSpPr>
          <p:cNvPr id="32" name="Google Shape;32;p3"/>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Tree>
  </p:cSld>
  <p:clrMapOvr>
    <a:masterClrMapping/>
  </p:clrMapOvr>
  <p:extLst>
    <p:ext uri="{DCECCB84-F9BA-43D5-87BE-67443E8EF086}">
      <p15:sldGuideLst>
        <p15:guide id="1" orient="horz" pos="2805">
          <p15:clr>
            <a:srgbClr val="E46962"/>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ur values">
  <p:cSld name="BLANK_1_1_1_1">
    <p:spTree>
      <p:nvGrpSpPr>
        <p:cNvPr id="33" name="Shape 33"/>
        <p:cNvGrpSpPr/>
        <p:nvPr/>
      </p:nvGrpSpPr>
      <p:grpSpPr>
        <a:xfrm>
          <a:off x="0" y="0"/>
          <a:ext cx="0" cy="0"/>
          <a:chOff x="0" y="0"/>
          <a:chExt cx="0" cy="0"/>
        </a:xfrm>
      </p:grpSpPr>
      <p:sp>
        <p:nvSpPr>
          <p:cNvPr id="34" name="Google Shape;34;p4"/>
          <p:cNvSpPr txBox="1"/>
          <p:nvPr>
            <p:ph idx="1" type="subTitle"/>
          </p:nvPr>
        </p:nvSpPr>
        <p:spPr>
          <a:xfrm>
            <a:off x="228600" y="228600"/>
            <a:ext cx="2920800" cy="228600"/>
          </a:xfrm>
          <a:prstGeom prst="rect">
            <a:avLst/>
          </a:prstGeom>
        </p:spPr>
        <p:txBody>
          <a:bodyPr anchorCtr="0" anchor="t" bIns="0" lIns="0" spcFirstLastPara="1" rIns="0" wrap="square" tIns="0">
            <a:noAutofit/>
          </a:bodyPr>
          <a:lstStyle>
            <a:lvl1pPr lvl="0">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9pPr>
          </a:lstStyle>
          <a:p/>
        </p:txBody>
      </p:sp>
      <p:sp>
        <p:nvSpPr>
          <p:cNvPr id="35" name="Google Shape;35;p4"/>
          <p:cNvSpPr txBox="1"/>
          <p:nvPr>
            <p:ph type="title"/>
          </p:nvPr>
        </p:nvSpPr>
        <p:spPr>
          <a:xfrm>
            <a:off x="228600" y="613525"/>
            <a:ext cx="7223400" cy="422100"/>
          </a:xfrm>
          <a:prstGeom prst="rect">
            <a:avLst/>
          </a:prstGeom>
        </p:spPr>
        <p:txBody>
          <a:bodyPr anchorCtr="0" anchor="t" bIns="91425" lIns="0" spcFirstLastPara="1" rIns="91425" wrap="square" tIns="0">
            <a:spAutoFit/>
          </a:bodyPr>
          <a:lstStyle>
            <a:lvl1pPr lvl="0">
              <a:lnSpc>
                <a:spcPct val="85000"/>
              </a:lnSpc>
              <a:spcBef>
                <a:spcPts val="0"/>
              </a:spcBef>
              <a:spcAft>
                <a:spcPts val="0"/>
              </a:spcAft>
              <a:buNone/>
              <a:defRPr sz="2400">
                <a:solidFill>
                  <a:schemeClr val="dk2"/>
                </a:solidFill>
              </a:defRPr>
            </a:lvl1pPr>
            <a:lvl2pPr lvl="1">
              <a:lnSpc>
                <a:spcPct val="85000"/>
              </a:lnSpc>
              <a:spcBef>
                <a:spcPts val="0"/>
              </a:spcBef>
              <a:spcAft>
                <a:spcPts val="0"/>
              </a:spcAft>
              <a:buNone/>
              <a:defRPr sz="2400">
                <a:solidFill>
                  <a:schemeClr val="dk2"/>
                </a:solidFill>
              </a:defRPr>
            </a:lvl2pPr>
            <a:lvl3pPr lvl="2">
              <a:lnSpc>
                <a:spcPct val="85000"/>
              </a:lnSpc>
              <a:spcBef>
                <a:spcPts val="0"/>
              </a:spcBef>
              <a:spcAft>
                <a:spcPts val="0"/>
              </a:spcAft>
              <a:buNone/>
              <a:defRPr sz="2400">
                <a:solidFill>
                  <a:schemeClr val="dk2"/>
                </a:solidFill>
              </a:defRPr>
            </a:lvl3pPr>
            <a:lvl4pPr lvl="3">
              <a:lnSpc>
                <a:spcPct val="85000"/>
              </a:lnSpc>
              <a:spcBef>
                <a:spcPts val="0"/>
              </a:spcBef>
              <a:spcAft>
                <a:spcPts val="0"/>
              </a:spcAft>
              <a:buNone/>
              <a:defRPr sz="2400">
                <a:solidFill>
                  <a:schemeClr val="dk2"/>
                </a:solidFill>
              </a:defRPr>
            </a:lvl4pPr>
            <a:lvl5pPr lvl="4">
              <a:lnSpc>
                <a:spcPct val="85000"/>
              </a:lnSpc>
              <a:spcBef>
                <a:spcPts val="0"/>
              </a:spcBef>
              <a:spcAft>
                <a:spcPts val="0"/>
              </a:spcAft>
              <a:buNone/>
              <a:defRPr sz="2400">
                <a:solidFill>
                  <a:schemeClr val="dk2"/>
                </a:solidFill>
              </a:defRPr>
            </a:lvl5pPr>
            <a:lvl6pPr lvl="5">
              <a:lnSpc>
                <a:spcPct val="85000"/>
              </a:lnSpc>
              <a:spcBef>
                <a:spcPts val="0"/>
              </a:spcBef>
              <a:spcAft>
                <a:spcPts val="0"/>
              </a:spcAft>
              <a:buNone/>
              <a:defRPr sz="2400">
                <a:solidFill>
                  <a:schemeClr val="dk2"/>
                </a:solidFill>
              </a:defRPr>
            </a:lvl6pPr>
            <a:lvl7pPr lvl="6">
              <a:lnSpc>
                <a:spcPct val="85000"/>
              </a:lnSpc>
              <a:spcBef>
                <a:spcPts val="0"/>
              </a:spcBef>
              <a:spcAft>
                <a:spcPts val="0"/>
              </a:spcAft>
              <a:buNone/>
              <a:defRPr sz="2400">
                <a:solidFill>
                  <a:schemeClr val="dk2"/>
                </a:solidFill>
              </a:defRPr>
            </a:lvl7pPr>
            <a:lvl8pPr lvl="7">
              <a:lnSpc>
                <a:spcPct val="85000"/>
              </a:lnSpc>
              <a:spcBef>
                <a:spcPts val="0"/>
              </a:spcBef>
              <a:spcAft>
                <a:spcPts val="0"/>
              </a:spcAft>
              <a:buNone/>
              <a:defRPr sz="2400">
                <a:solidFill>
                  <a:schemeClr val="dk2"/>
                </a:solidFill>
              </a:defRPr>
            </a:lvl8pPr>
            <a:lvl9pPr lvl="8">
              <a:lnSpc>
                <a:spcPct val="85000"/>
              </a:lnSpc>
              <a:spcBef>
                <a:spcPts val="0"/>
              </a:spcBef>
              <a:spcAft>
                <a:spcPts val="0"/>
              </a:spcAft>
              <a:buNone/>
              <a:defRPr sz="2400">
                <a:solidFill>
                  <a:schemeClr val="dk2"/>
                </a:solidFill>
              </a:defRPr>
            </a:lvl9pPr>
          </a:lstStyle>
          <a:p/>
        </p:txBody>
      </p:sp>
      <p:sp>
        <p:nvSpPr>
          <p:cNvPr id="36" name="Google Shape;36;p4"/>
          <p:cNvSpPr txBox="1"/>
          <p:nvPr>
            <p:ph idx="2"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37" name="Google Shape;37;p4"/>
          <p:cNvSpPr txBox="1"/>
          <p:nvPr>
            <p:ph idx="3"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38" name="Google Shape;38;p4"/>
          <p:cNvSpPr txBox="1"/>
          <p:nvPr>
            <p:ph idx="4"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39" name="Google Shape;39;p4"/>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40" name="Google Shape;40;p4"/>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cxnSp>
        <p:nvCxnSpPr>
          <p:cNvPr id="41" name="Google Shape;41;p4"/>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42" name="Google Shape;42;p4"/>
          <p:cNvSpPr txBox="1"/>
          <p:nvPr>
            <p:ph idx="5" type="subTitle"/>
          </p:nvPr>
        </p:nvSpPr>
        <p:spPr>
          <a:xfrm>
            <a:off x="254625" y="1638300"/>
            <a:ext cx="1128900" cy="1188300"/>
          </a:xfrm>
          <a:prstGeom prst="rect">
            <a:avLst/>
          </a:prstGeom>
        </p:spPr>
        <p:txBody>
          <a:bodyPr anchorCtr="0" anchor="t" bIns="91425" lIns="0" spcFirstLastPara="1" rIns="91425" wrap="square" tIns="0">
            <a:noAutofit/>
          </a:bodyPr>
          <a:lstStyle>
            <a:lvl1pPr lvl="0">
              <a:spcBef>
                <a:spcPts val="0"/>
              </a:spcBef>
              <a:spcAft>
                <a:spcPts val="0"/>
              </a:spcAft>
              <a:buClr>
                <a:schemeClr val="accent3"/>
              </a:buClr>
              <a:buSzPts val="4800"/>
              <a:buFont typeface="Urbanist"/>
              <a:buNone/>
              <a:defRPr sz="4800">
                <a:solidFill>
                  <a:schemeClr val="accent3"/>
                </a:solidFill>
              </a:defRPr>
            </a:lvl1pPr>
            <a:lvl2pPr lvl="1">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2pPr>
            <a:lvl3pPr lvl="2">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3pPr>
            <a:lvl4pPr lvl="3">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4pPr>
            <a:lvl5pPr lvl="4">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5pPr>
            <a:lvl6pPr lvl="5">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6pPr>
            <a:lvl7pPr lvl="6">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7pPr>
            <a:lvl8pPr lvl="7">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8pPr>
            <a:lvl9pPr lvl="8">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9pPr>
          </a:lstStyle>
          <a:p/>
        </p:txBody>
      </p:sp>
      <p:sp>
        <p:nvSpPr>
          <p:cNvPr id="43" name="Google Shape;43;p4"/>
          <p:cNvSpPr txBox="1"/>
          <p:nvPr>
            <p:ph idx="6" type="subTitle"/>
          </p:nvPr>
        </p:nvSpPr>
        <p:spPr>
          <a:xfrm>
            <a:off x="3275850" y="1638300"/>
            <a:ext cx="1128900" cy="1188300"/>
          </a:xfrm>
          <a:prstGeom prst="rect">
            <a:avLst/>
          </a:prstGeom>
        </p:spPr>
        <p:txBody>
          <a:bodyPr anchorCtr="0" anchor="t" bIns="91425" lIns="0" spcFirstLastPara="1" rIns="91425" wrap="square" tIns="0">
            <a:noAutofit/>
          </a:bodyPr>
          <a:lstStyle>
            <a:lvl1pPr lvl="0">
              <a:spcBef>
                <a:spcPts val="0"/>
              </a:spcBef>
              <a:spcAft>
                <a:spcPts val="0"/>
              </a:spcAft>
              <a:buClr>
                <a:schemeClr val="accent3"/>
              </a:buClr>
              <a:buSzPts val="4800"/>
              <a:buFont typeface="Urbanist"/>
              <a:buNone/>
              <a:defRPr sz="4800">
                <a:solidFill>
                  <a:schemeClr val="accent3"/>
                </a:solidFill>
              </a:defRPr>
            </a:lvl1pPr>
            <a:lvl2pPr lvl="1">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2pPr>
            <a:lvl3pPr lvl="2">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3pPr>
            <a:lvl4pPr lvl="3">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4pPr>
            <a:lvl5pPr lvl="4">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5pPr>
            <a:lvl6pPr lvl="5">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6pPr>
            <a:lvl7pPr lvl="6">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7pPr>
            <a:lvl8pPr lvl="7">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8pPr>
            <a:lvl9pPr lvl="8">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9pPr>
          </a:lstStyle>
          <a:p/>
        </p:txBody>
      </p:sp>
      <p:sp>
        <p:nvSpPr>
          <p:cNvPr id="44" name="Google Shape;44;p4"/>
          <p:cNvSpPr txBox="1"/>
          <p:nvPr>
            <p:ph idx="7" type="subTitle"/>
          </p:nvPr>
        </p:nvSpPr>
        <p:spPr>
          <a:xfrm>
            <a:off x="6215463" y="1638300"/>
            <a:ext cx="1128900" cy="1188300"/>
          </a:xfrm>
          <a:prstGeom prst="rect">
            <a:avLst/>
          </a:prstGeom>
        </p:spPr>
        <p:txBody>
          <a:bodyPr anchorCtr="0" anchor="t" bIns="91425" lIns="0" spcFirstLastPara="1" rIns="91425" wrap="square" tIns="0">
            <a:noAutofit/>
          </a:bodyPr>
          <a:lstStyle>
            <a:lvl1pPr lvl="0">
              <a:spcBef>
                <a:spcPts val="0"/>
              </a:spcBef>
              <a:spcAft>
                <a:spcPts val="0"/>
              </a:spcAft>
              <a:buClr>
                <a:schemeClr val="accent3"/>
              </a:buClr>
              <a:buSzPts val="4800"/>
              <a:buFont typeface="Urbanist"/>
              <a:buNone/>
              <a:defRPr sz="4800">
                <a:solidFill>
                  <a:schemeClr val="accent3"/>
                </a:solidFill>
              </a:defRPr>
            </a:lvl1pPr>
            <a:lvl2pPr lvl="1">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2pPr>
            <a:lvl3pPr lvl="2">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3pPr>
            <a:lvl4pPr lvl="3">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4pPr>
            <a:lvl5pPr lvl="4">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5pPr>
            <a:lvl6pPr lvl="5">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6pPr>
            <a:lvl7pPr lvl="6">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7pPr>
            <a:lvl8pPr lvl="7">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8pPr>
            <a:lvl9pPr lvl="8">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9pPr>
          </a:lstStyle>
          <a:p/>
        </p:txBody>
      </p:sp>
      <p:sp>
        <p:nvSpPr>
          <p:cNvPr id="45" name="Google Shape;45;p4"/>
          <p:cNvSpPr txBox="1"/>
          <p:nvPr>
            <p:ph idx="8" type="body"/>
          </p:nvPr>
        </p:nvSpPr>
        <p:spPr>
          <a:xfrm>
            <a:off x="288575" y="3386400"/>
            <a:ext cx="2665200" cy="1188300"/>
          </a:xfrm>
          <a:prstGeom prst="rect">
            <a:avLst/>
          </a:prstGeom>
        </p:spPr>
        <p:txBody>
          <a:bodyPr anchorCtr="0" anchor="b" bIns="91425" lIns="0" spcFirstLastPara="1" rIns="91425" wrap="square" tIns="0">
            <a:noAutofit/>
          </a:bodyPr>
          <a:lstStyle>
            <a:lvl1pPr indent="-304800" lvl="0" marL="457200">
              <a:spcBef>
                <a:spcPts val="0"/>
              </a:spcBef>
              <a:spcAft>
                <a:spcPts val="0"/>
              </a:spcAft>
              <a:buClr>
                <a:schemeClr val="lt1"/>
              </a:buClr>
              <a:buSzPts val="1200"/>
              <a:buFont typeface="Urbanist"/>
              <a:buChar char="●"/>
              <a:defRPr/>
            </a:lvl1pPr>
            <a:lvl2pPr indent="-304800" lvl="1" marL="914400">
              <a:spcBef>
                <a:spcPts val="0"/>
              </a:spcBef>
              <a:spcAft>
                <a:spcPts val="0"/>
              </a:spcAft>
              <a:buClr>
                <a:schemeClr val="lt1"/>
              </a:buClr>
              <a:buSzPts val="1200"/>
              <a:buFont typeface="Urbanist"/>
              <a:buChar char="○"/>
              <a:defRPr/>
            </a:lvl2pPr>
            <a:lvl3pPr indent="-304800" lvl="2" marL="1371600">
              <a:spcBef>
                <a:spcPts val="0"/>
              </a:spcBef>
              <a:spcAft>
                <a:spcPts val="0"/>
              </a:spcAft>
              <a:buClr>
                <a:schemeClr val="lt1"/>
              </a:buClr>
              <a:buSzPts val="1200"/>
              <a:buFont typeface="Urbanist"/>
              <a:buChar char="■"/>
              <a:defRPr/>
            </a:lvl3pPr>
            <a:lvl4pPr indent="-304800" lvl="3" marL="1828800">
              <a:spcBef>
                <a:spcPts val="0"/>
              </a:spcBef>
              <a:spcAft>
                <a:spcPts val="0"/>
              </a:spcAft>
              <a:buClr>
                <a:schemeClr val="lt1"/>
              </a:buClr>
              <a:buSzPts val="1200"/>
              <a:buFont typeface="Urbanist"/>
              <a:buChar char="●"/>
              <a:defRPr/>
            </a:lvl4pPr>
            <a:lvl5pPr indent="-304800" lvl="4" marL="2286000">
              <a:spcBef>
                <a:spcPts val="0"/>
              </a:spcBef>
              <a:spcAft>
                <a:spcPts val="0"/>
              </a:spcAft>
              <a:buClr>
                <a:schemeClr val="lt1"/>
              </a:buClr>
              <a:buSzPts val="1200"/>
              <a:buFont typeface="Urbanist"/>
              <a:buChar char="○"/>
              <a:defRPr/>
            </a:lvl5pPr>
            <a:lvl6pPr indent="-304800" lvl="5" marL="2743200">
              <a:spcBef>
                <a:spcPts val="0"/>
              </a:spcBef>
              <a:spcAft>
                <a:spcPts val="0"/>
              </a:spcAft>
              <a:buClr>
                <a:schemeClr val="lt1"/>
              </a:buClr>
              <a:buSzPts val="1200"/>
              <a:buFont typeface="Urbanist"/>
              <a:buChar char="■"/>
              <a:defRPr/>
            </a:lvl6pPr>
            <a:lvl7pPr indent="-304800" lvl="6" marL="3200400">
              <a:spcBef>
                <a:spcPts val="0"/>
              </a:spcBef>
              <a:spcAft>
                <a:spcPts val="0"/>
              </a:spcAft>
              <a:buClr>
                <a:schemeClr val="lt1"/>
              </a:buClr>
              <a:buSzPts val="1200"/>
              <a:buFont typeface="Urbanist"/>
              <a:buChar char="●"/>
              <a:defRPr/>
            </a:lvl7pPr>
            <a:lvl8pPr indent="-304800" lvl="7" marL="3657600">
              <a:spcBef>
                <a:spcPts val="0"/>
              </a:spcBef>
              <a:spcAft>
                <a:spcPts val="0"/>
              </a:spcAft>
              <a:buClr>
                <a:schemeClr val="lt1"/>
              </a:buClr>
              <a:buSzPts val="1200"/>
              <a:buFont typeface="Urbanist"/>
              <a:buChar char="○"/>
              <a:defRPr/>
            </a:lvl8pPr>
            <a:lvl9pPr indent="-304800" lvl="8" marL="4114800">
              <a:spcBef>
                <a:spcPts val="0"/>
              </a:spcBef>
              <a:spcAft>
                <a:spcPts val="0"/>
              </a:spcAft>
              <a:buClr>
                <a:schemeClr val="lt1"/>
              </a:buClr>
              <a:buSzPts val="1200"/>
              <a:buFont typeface="Urbanist"/>
              <a:buChar char="■"/>
              <a:defRPr/>
            </a:lvl9pPr>
          </a:lstStyle>
          <a:p/>
        </p:txBody>
      </p:sp>
      <p:sp>
        <p:nvSpPr>
          <p:cNvPr id="46" name="Google Shape;46;p4"/>
          <p:cNvSpPr txBox="1"/>
          <p:nvPr>
            <p:ph idx="9" type="body"/>
          </p:nvPr>
        </p:nvSpPr>
        <p:spPr>
          <a:xfrm>
            <a:off x="6121413" y="3386400"/>
            <a:ext cx="2665200" cy="1188300"/>
          </a:xfrm>
          <a:prstGeom prst="rect">
            <a:avLst/>
          </a:prstGeom>
        </p:spPr>
        <p:txBody>
          <a:bodyPr anchorCtr="0" anchor="b" bIns="91425" lIns="0" spcFirstLastPara="1" rIns="91425" wrap="square" tIns="0">
            <a:noAutofit/>
          </a:bodyPr>
          <a:lstStyle>
            <a:lvl1pPr indent="-304800" lvl="0" marL="457200">
              <a:spcBef>
                <a:spcPts val="0"/>
              </a:spcBef>
              <a:spcAft>
                <a:spcPts val="0"/>
              </a:spcAft>
              <a:buClr>
                <a:schemeClr val="lt1"/>
              </a:buClr>
              <a:buSzPts val="1200"/>
              <a:buFont typeface="Urbanist"/>
              <a:buChar char="●"/>
              <a:defRPr/>
            </a:lvl1pPr>
            <a:lvl2pPr indent="-304800" lvl="1" marL="914400">
              <a:spcBef>
                <a:spcPts val="0"/>
              </a:spcBef>
              <a:spcAft>
                <a:spcPts val="0"/>
              </a:spcAft>
              <a:buClr>
                <a:schemeClr val="lt1"/>
              </a:buClr>
              <a:buSzPts val="1200"/>
              <a:buFont typeface="Urbanist"/>
              <a:buChar char="○"/>
              <a:defRPr/>
            </a:lvl2pPr>
            <a:lvl3pPr indent="-304800" lvl="2" marL="1371600">
              <a:spcBef>
                <a:spcPts val="0"/>
              </a:spcBef>
              <a:spcAft>
                <a:spcPts val="0"/>
              </a:spcAft>
              <a:buClr>
                <a:schemeClr val="lt1"/>
              </a:buClr>
              <a:buSzPts val="1200"/>
              <a:buFont typeface="Urbanist"/>
              <a:buChar char="■"/>
              <a:defRPr/>
            </a:lvl3pPr>
            <a:lvl4pPr indent="-304800" lvl="3" marL="1828800">
              <a:spcBef>
                <a:spcPts val="0"/>
              </a:spcBef>
              <a:spcAft>
                <a:spcPts val="0"/>
              </a:spcAft>
              <a:buClr>
                <a:schemeClr val="lt1"/>
              </a:buClr>
              <a:buSzPts val="1200"/>
              <a:buFont typeface="Urbanist"/>
              <a:buChar char="●"/>
              <a:defRPr/>
            </a:lvl4pPr>
            <a:lvl5pPr indent="-304800" lvl="4" marL="2286000">
              <a:spcBef>
                <a:spcPts val="0"/>
              </a:spcBef>
              <a:spcAft>
                <a:spcPts val="0"/>
              </a:spcAft>
              <a:buClr>
                <a:schemeClr val="lt1"/>
              </a:buClr>
              <a:buSzPts val="1200"/>
              <a:buFont typeface="Urbanist"/>
              <a:buChar char="○"/>
              <a:defRPr/>
            </a:lvl5pPr>
            <a:lvl6pPr indent="-304800" lvl="5" marL="2743200">
              <a:spcBef>
                <a:spcPts val="0"/>
              </a:spcBef>
              <a:spcAft>
                <a:spcPts val="0"/>
              </a:spcAft>
              <a:buClr>
                <a:schemeClr val="lt1"/>
              </a:buClr>
              <a:buSzPts val="1200"/>
              <a:buFont typeface="Urbanist"/>
              <a:buChar char="■"/>
              <a:defRPr/>
            </a:lvl6pPr>
            <a:lvl7pPr indent="-304800" lvl="6" marL="3200400">
              <a:spcBef>
                <a:spcPts val="0"/>
              </a:spcBef>
              <a:spcAft>
                <a:spcPts val="0"/>
              </a:spcAft>
              <a:buClr>
                <a:schemeClr val="lt1"/>
              </a:buClr>
              <a:buSzPts val="1200"/>
              <a:buFont typeface="Urbanist"/>
              <a:buChar char="●"/>
              <a:defRPr/>
            </a:lvl7pPr>
            <a:lvl8pPr indent="-304800" lvl="7" marL="3657600">
              <a:spcBef>
                <a:spcPts val="0"/>
              </a:spcBef>
              <a:spcAft>
                <a:spcPts val="0"/>
              </a:spcAft>
              <a:buClr>
                <a:schemeClr val="lt1"/>
              </a:buClr>
              <a:buSzPts val="1200"/>
              <a:buFont typeface="Urbanist"/>
              <a:buChar char="○"/>
              <a:defRPr/>
            </a:lvl8pPr>
            <a:lvl9pPr indent="-304800" lvl="8" marL="4114800">
              <a:spcBef>
                <a:spcPts val="0"/>
              </a:spcBef>
              <a:spcAft>
                <a:spcPts val="0"/>
              </a:spcAft>
              <a:buClr>
                <a:schemeClr val="lt1"/>
              </a:buClr>
              <a:buSzPts val="1200"/>
              <a:buFont typeface="Urbanist"/>
              <a:buChar char="■"/>
              <a:defRPr/>
            </a:lvl9pPr>
          </a:lstStyle>
          <a:p/>
        </p:txBody>
      </p:sp>
      <p:sp>
        <p:nvSpPr>
          <p:cNvPr id="47" name="Google Shape;47;p4"/>
          <p:cNvSpPr txBox="1"/>
          <p:nvPr>
            <p:ph idx="13" type="body"/>
          </p:nvPr>
        </p:nvSpPr>
        <p:spPr>
          <a:xfrm>
            <a:off x="3192450" y="3386400"/>
            <a:ext cx="2665200" cy="1188300"/>
          </a:xfrm>
          <a:prstGeom prst="rect">
            <a:avLst/>
          </a:prstGeom>
        </p:spPr>
        <p:txBody>
          <a:bodyPr anchorCtr="0" anchor="b" bIns="91425" lIns="0" spcFirstLastPara="1" rIns="91425" wrap="square" tIns="0">
            <a:noAutofit/>
          </a:bodyPr>
          <a:lstStyle>
            <a:lvl1pPr indent="-304800" lvl="0" marL="457200">
              <a:spcBef>
                <a:spcPts val="0"/>
              </a:spcBef>
              <a:spcAft>
                <a:spcPts val="0"/>
              </a:spcAft>
              <a:buClr>
                <a:schemeClr val="lt1"/>
              </a:buClr>
              <a:buSzPts val="1200"/>
              <a:buFont typeface="Urbanist"/>
              <a:buChar char="●"/>
              <a:defRPr/>
            </a:lvl1pPr>
            <a:lvl2pPr indent="-304800" lvl="1" marL="914400">
              <a:spcBef>
                <a:spcPts val="0"/>
              </a:spcBef>
              <a:spcAft>
                <a:spcPts val="0"/>
              </a:spcAft>
              <a:buClr>
                <a:schemeClr val="lt1"/>
              </a:buClr>
              <a:buSzPts val="1200"/>
              <a:buFont typeface="Urbanist"/>
              <a:buChar char="○"/>
              <a:defRPr/>
            </a:lvl2pPr>
            <a:lvl3pPr indent="-304800" lvl="2" marL="1371600">
              <a:spcBef>
                <a:spcPts val="0"/>
              </a:spcBef>
              <a:spcAft>
                <a:spcPts val="0"/>
              </a:spcAft>
              <a:buClr>
                <a:schemeClr val="lt1"/>
              </a:buClr>
              <a:buSzPts val="1200"/>
              <a:buFont typeface="Urbanist"/>
              <a:buChar char="■"/>
              <a:defRPr/>
            </a:lvl3pPr>
            <a:lvl4pPr indent="-304800" lvl="3" marL="1828800">
              <a:spcBef>
                <a:spcPts val="0"/>
              </a:spcBef>
              <a:spcAft>
                <a:spcPts val="0"/>
              </a:spcAft>
              <a:buClr>
                <a:schemeClr val="lt1"/>
              </a:buClr>
              <a:buSzPts val="1200"/>
              <a:buFont typeface="Urbanist"/>
              <a:buChar char="●"/>
              <a:defRPr/>
            </a:lvl4pPr>
            <a:lvl5pPr indent="-304800" lvl="4" marL="2286000">
              <a:spcBef>
                <a:spcPts val="0"/>
              </a:spcBef>
              <a:spcAft>
                <a:spcPts val="0"/>
              </a:spcAft>
              <a:buClr>
                <a:schemeClr val="lt1"/>
              </a:buClr>
              <a:buSzPts val="1200"/>
              <a:buFont typeface="Urbanist"/>
              <a:buChar char="○"/>
              <a:defRPr/>
            </a:lvl5pPr>
            <a:lvl6pPr indent="-304800" lvl="5" marL="2743200">
              <a:spcBef>
                <a:spcPts val="0"/>
              </a:spcBef>
              <a:spcAft>
                <a:spcPts val="0"/>
              </a:spcAft>
              <a:buClr>
                <a:schemeClr val="lt1"/>
              </a:buClr>
              <a:buSzPts val="1200"/>
              <a:buFont typeface="Urbanist"/>
              <a:buChar char="■"/>
              <a:defRPr/>
            </a:lvl6pPr>
            <a:lvl7pPr indent="-304800" lvl="6" marL="3200400">
              <a:spcBef>
                <a:spcPts val="0"/>
              </a:spcBef>
              <a:spcAft>
                <a:spcPts val="0"/>
              </a:spcAft>
              <a:buClr>
                <a:schemeClr val="lt1"/>
              </a:buClr>
              <a:buSzPts val="1200"/>
              <a:buFont typeface="Urbanist"/>
              <a:buChar char="●"/>
              <a:defRPr/>
            </a:lvl7pPr>
            <a:lvl8pPr indent="-304800" lvl="7" marL="3657600">
              <a:spcBef>
                <a:spcPts val="0"/>
              </a:spcBef>
              <a:spcAft>
                <a:spcPts val="0"/>
              </a:spcAft>
              <a:buClr>
                <a:schemeClr val="lt1"/>
              </a:buClr>
              <a:buSzPts val="1200"/>
              <a:buFont typeface="Urbanist"/>
              <a:buChar char="○"/>
              <a:defRPr/>
            </a:lvl8pPr>
            <a:lvl9pPr indent="-304800" lvl="8" marL="4114800">
              <a:spcBef>
                <a:spcPts val="0"/>
              </a:spcBef>
              <a:spcAft>
                <a:spcPts val="0"/>
              </a:spcAft>
              <a:buClr>
                <a:schemeClr val="lt1"/>
              </a:buClr>
              <a:buSzPts val="1200"/>
              <a:buFont typeface="Urbanist"/>
              <a:buChar char="■"/>
              <a:defRPr/>
            </a:lvl9pPr>
          </a:lstStyle>
          <a:p/>
        </p:txBody>
      </p:sp>
    </p:spTree>
  </p:cSld>
  <p:clrMapOvr>
    <a:masterClrMapping/>
  </p:clrMapOvr>
  <p:extLst>
    <p:ext uri="{DCECCB84-F9BA-43D5-87BE-67443E8EF086}">
      <p15:sldGuideLst>
        <p15:guide id="1" orient="horz" pos="2805">
          <p15:clr>
            <a:srgbClr val="E46962"/>
          </p15:clr>
        </p15:guide>
      </p15:sldGuideLst>
    </p:ext>
  </p:extLs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and image ALT 2">
  <p:cSld name="CUSTOM_3">
    <p:spTree>
      <p:nvGrpSpPr>
        <p:cNvPr id="48" name="Shape 48"/>
        <p:cNvGrpSpPr/>
        <p:nvPr/>
      </p:nvGrpSpPr>
      <p:grpSpPr>
        <a:xfrm>
          <a:off x="0" y="0"/>
          <a:ext cx="0" cy="0"/>
          <a:chOff x="0" y="0"/>
          <a:chExt cx="0" cy="0"/>
        </a:xfrm>
      </p:grpSpPr>
      <p:sp>
        <p:nvSpPr>
          <p:cNvPr id="49" name="Google Shape;49;p5"/>
          <p:cNvSpPr/>
          <p:nvPr>
            <p:ph idx="2" type="pic"/>
          </p:nvPr>
        </p:nvSpPr>
        <p:spPr>
          <a:xfrm>
            <a:off x="246150" y="237650"/>
            <a:ext cx="4196400" cy="4438200"/>
          </a:xfrm>
          <a:prstGeom prst="rect">
            <a:avLst/>
          </a:prstGeom>
          <a:noFill/>
          <a:ln>
            <a:noFill/>
          </a:ln>
        </p:spPr>
      </p:sp>
      <p:sp>
        <p:nvSpPr>
          <p:cNvPr id="50" name="Google Shape;50;p5"/>
          <p:cNvSpPr txBox="1"/>
          <p:nvPr>
            <p:ph type="title"/>
          </p:nvPr>
        </p:nvSpPr>
        <p:spPr>
          <a:xfrm>
            <a:off x="4591800" y="304700"/>
            <a:ext cx="3861900" cy="1920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3000"/>
              <a:buFont typeface="Urbanist"/>
              <a:buNone/>
              <a:defRPr>
                <a:latin typeface="Urbanist"/>
                <a:ea typeface="Urbanist"/>
                <a:cs typeface="Urbanist"/>
                <a:sym typeface="Urbanist"/>
              </a:defRPr>
            </a:lvl1pPr>
            <a:lvl2pPr lvl="1">
              <a:spcBef>
                <a:spcPts val="0"/>
              </a:spcBef>
              <a:spcAft>
                <a:spcPts val="0"/>
              </a:spcAft>
              <a:buClr>
                <a:schemeClr val="lt1"/>
              </a:buClr>
              <a:buSzPts val="3000"/>
              <a:buNone/>
              <a:defRPr/>
            </a:lvl2pPr>
            <a:lvl3pPr lvl="2">
              <a:spcBef>
                <a:spcPts val="0"/>
              </a:spcBef>
              <a:spcAft>
                <a:spcPts val="0"/>
              </a:spcAft>
              <a:buClr>
                <a:schemeClr val="lt1"/>
              </a:buClr>
              <a:buSzPts val="3000"/>
              <a:buNone/>
              <a:defRPr/>
            </a:lvl3pPr>
            <a:lvl4pPr lvl="3">
              <a:spcBef>
                <a:spcPts val="0"/>
              </a:spcBef>
              <a:spcAft>
                <a:spcPts val="0"/>
              </a:spcAft>
              <a:buClr>
                <a:schemeClr val="lt1"/>
              </a:buClr>
              <a:buSzPts val="3000"/>
              <a:buNone/>
              <a:defRPr/>
            </a:lvl4pPr>
            <a:lvl5pPr lvl="4">
              <a:spcBef>
                <a:spcPts val="0"/>
              </a:spcBef>
              <a:spcAft>
                <a:spcPts val="0"/>
              </a:spcAft>
              <a:buClr>
                <a:schemeClr val="lt1"/>
              </a:buClr>
              <a:buSzPts val="3000"/>
              <a:buNone/>
              <a:defRPr/>
            </a:lvl5pPr>
            <a:lvl6pPr lvl="5">
              <a:spcBef>
                <a:spcPts val="0"/>
              </a:spcBef>
              <a:spcAft>
                <a:spcPts val="0"/>
              </a:spcAft>
              <a:buClr>
                <a:schemeClr val="lt1"/>
              </a:buClr>
              <a:buSzPts val="3000"/>
              <a:buNone/>
              <a:defRPr/>
            </a:lvl6pPr>
            <a:lvl7pPr lvl="6">
              <a:spcBef>
                <a:spcPts val="0"/>
              </a:spcBef>
              <a:spcAft>
                <a:spcPts val="0"/>
              </a:spcAft>
              <a:buClr>
                <a:schemeClr val="lt1"/>
              </a:buClr>
              <a:buSzPts val="3000"/>
              <a:buNone/>
              <a:defRPr/>
            </a:lvl7pPr>
            <a:lvl8pPr lvl="7">
              <a:spcBef>
                <a:spcPts val="0"/>
              </a:spcBef>
              <a:spcAft>
                <a:spcPts val="0"/>
              </a:spcAft>
              <a:buClr>
                <a:schemeClr val="lt1"/>
              </a:buClr>
              <a:buSzPts val="3000"/>
              <a:buNone/>
              <a:defRPr/>
            </a:lvl8pPr>
            <a:lvl9pPr lvl="8">
              <a:spcBef>
                <a:spcPts val="0"/>
              </a:spcBef>
              <a:spcAft>
                <a:spcPts val="0"/>
              </a:spcAft>
              <a:buClr>
                <a:schemeClr val="lt1"/>
              </a:buClr>
              <a:buSzPts val="3000"/>
              <a:buNone/>
              <a:defRPr/>
            </a:lvl9pPr>
          </a:lstStyle>
          <a:p/>
        </p:txBody>
      </p:sp>
      <p:sp>
        <p:nvSpPr>
          <p:cNvPr id="51" name="Google Shape;51;p5"/>
          <p:cNvSpPr txBox="1"/>
          <p:nvPr>
            <p:ph idx="3" type="title"/>
          </p:nvPr>
        </p:nvSpPr>
        <p:spPr>
          <a:xfrm>
            <a:off x="4591800" y="738425"/>
            <a:ext cx="4290000" cy="20514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800"/>
              <a:buNone/>
              <a:defRPr sz="3400"/>
            </a:lvl1pPr>
            <a:lvl2pPr lvl="1">
              <a:spcBef>
                <a:spcPts val="0"/>
              </a:spcBef>
              <a:spcAft>
                <a:spcPts val="0"/>
              </a:spcAft>
              <a:buClr>
                <a:schemeClr val="lt1"/>
              </a:buClr>
              <a:buSzPts val="3000"/>
              <a:buNone/>
              <a:defRPr/>
            </a:lvl2pPr>
            <a:lvl3pPr lvl="2">
              <a:spcBef>
                <a:spcPts val="0"/>
              </a:spcBef>
              <a:spcAft>
                <a:spcPts val="0"/>
              </a:spcAft>
              <a:buClr>
                <a:schemeClr val="lt1"/>
              </a:buClr>
              <a:buSzPts val="3000"/>
              <a:buNone/>
              <a:defRPr/>
            </a:lvl3pPr>
            <a:lvl4pPr lvl="3">
              <a:spcBef>
                <a:spcPts val="0"/>
              </a:spcBef>
              <a:spcAft>
                <a:spcPts val="0"/>
              </a:spcAft>
              <a:buClr>
                <a:schemeClr val="lt1"/>
              </a:buClr>
              <a:buSzPts val="3000"/>
              <a:buNone/>
              <a:defRPr/>
            </a:lvl4pPr>
            <a:lvl5pPr lvl="4">
              <a:spcBef>
                <a:spcPts val="0"/>
              </a:spcBef>
              <a:spcAft>
                <a:spcPts val="0"/>
              </a:spcAft>
              <a:buClr>
                <a:schemeClr val="lt1"/>
              </a:buClr>
              <a:buSzPts val="3000"/>
              <a:buNone/>
              <a:defRPr/>
            </a:lvl5pPr>
            <a:lvl6pPr lvl="5">
              <a:spcBef>
                <a:spcPts val="0"/>
              </a:spcBef>
              <a:spcAft>
                <a:spcPts val="0"/>
              </a:spcAft>
              <a:buClr>
                <a:schemeClr val="lt1"/>
              </a:buClr>
              <a:buSzPts val="3000"/>
              <a:buNone/>
              <a:defRPr/>
            </a:lvl6pPr>
            <a:lvl7pPr lvl="6">
              <a:spcBef>
                <a:spcPts val="0"/>
              </a:spcBef>
              <a:spcAft>
                <a:spcPts val="0"/>
              </a:spcAft>
              <a:buClr>
                <a:schemeClr val="lt1"/>
              </a:buClr>
              <a:buSzPts val="3000"/>
              <a:buNone/>
              <a:defRPr/>
            </a:lvl7pPr>
            <a:lvl8pPr lvl="7">
              <a:spcBef>
                <a:spcPts val="0"/>
              </a:spcBef>
              <a:spcAft>
                <a:spcPts val="0"/>
              </a:spcAft>
              <a:buClr>
                <a:schemeClr val="lt1"/>
              </a:buClr>
              <a:buSzPts val="3000"/>
              <a:buNone/>
              <a:defRPr/>
            </a:lvl8pPr>
            <a:lvl9pPr lvl="8">
              <a:spcBef>
                <a:spcPts val="0"/>
              </a:spcBef>
              <a:spcAft>
                <a:spcPts val="0"/>
              </a:spcAft>
              <a:buClr>
                <a:schemeClr val="lt1"/>
              </a:buClr>
              <a:buSzPts val="3000"/>
              <a:buNone/>
              <a:defRPr/>
            </a:lvl9pPr>
          </a:lstStyle>
          <a:p/>
        </p:txBody>
      </p:sp>
      <p:sp>
        <p:nvSpPr>
          <p:cNvPr id="52" name="Google Shape;52;p5"/>
          <p:cNvSpPr txBox="1"/>
          <p:nvPr>
            <p:ph idx="1" type="body"/>
          </p:nvPr>
        </p:nvSpPr>
        <p:spPr>
          <a:xfrm>
            <a:off x="4618950" y="2205375"/>
            <a:ext cx="4290000" cy="1629600"/>
          </a:xfrm>
          <a:prstGeom prst="rect">
            <a:avLst/>
          </a:prstGeom>
        </p:spPr>
        <p:txBody>
          <a:bodyPr anchorCtr="0" anchor="b" bIns="91425" lIns="0" spcFirstLastPara="1" rIns="91425" wrap="square" tIns="0">
            <a:noAutofit/>
          </a:bodyPr>
          <a:lstStyle>
            <a:lvl1pPr indent="-304800" lvl="0" marL="457200">
              <a:spcBef>
                <a:spcPts val="0"/>
              </a:spcBef>
              <a:spcAft>
                <a:spcPts val="0"/>
              </a:spcAft>
              <a:buClr>
                <a:schemeClr val="lt1"/>
              </a:buClr>
              <a:buSzPts val="1200"/>
              <a:buFont typeface="Urbanist"/>
              <a:buChar char="●"/>
              <a:defRPr/>
            </a:lvl1pPr>
            <a:lvl2pPr indent="-304800" lvl="1" marL="914400">
              <a:spcBef>
                <a:spcPts val="0"/>
              </a:spcBef>
              <a:spcAft>
                <a:spcPts val="0"/>
              </a:spcAft>
              <a:buClr>
                <a:schemeClr val="lt1"/>
              </a:buClr>
              <a:buSzPts val="1200"/>
              <a:buFont typeface="Urbanist"/>
              <a:buChar char="○"/>
              <a:defRPr/>
            </a:lvl2pPr>
            <a:lvl3pPr indent="-304800" lvl="2" marL="1371600">
              <a:spcBef>
                <a:spcPts val="0"/>
              </a:spcBef>
              <a:spcAft>
                <a:spcPts val="0"/>
              </a:spcAft>
              <a:buClr>
                <a:schemeClr val="lt1"/>
              </a:buClr>
              <a:buSzPts val="1200"/>
              <a:buFont typeface="Urbanist"/>
              <a:buChar char="■"/>
              <a:defRPr/>
            </a:lvl3pPr>
            <a:lvl4pPr indent="-304800" lvl="3" marL="1828800">
              <a:spcBef>
                <a:spcPts val="0"/>
              </a:spcBef>
              <a:spcAft>
                <a:spcPts val="0"/>
              </a:spcAft>
              <a:buClr>
                <a:schemeClr val="lt1"/>
              </a:buClr>
              <a:buSzPts val="1200"/>
              <a:buFont typeface="Urbanist"/>
              <a:buChar char="●"/>
              <a:defRPr/>
            </a:lvl4pPr>
            <a:lvl5pPr indent="-304800" lvl="4" marL="2286000">
              <a:spcBef>
                <a:spcPts val="0"/>
              </a:spcBef>
              <a:spcAft>
                <a:spcPts val="0"/>
              </a:spcAft>
              <a:buClr>
                <a:schemeClr val="lt1"/>
              </a:buClr>
              <a:buSzPts val="1200"/>
              <a:buFont typeface="Urbanist"/>
              <a:buChar char="○"/>
              <a:defRPr/>
            </a:lvl5pPr>
            <a:lvl6pPr indent="-304800" lvl="5" marL="2743200">
              <a:spcBef>
                <a:spcPts val="0"/>
              </a:spcBef>
              <a:spcAft>
                <a:spcPts val="0"/>
              </a:spcAft>
              <a:buClr>
                <a:schemeClr val="lt1"/>
              </a:buClr>
              <a:buSzPts val="1200"/>
              <a:buFont typeface="Urbanist"/>
              <a:buChar char="■"/>
              <a:defRPr/>
            </a:lvl6pPr>
            <a:lvl7pPr indent="-304800" lvl="6" marL="3200400">
              <a:spcBef>
                <a:spcPts val="0"/>
              </a:spcBef>
              <a:spcAft>
                <a:spcPts val="0"/>
              </a:spcAft>
              <a:buClr>
                <a:schemeClr val="lt1"/>
              </a:buClr>
              <a:buSzPts val="1200"/>
              <a:buFont typeface="Urbanist"/>
              <a:buChar char="●"/>
              <a:defRPr/>
            </a:lvl7pPr>
            <a:lvl8pPr indent="-304800" lvl="7" marL="3657600">
              <a:spcBef>
                <a:spcPts val="0"/>
              </a:spcBef>
              <a:spcAft>
                <a:spcPts val="0"/>
              </a:spcAft>
              <a:buClr>
                <a:schemeClr val="lt1"/>
              </a:buClr>
              <a:buSzPts val="1200"/>
              <a:buFont typeface="Urbanist"/>
              <a:buChar char="○"/>
              <a:defRPr/>
            </a:lvl8pPr>
            <a:lvl9pPr indent="-304800" lvl="8" marL="4114800">
              <a:spcBef>
                <a:spcPts val="0"/>
              </a:spcBef>
              <a:spcAft>
                <a:spcPts val="0"/>
              </a:spcAft>
              <a:buClr>
                <a:schemeClr val="lt1"/>
              </a:buClr>
              <a:buSzPts val="1200"/>
              <a:buFont typeface="Urbanist"/>
              <a:buChar char="■"/>
              <a:defRPr/>
            </a:lvl9pPr>
          </a:lstStyle>
          <a:p/>
        </p:txBody>
      </p:sp>
      <p:sp>
        <p:nvSpPr>
          <p:cNvPr id="53" name="Google Shape;53;p5"/>
          <p:cNvSpPr txBox="1"/>
          <p:nvPr>
            <p:ph idx="4"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54" name="Google Shape;54;p5"/>
          <p:cNvSpPr txBox="1"/>
          <p:nvPr>
            <p:ph idx="5"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55" name="Google Shape;55;p5"/>
          <p:cNvSpPr txBox="1"/>
          <p:nvPr>
            <p:ph idx="6"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56" name="Google Shape;56;p5"/>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57" name="Google Shape;57;p5"/>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cxnSp>
        <p:nvCxnSpPr>
          <p:cNvPr id="58" name="Google Shape;58;p5"/>
          <p:cNvCxnSpPr/>
          <p:nvPr/>
        </p:nvCxnSpPr>
        <p:spPr>
          <a:xfrm>
            <a:off x="228600" y="226100"/>
            <a:ext cx="8687100" cy="0"/>
          </a:xfrm>
          <a:prstGeom prst="straightConnector1">
            <a:avLst/>
          </a:prstGeom>
          <a:noFill/>
          <a:ln cap="flat" cmpd="sng" w="9525">
            <a:solidFill>
              <a:schemeClr val="lt2"/>
            </a:solidFill>
            <a:prstDash val="solid"/>
            <a:round/>
            <a:headEnd len="med" w="med" type="none"/>
            <a:tailEnd len="med" w="med" type="none"/>
          </a:ln>
        </p:spPr>
      </p:cxnSp>
      <p:cxnSp>
        <p:nvCxnSpPr>
          <p:cNvPr id="59" name="Google Shape;59;p5"/>
          <p:cNvCxnSpPr/>
          <p:nvPr/>
        </p:nvCxnSpPr>
        <p:spPr>
          <a:xfrm>
            <a:off x="4444600" y="570000"/>
            <a:ext cx="4470900" cy="0"/>
          </a:xfrm>
          <a:prstGeom prst="straightConnector1">
            <a:avLst/>
          </a:prstGeom>
          <a:noFill/>
          <a:ln cap="flat" cmpd="sng" w="9525">
            <a:solidFill>
              <a:schemeClr val="lt2"/>
            </a:solidFill>
            <a:prstDash val="solid"/>
            <a:round/>
            <a:headEnd len="med" w="med" type="none"/>
            <a:tailEnd len="med" w="med" type="none"/>
          </a:ln>
        </p:spPr>
      </p:cxnSp>
      <p:cxnSp>
        <p:nvCxnSpPr>
          <p:cNvPr id="60" name="Google Shape;60;p5"/>
          <p:cNvCxnSpPr/>
          <p:nvPr/>
        </p:nvCxnSpPr>
        <p:spPr>
          <a:xfrm>
            <a:off x="4442500" y="226100"/>
            <a:ext cx="0" cy="4457700"/>
          </a:xfrm>
          <a:prstGeom prst="straightConnector1">
            <a:avLst/>
          </a:prstGeom>
          <a:noFill/>
          <a:ln cap="flat" cmpd="sng" w="9525">
            <a:solidFill>
              <a:schemeClr val="lt2"/>
            </a:solidFill>
            <a:prstDash val="solid"/>
            <a:round/>
            <a:headEnd len="med" w="med" type="none"/>
            <a:tailEnd len="med" w="med" type="none"/>
          </a:ln>
        </p:spPr>
      </p:cxnSp>
      <p:cxnSp>
        <p:nvCxnSpPr>
          <p:cNvPr id="61" name="Google Shape;61;p5"/>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ALT 1">
  <p:cSld name="BLANK_1_1_1_1_3">
    <p:spTree>
      <p:nvGrpSpPr>
        <p:cNvPr id="62" name="Shape 62"/>
        <p:cNvGrpSpPr/>
        <p:nvPr/>
      </p:nvGrpSpPr>
      <p:grpSpPr>
        <a:xfrm>
          <a:off x="0" y="0"/>
          <a:ext cx="0" cy="0"/>
          <a:chOff x="0" y="0"/>
          <a:chExt cx="0" cy="0"/>
        </a:xfrm>
      </p:grpSpPr>
      <p:sp>
        <p:nvSpPr>
          <p:cNvPr id="63" name="Google Shape;63;p6"/>
          <p:cNvSpPr txBox="1"/>
          <p:nvPr>
            <p:ph type="title"/>
          </p:nvPr>
        </p:nvSpPr>
        <p:spPr>
          <a:xfrm>
            <a:off x="228600" y="613525"/>
            <a:ext cx="3904500" cy="1162800"/>
          </a:xfrm>
          <a:prstGeom prst="rect">
            <a:avLst/>
          </a:prstGeom>
        </p:spPr>
        <p:txBody>
          <a:bodyPr anchorCtr="0" anchor="t" bIns="91425" lIns="0" spcFirstLastPara="1" rIns="91425" wrap="square" tIns="0">
            <a:spAutoFit/>
          </a:bodyPr>
          <a:lstStyle>
            <a:lvl1pPr lvl="0">
              <a:lnSpc>
                <a:spcPct val="85000"/>
              </a:lnSpc>
              <a:spcBef>
                <a:spcPts val="0"/>
              </a:spcBef>
              <a:spcAft>
                <a:spcPts val="0"/>
              </a:spcAft>
              <a:buNone/>
              <a:defRPr sz="3400">
                <a:solidFill>
                  <a:schemeClr val="dk2"/>
                </a:solidFill>
              </a:defRPr>
            </a:lvl1pPr>
            <a:lvl2pPr lvl="1">
              <a:lnSpc>
                <a:spcPct val="85000"/>
              </a:lnSpc>
              <a:spcBef>
                <a:spcPts val="0"/>
              </a:spcBef>
              <a:spcAft>
                <a:spcPts val="0"/>
              </a:spcAft>
              <a:buNone/>
              <a:defRPr sz="3600">
                <a:solidFill>
                  <a:schemeClr val="dk2"/>
                </a:solidFill>
              </a:defRPr>
            </a:lvl2pPr>
            <a:lvl3pPr lvl="2">
              <a:lnSpc>
                <a:spcPct val="85000"/>
              </a:lnSpc>
              <a:spcBef>
                <a:spcPts val="0"/>
              </a:spcBef>
              <a:spcAft>
                <a:spcPts val="0"/>
              </a:spcAft>
              <a:buNone/>
              <a:defRPr sz="3600">
                <a:solidFill>
                  <a:schemeClr val="dk2"/>
                </a:solidFill>
              </a:defRPr>
            </a:lvl3pPr>
            <a:lvl4pPr lvl="3">
              <a:lnSpc>
                <a:spcPct val="85000"/>
              </a:lnSpc>
              <a:spcBef>
                <a:spcPts val="0"/>
              </a:spcBef>
              <a:spcAft>
                <a:spcPts val="0"/>
              </a:spcAft>
              <a:buNone/>
              <a:defRPr sz="3600">
                <a:solidFill>
                  <a:schemeClr val="dk2"/>
                </a:solidFill>
              </a:defRPr>
            </a:lvl4pPr>
            <a:lvl5pPr lvl="4">
              <a:lnSpc>
                <a:spcPct val="85000"/>
              </a:lnSpc>
              <a:spcBef>
                <a:spcPts val="0"/>
              </a:spcBef>
              <a:spcAft>
                <a:spcPts val="0"/>
              </a:spcAft>
              <a:buNone/>
              <a:defRPr sz="3600">
                <a:solidFill>
                  <a:schemeClr val="dk2"/>
                </a:solidFill>
              </a:defRPr>
            </a:lvl5pPr>
            <a:lvl6pPr lvl="5">
              <a:lnSpc>
                <a:spcPct val="85000"/>
              </a:lnSpc>
              <a:spcBef>
                <a:spcPts val="0"/>
              </a:spcBef>
              <a:spcAft>
                <a:spcPts val="0"/>
              </a:spcAft>
              <a:buNone/>
              <a:defRPr sz="3600">
                <a:solidFill>
                  <a:schemeClr val="dk2"/>
                </a:solidFill>
              </a:defRPr>
            </a:lvl6pPr>
            <a:lvl7pPr lvl="6">
              <a:lnSpc>
                <a:spcPct val="85000"/>
              </a:lnSpc>
              <a:spcBef>
                <a:spcPts val="0"/>
              </a:spcBef>
              <a:spcAft>
                <a:spcPts val="0"/>
              </a:spcAft>
              <a:buNone/>
              <a:defRPr sz="3600">
                <a:solidFill>
                  <a:schemeClr val="dk2"/>
                </a:solidFill>
              </a:defRPr>
            </a:lvl7pPr>
            <a:lvl8pPr lvl="7">
              <a:lnSpc>
                <a:spcPct val="85000"/>
              </a:lnSpc>
              <a:spcBef>
                <a:spcPts val="0"/>
              </a:spcBef>
              <a:spcAft>
                <a:spcPts val="0"/>
              </a:spcAft>
              <a:buNone/>
              <a:defRPr sz="3600">
                <a:solidFill>
                  <a:schemeClr val="dk2"/>
                </a:solidFill>
              </a:defRPr>
            </a:lvl8pPr>
            <a:lvl9pPr lvl="8">
              <a:lnSpc>
                <a:spcPct val="85000"/>
              </a:lnSpc>
              <a:spcBef>
                <a:spcPts val="0"/>
              </a:spcBef>
              <a:spcAft>
                <a:spcPts val="0"/>
              </a:spcAft>
              <a:buNone/>
              <a:defRPr sz="3600">
                <a:solidFill>
                  <a:schemeClr val="dk2"/>
                </a:solidFill>
              </a:defRPr>
            </a:lvl9pPr>
          </a:lstStyle>
          <a:p/>
        </p:txBody>
      </p:sp>
      <p:sp>
        <p:nvSpPr>
          <p:cNvPr id="64" name="Google Shape;64;p6"/>
          <p:cNvSpPr/>
          <p:nvPr>
            <p:ph idx="2" type="pic"/>
          </p:nvPr>
        </p:nvSpPr>
        <p:spPr>
          <a:xfrm>
            <a:off x="4523050" y="737975"/>
            <a:ext cx="2164800" cy="1350300"/>
          </a:xfrm>
          <a:prstGeom prst="roundRect">
            <a:avLst>
              <a:gd fmla="val 7802" name="adj"/>
            </a:avLst>
          </a:prstGeom>
          <a:noFill/>
          <a:ln cap="flat" cmpd="sng" w="9525">
            <a:solidFill>
              <a:schemeClr val="accent1"/>
            </a:solidFill>
            <a:prstDash val="solid"/>
            <a:round/>
            <a:headEnd len="sm" w="sm" type="none"/>
            <a:tailEnd len="sm" w="sm" type="none"/>
          </a:ln>
        </p:spPr>
      </p:sp>
      <p:sp>
        <p:nvSpPr>
          <p:cNvPr id="65" name="Google Shape;65;p6"/>
          <p:cNvSpPr/>
          <p:nvPr>
            <p:ph idx="3" type="pic"/>
          </p:nvPr>
        </p:nvSpPr>
        <p:spPr>
          <a:xfrm>
            <a:off x="6752100" y="737775"/>
            <a:ext cx="2164800" cy="1350300"/>
          </a:xfrm>
          <a:prstGeom prst="roundRect">
            <a:avLst>
              <a:gd fmla="val 7802" name="adj"/>
            </a:avLst>
          </a:prstGeom>
          <a:noFill/>
          <a:ln cap="flat" cmpd="sng" w="9525">
            <a:solidFill>
              <a:schemeClr val="accent1"/>
            </a:solidFill>
            <a:prstDash val="solid"/>
            <a:round/>
            <a:headEnd len="sm" w="sm" type="none"/>
            <a:tailEnd len="sm" w="sm" type="none"/>
          </a:ln>
        </p:spPr>
      </p:sp>
      <p:sp>
        <p:nvSpPr>
          <p:cNvPr id="66" name="Google Shape;66;p6"/>
          <p:cNvSpPr/>
          <p:nvPr>
            <p:ph idx="4" type="pic"/>
          </p:nvPr>
        </p:nvSpPr>
        <p:spPr>
          <a:xfrm>
            <a:off x="4523050" y="2158000"/>
            <a:ext cx="4394100" cy="2282700"/>
          </a:xfrm>
          <a:prstGeom prst="roundRect">
            <a:avLst>
              <a:gd fmla="val 6108" name="adj"/>
            </a:avLst>
          </a:prstGeom>
          <a:noFill/>
          <a:ln cap="flat" cmpd="sng" w="9525">
            <a:solidFill>
              <a:schemeClr val="accent1"/>
            </a:solidFill>
            <a:prstDash val="solid"/>
            <a:round/>
            <a:headEnd len="sm" w="sm" type="none"/>
            <a:tailEnd len="sm" w="sm" type="none"/>
          </a:ln>
        </p:spPr>
      </p:sp>
      <p:sp>
        <p:nvSpPr>
          <p:cNvPr id="67" name="Google Shape;67;p6"/>
          <p:cNvSpPr txBox="1"/>
          <p:nvPr>
            <p:ph idx="1" type="body"/>
          </p:nvPr>
        </p:nvSpPr>
        <p:spPr>
          <a:xfrm>
            <a:off x="233850" y="3127075"/>
            <a:ext cx="2920800" cy="13137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sp>
        <p:nvSpPr>
          <p:cNvPr id="68" name="Google Shape;68;p6"/>
          <p:cNvSpPr txBox="1"/>
          <p:nvPr>
            <p:ph idx="5"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69" name="Google Shape;69;p6"/>
          <p:cNvSpPr txBox="1"/>
          <p:nvPr>
            <p:ph idx="6"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70" name="Google Shape;70;p6"/>
          <p:cNvSpPr txBox="1"/>
          <p:nvPr>
            <p:ph idx="7"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71" name="Google Shape;71;p6"/>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72" name="Google Shape;72;p6"/>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73" name="Google Shape;73;p6"/>
          <p:cNvSpPr txBox="1"/>
          <p:nvPr>
            <p:ph idx="8" type="subTitle"/>
          </p:nvPr>
        </p:nvSpPr>
        <p:spPr>
          <a:xfrm>
            <a:off x="228600" y="228600"/>
            <a:ext cx="2920800" cy="228600"/>
          </a:xfrm>
          <a:prstGeom prst="rect">
            <a:avLst/>
          </a:prstGeom>
        </p:spPr>
        <p:txBody>
          <a:bodyPr anchorCtr="0" anchor="t" bIns="0" lIns="0" spcFirstLastPara="1" rIns="0" wrap="square" tIns="0">
            <a:noAutofit/>
          </a:bodyPr>
          <a:lstStyle>
            <a:lvl1pPr lvl="0">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9pPr>
          </a:lstStyle>
          <a:p/>
        </p:txBody>
      </p:sp>
      <p:cxnSp>
        <p:nvCxnSpPr>
          <p:cNvPr id="74" name="Google Shape;74;p6"/>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Tree>
  </p:cSld>
  <p:clrMapOvr>
    <a:masterClrMapping/>
  </p:clrMapOvr>
  <p:extLst>
    <p:ext uri="{DCECCB84-F9BA-43D5-87BE-67443E8EF086}">
      <p15:sldGuideLst>
        <p15:guide id="1" orient="horz" pos="2805">
          <p15:clr>
            <a:srgbClr val="E46962"/>
          </p15:clr>
        </p15:guide>
      </p15:sldGuideLst>
    </p:ext>
  </p:extLs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ALT 1">
  <p:cSld name="BLANK_1_1_1_1_2">
    <p:spTree>
      <p:nvGrpSpPr>
        <p:cNvPr id="75" name="Shape 75"/>
        <p:cNvGrpSpPr/>
        <p:nvPr/>
      </p:nvGrpSpPr>
      <p:grpSpPr>
        <a:xfrm>
          <a:off x="0" y="0"/>
          <a:ext cx="0" cy="0"/>
          <a:chOff x="0" y="0"/>
          <a:chExt cx="0" cy="0"/>
        </a:xfrm>
      </p:grpSpPr>
      <p:pic>
        <p:nvPicPr>
          <p:cNvPr id="76" name="Google Shape;76;p7"/>
          <p:cNvPicPr preferRelativeResize="0"/>
          <p:nvPr/>
        </p:nvPicPr>
        <p:blipFill rotWithShape="1">
          <a:blip r:embed="rId2">
            <a:alphaModFix amt="60000"/>
          </a:blip>
          <a:srcRect b="14588" l="0" r="15469" t="0"/>
          <a:stretch/>
        </p:blipFill>
        <p:spPr>
          <a:xfrm>
            <a:off x="25" y="1172500"/>
            <a:ext cx="5181349" cy="3493250"/>
          </a:xfrm>
          <a:prstGeom prst="rect">
            <a:avLst/>
          </a:prstGeom>
          <a:noFill/>
          <a:ln>
            <a:noFill/>
          </a:ln>
        </p:spPr>
      </p:pic>
      <p:sp>
        <p:nvSpPr>
          <p:cNvPr id="77" name="Google Shape;77;p7"/>
          <p:cNvSpPr txBox="1"/>
          <p:nvPr>
            <p:ph idx="1"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78" name="Google Shape;78;p7"/>
          <p:cNvSpPr txBox="1"/>
          <p:nvPr>
            <p:ph idx="2"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79" name="Google Shape;79;p7"/>
          <p:cNvSpPr txBox="1"/>
          <p:nvPr>
            <p:ph idx="3"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80" name="Google Shape;80;p7"/>
          <p:cNvSpPr txBox="1"/>
          <p:nvPr>
            <p:ph type="title"/>
          </p:nvPr>
        </p:nvSpPr>
        <p:spPr>
          <a:xfrm>
            <a:off x="277500" y="228600"/>
            <a:ext cx="3904500" cy="1162800"/>
          </a:xfrm>
          <a:prstGeom prst="rect">
            <a:avLst/>
          </a:prstGeom>
        </p:spPr>
        <p:txBody>
          <a:bodyPr anchorCtr="0" anchor="t" bIns="91425" lIns="0" spcFirstLastPara="1" rIns="91425" wrap="square" tIns="0">
            <a:spAutoFit/>
          </a:bodyPr>
          <a:lstStyle>
            <a:lvl1pPr lvl="0">
              <a:lnSpc>
                <a:spcPct val="85000"/>
              </a:lnSpc>
              <a:spcBef>
                <a:spcPts val="0"/>
              </a:spcBef>
              <a:spcAft>
                <a:spcPts val="0"/>
              </a:spcAft>
              <a:buNone/>
              <a:defRPr sz="3400">
                <a:solidFill>
                  <a:schemeClr val="dk2"/>
                </a:solidFill>
              </a:defRPr>
            </a:lvl1pPr>
            <a:lvl2pPr lvl="1">
              <a:lnSpc>
                <a:spcPct val="85000"/>
              </a:lnSpc>
              <a:spcBef>
                <a:spcPts val="0"/>
              </a:spcBef>
              <a:spcAft>
                <a:spcPts val="0"/>
              </a:spcAft>
              <a:buNone/>
              <a:defRPr sz="3600">
                <a:solidFill>
                  <a:schemeClr val="dk2"/>
                </a:solidFill>
              </a:defRPr>
            </a:lvl2pPr>
            <a:lvl3pPr lvl="2">
              <a:lnSpc>
                <a:spcPct val="85000"/>
              </a:lnSpc>
              <a:spcBef>
                <a:spcPts val="0"/>
              </a:spcBef>
              <a:spcAft>
                <a:spcPts val="0"/>
              </a:spcAft>
              <a:buNone/>
              <a:defRPr sz="3600">
                <a:solidFill>
                  <a:schemeClr val="dk2"/>
                </a:solidFill>
              </a:defRPr>
            </a:lvl3pPr>
            <a:lvl4pPr lvl="3">
              <a:lnSpc>
                <a:spcPct val="85000"/>
              </a:lnSpc>
              <a:spcBef>
                <a:spcPts val="0"/>
              </a:spcBef>
              <a:spcAft>
                <a:spcPts val="0"/>
              </a:spcAft>
              <a:buNone/>
              <a:defRPr sz="3600">
                <a:solidFill>
                  <a:schemeClr val="dk2"/>
                </a:solidFill>
              </a:defRPr>
            </a:lvl4pPr>
            <a:lvl5pPr lvl="4">
              <a:lnSpc>
                <a:spcPct val="85000"/>
              </a:lnSpc>
              <a:spcBef>
                <a:spcPts val="0"/>
              </a:spcBef>
              <a:spcAft>
                <a:spcPts val="0"/>
              </a:spcAft>
              <a:buNone/>
              <a:defRPr sz="3600">
                <a:solidFill>
                  <a:schemeClr val="dk2"/>
                </a:solidFill>
              </a:defRPr>
            </a:lvl5pPr>
            <a:lvl6pPr lvl="5">
              <a:lnSpc>
                <a:spcPct val="85000"/>
              </a:lnSpc>
              <a:spcBef>
                <a:spcPts val="0"/>
              </a:spcBef>
              <a:spcAft>
                <a:spcPts val="0"/>
              </a:spcAft>
              <a:buNone/>
              <a:defRPr sz="3600">
                <a:solidFill>
                  <a:schemeClr val="dk2"/>
                </a:solidFill>
              </a:defRPr>
            </a:lvl6pPr>
            <a:lvl7pPr lvl="6">
              <a:lnSpc>
                <a:spcPct val="85000"/>
              </a:lnSpc>
              <a:spcBef>
                <a:spcPts val="0"/>
              </a:spcBef>
              <a:spcAft>
                <a:spcPts val="0"/>
              </a:spcAft>
              <a:buNone/>
              <a:defRPr sz="3600">
                <a:solidFill>
                  <a:schemeClr val="dk2"/>
                </a:solidFill>
              </a:defRPr>
            </a:lvl7pPr>
            <a:lvl8pPr lvl="7">
              <a:lnSpc>
                <a:spcPct val="85000"/>
              </a:lnSpc>
              <a:spcBef>
                <a:spcPts val="0"/>
              </a:spcBef>
              <a:spcAft>
                <a:spcPts val="0"/>
              </a:spcAft>
              <a:buNone/>
              <a:defRPr sz="3600">
                <a:solidFill>
                  <a:schemeClr val="dk2"/>
                </a:solidFill>
              </a:defRPr>
            </a:lvl8pPr>
            <a:lvl9pPr lvl="8">
              <a:lnSpc>
                <a:spcPct val="85000"/>
              </a:lnSpc>
              <a:spcBef>
                <a:spcPts val="0"/>
              </a:spcBef>
              <a:spcAft>
                <a:spcPts val="0"/>
              </a:spcAft>
              <a:buNone/>
              <a:defRPr sz="3600">
                <a:solidFill>
                  <a:schemeClr val="dk2"/>
                </a:solidFill>
              </a:defRPr>
            </a:lvl9pPr>
          </a:lstStyle>
          <a:p/>
        </p:txBody>
      </p:sp>
      <p:cxnSp>
        <p:nvCxnSpPr>
          <p:cNvPr id="81" name="Google Shape;81;p7"/>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82" name="Google Shape;82;p7"/>
          <p:cNvSpPr txBox="1"/>
          <p:nvPr>
            <p:ph idx="4" type="subTitle"/>
          </p:nvPr>
        </p:nvSpPr>
        <p:spPr>
          <a:xfrm>
            <a:off x="4744575" y="387150"/>
            <a:ext cx="322500" cy="288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600"/>
              <a:buFont typeface="Urbanist"/>
              <a:buNone/>
              <a:defRPr>
                <a:solidFill>
                  <a:schemeClr val="accent3"/>
                </a:solidFill>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83" name="Google Shape;83;p7"/>
          <p:cNvSpPr txBox="1"/>
          <p:nvPr>
            <p:ph idx="5" type="subTitle"/>
          </p:nvPr>
        </p:nvSpPr>
        <p:spPr>
          <a:xfrm>
            <a:off x="4744575" y="1066588"/>
            <a:ext cx="322500" cy="288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600"/>
              <a:buFont typeface="Urbanist"/>
              <a:buNone/>
              <a:defRPr>
                <a:solidFill>
                  <a:schemeClr val="accent3"/>
                </a:solidFill>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84" name="Google Shape;84;p7"/>
          <p:cNvSpPr txBox="1"/>
          <p:nvPr>
            <p:ph idx="6" type="subTitle"/>
          </p:nvPr>
        </p:nvSpPr>
        <p:spPr>
          <a:xfrm>
            <a:off x="4744575" y="1742700"/>
            <a:ext cx="322500" cy="288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600"/>
              <a:buFont typeface="Urbanist"/>
              <a:buNone/>
              <a:defRPr>
                <a:solidFill>
                  <a:schemeClr val="accent3"/>
                </a:solidFill>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85" name="Google Shape;85;p7"/>
          <p:cNvSpPr txBox="1"/>
          <p:nvPr>
            <p:ph idx="7" type="subTitle"/>
          </p:nvPr>
        </p:nvSpPr>
        <p:spPr>
          <a:xfrm>
            <a:off x="4744575" y="2420513"/>
            <a:ext cx="322500" cy="288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600"/>
              <a:buFont typeface="Urbanist"/>
              <a:buNone/>
              <a:defRPr>
                <a:solidFill>
                  <a:schemeClr val="accent3"/>
                </a:solidFill>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86" name="Google Shape;86;p7"/>
          <p:cNvSpPr txBox="1"/>
          <p:nvPr>
            <p:ph idx="8" type="subTitle"/>
          </p:nvPr>
        </p:nvSpPr>
        <p:spPr>
          <a:xfrm>
            <a:off x="4744575" y="3098275"/>
            <a:ext cx="322500" cy="288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600"/>
              <a:buFont typeface="Urbanist"/>
              <a:buNone/>
              <a:defRPr>
                <a:solidFill>
                  <a:schemeClr val="accent3"/>
                </a:solidFill>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87" name="Google Shape;87;p7"/>
          <p:cNvSpPr txBox="1"/>
          <p:nvPr>
            <p:ph idx="9" type="subTitle"/>
          </p:nvPr>
        </p:nvSpPr>
        <p:spPr>
          <a:xfrm>
            <a:off x="4744575" y="3776075"/>
            <a:ext cx="322500" cy="288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600"/>
              <a:buFont typeface="Urbanist"/>
              <a:buNone/>
              <a:defRPr>
                <a:solidFill>
                  <a:schemeClr val="accent3"/>
                </a:solidFill>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88" name="Google Shape;88;p7"/>
          <p:cNvSpPr txBox="1"/>
          <p:nvPr>
            <p:ph idx="13" type="subTitle"/>
          </p:nvPr>
        </p:nvSpPr>
        <p:spPr>
          <a:xfrm>
            <a:off x="5067075" y="387150"/>
            <a:ext cx="3267600" cy="28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600"/>
              <a:buFont typeface="Urbanist"/>
              <a:buNone/>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89" name="Google Shape;89;p7"/>
          <p:cNvSpPr txBox="1"/>
          <p:nvPr>
            <p:ph idx="14" type="subTitle"/>
          </p:nvPr>
        </p:nvSpPr>
        <p:spPr>
          <a:xfrm>
            <a:off x="5067075" y="1061588"/>
            <a:ext cx="3267600" cy="28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600"/>
              <a:buFont typeface="Urbanist"/>
              <a:buNone/>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90" name="Google Shape;90;p7"/>
          <p:cNvSpPr txBox="1"/>
          <p:nvPr>
            <p:ph idx="15" type="subTitle"/>
          </p:nvPr>
        </p:nvSpPr>
        <p:spPr>
          <a:xfrm>
            <a:off x="5067075" y="1739350"/>
            <a:ext cx="3267600" cy="28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600"/>
              <a:buFont typeface="Urbanist"/>
              <a:buNone/>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91" name="Google Shape;91;p7"/>
          <p:cNvSpPr txBox="1"/>
          <p:nvPr>
            <p:ph idx="16" type="subTitle"/>
          </p:nvPr>
        </p:nvSpPr>
        <p:spPr>
          <a:xfrm>
            <a:off x="5067075" y="2424100"/>
            <a:ext cx="3267600" cy="28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600"/>
              <a:buFont typeface="Urbanist"/>
              <a:buNone/>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92" name="Google Shape;92;p7"/>
          <p:cNvSpPr txBox="1"/>
          <p:nvPr>
            <p:ph idx="17" type="subTitle"/>
          </p:nvPr>
        </p:nvSpPr>
        <p:spPr>
          <a:xfrm>
            <a:off x="5067075" y="3094938"/>
            <a:ext cx="3267600" cy="28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600"/>
              <a:buFont typeface="Urbanist"/>
              <a:buNone/>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93" name="Google Shape;93;p7"/>
          <p:cNvSpPr txBox="1"/>
          <p:nvPr>
            <p:ph idx="18" type="subTitle"/>
          </p:nvPr>
        </p:nvSpPr>
        <p:spPr>
          <a:xfrm>
            <a:off x="5067075" y="3765788"/>
            <a:ext cx="3267600" cy="28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600"/>
              <a:buFont typeface="Urbanist"/>
              <a:buNone/>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94" name="Google Shape;94;p7"/>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95" name="Google Shape;95;p7"/>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extLst>
    <p:ext uri="{DCECCB84-F9BA-43D5-87BE-67443E8EF086}">
      <p15:sldGuideLst>
        <p15:guide id="1" orient="horz" pos="2805">
          <p15:clr>
            <a:srgbClr val="E46962"/>
          </p15:clr>
        </p15:guide>
      </p15:sldGuideLst>
    </p:ext>
  </p:extLs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s">
  <p:cSld name="BLANK_1_1_1_1_2_1">
    <p:spTree>
      <p:nvGrpSpPr>
        <p:cNvPr id="96" name="Shape 96"/>
        <p:cNvGrpSpPr/>
        <p:nvPr/>
      </p:nvGrpSpPr>
      <p:grpSpPr>
        <a:xfrm>
          <a:off x="0" y="0"/>
          <a:ext cx="0" cy="0"/>
          <a:chOff x="0" y="0"/>
          <a:chExt cx="0" cy="0"/>
        </a:xfrm>
      </p:grpSpPr>
      <p:sp>
        <p:nvSpPr>
          <p:cNvPr id="97" name="Google Shape;97;p8"/>
          <p:cNvSpPr/>
          <p:nvPr>
            <p:ph idx="2" type="pic"/>
          </p:nvPr>
        </p:nvSpPr>
        <p:spPr>
          <a:xfrm>
            <a:off x="4618950" y="228600"/>
            <a:ext cx="1370400" cy="1357500"/>
          </a:xfrm>
          <a:prstGeom prst="roundRect">
            <a:avLst>
              <a:gd fmla="val 16935" name="adj"/>
            </a:avLst>
          </a:prstGeom>
          <a:noFill/>
          <a:ln>
            <a:noFill/>
          </a:ln>
        </p:spPr>
      </p:sp>
      <p:sp>
        <p:nvSpPr>
          <p:cNvPr id="98" name="Google Shape;98;p8"/>
          <p:cNvSpPr txBox="1"/>
          <p:nvPr>
            <p:ph idx="1" type="subTitle"/>
          </p:nvPr>
        </p:nvSpPr>
        <p:spPr>
          <a:xfrm>
            <a:off x="4619000" y="1702322"/>
            <a:ext cx="1370400" cy="171900"/>
          </a:xfrm>
          <a:prstGeom prst="rect">
            <a:avLst/>
          </a:prstGeom>
        </p:spPr>
        <p:txBody>
          <a:bodyPr anchorCtr="0" anchor="b" bIns="0" lIns="0" spcFirstLastPara="1" rIns="91425" wrap="square" tIns="0">
            <a:noAutofit/>
          </a:bodyPr>
          <a:lstStyle>
            <a:lvl1pPr lvl="0">
              <a:spcBef>
                <a:spcPts val="0"/>
              </a:spcBef>
              <a:spcAft>
                <a:spcPts val="0"/>
              </a:spcAft>
              <a:buNone/>
              <a:defRPr sz="1200">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2pPr>
            <a:lvl3pPr lvl="2">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3pPr>
            <a:lvl4pPr lvl="3">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4pPr>
            <a:lvl5pPr lvl="4">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5pPr>
            <a:lvl6pPr lvl="5">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6pPr>
            <a:lvl7pPr lvl="6">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7pPr>
            <a:lvl8pPr lvl="7">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8pPr>
            <a:lvl9pPr lvl="8">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9pPr>
          </a:lstStyle>
          <a:p/>
        </p:txBody>
      </p:sp>
      <p:sp>
        <p:nvSpPr>
          <p:cNvPr id="99" name="Google Shape;99;p8"/>
          <p:cNvSpPr txBox="1"/>
          <p:nvPr>
            <p:ph idx="3"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00" name="Google Shape;100;p8"/>
          <p:cNvSpPr txBox="1"/>
          <p:nvPr>
            <p:ph idx="4"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01" name="Google Shape;101;p8"/>
          <p:cNvSpPr txBox="1"/>
          <p:nvPr>
            <p:ph idx="5"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02" name="Google Shape;102;p8"/>
          <p:cNvSpPr txBox="1"/>
          <p:nvPr>
            <p:ph type="title"/>
          </p:nvPr>
        </p:nvSpPr>
        <p:spPr>
          <a:xfrm>
            <a:off x="228600" y="234750"/>
            <a:ext cx="3904500" cy="1162800"/>
          </a:xfrm>
          <a:prstGeom prst="rect">
            <a:avLst/>
          </a:prstGeom>
        </p:spPr>
        <p:txBody>
          <a:bodyPr anchorCtr="0" anchor="t" bIns="91425" lIns="0" spcFirstLastPara="1" rIns="91425" wrap="square" tIns="0">
            <a:spAutoFit/>
          </a:bodyPr>
          <a:lstStyle>
            <a:lvl1pPr lvl="0">
              <a:lnSpc>
                <a:spcPct val="85000"/>
              </a:lnSpc>
              <a:spcBef>
                <a:spcPts val="0"/>
              </a:spcBef>
              <a:spcAft>
                <a:spcPts val="0"/>
              </a:spcAft>
              <a:buNone/>
              <a:defRPr sz="3400">
                <a:solidFill>
                  <a:schemeClr val="dk2"/>
                </a:solidFill>
              </a:defRPr>
            </a:lvl1pPr>
            <a:lvl2pPr lvl="1">
              <a:lnSpc>
                <a:spcPct val="85000"/>
              </a:lnSpc>
              <a:spcBef>
                <a:spcPts val="0"/>
              </a:spcBef>
              <a:spcAft>
                <a:spcPts val="0"/>
              </a:spcAft>
              <a:buNone/>
              <a:defRPr sz="3600">
                <a:solidFill>
                  <a:schemeClr val="dk2"/>
                </a:solidFill>
              </a:defRPr>
            </a:lvl2pPr>
            <a:lvl3pPr lvl="2">
              <a:lnSpc>
                <a:spcPct val="85000"/>
              </a:lnSpc>
              <a:spcBef>
                <a:spcPts val="0"/>
              </a:spcBef>
              <a:spcAft>
                <a:spcPts val="0"/>
              </a:spcAft>
              <a:buNone/>
              <a:defRPr sz="3600">
                <a:solidFill>
                  <a:schemeClr val="dk2"/>
                </a:solidFill>
              </a:defRPr>
            </a:lvl3pPr>
            <a:lvl4pPr lvl="3">
              <a:lnSpc>
                <a:spcPct val="85000"/>
              </a:lnSpc>
              <a:spcBef>
                <a:spcPts val="0"/>
              </a:spcBef>
              <a:spcAft>
                <a:spcPts val="0"/>
              </a:spcAft>
              <a:buNone/>
              <a:defRPr sz="3600">
                <a:solidFill>
                  <a:schemeClr val="dk2"/>
                </a:solidFill>
              </a:defRPr>
            </a:lvl4pPr>
            <a:lvl5pPr lvl="4">
              <a:lnSpc>
                <a:spcPct val="85000"/>
              </a:lnSpc>
              <a:spcBef>
                <a:spcPts val="0"/>
              </a:spcBef>
              <a:spcAft>
                <a:spcPts val="0"/>
              </a:spcAft>
              <a:buNone/>
              <a:defRPr sz="3600">
                <a:solidFill>
                  <a:schemeClr val="dk2"/>
                </a:solidFill>
              </a:defRPr>
            </a:lvl5pPr>
            <a:lvl6pPr lvl="5">
              <a:lnSpc>
                <a:spcPct val="85000"/>
              </a:lnSpc>
              <a:spcBef>
                <a:spcPts val="0"/>
              </a:spcBef>
              <a:spcAft>
                <a:spcPts val="0"/>
              </a:spcAft>
              <a:buNone/>
              <a:defRPr sz="3600">
                <a:solidFill>
                  <a:schemeClr val="dk2"/>
                </a:solidFill>
              </a:defRPr>
            </a:lvl6pPr>
            <a:lvl7pPr lvl="6">
              <a:lnSpc>
                <a:spcPct val="85000"/>
              </a:lnSpc>
              <a:spcBef>
                <a:spcPts val="0"/>
              </a:spcBef>
              <a:spcAft>
                <a:spcPts val="0"/>
              </a:spcAft>
              <a:buNone/>
              <a:defRPr sz="3600">
                <a:solidFill>
                  <a:schemeClr val="dk2"/>
                </a:solidFill>
              </a:defRPr>
            </a:lvl7pPr>
            <a:lvl8pPr lvl="7">
              <a:lnSpc>
                <a:spcPct val="85000"/>
              </a:lnSpc>
              <a:spcBef>
                <a:spcPts val="0"/>
              </a:spcBef>
              <a:spcAft>
                <a:spcPts val="0"/>
              </a:spcAft>
              <a:buNone/>
              <a:defRPr sz="3600">
                <a:solidFill>
                  <a:schemeClr val="dk2"/>
                </a:solidFill>
              </a:defRPr>
            </a:lvl8pPr>
            <a:lvl9pPr lvl="8">
              <a:lnSpc>
                <a:spcPct val="85000"/>
              </a:lnSpc>
              <a:spcBef>
                <a:spcPts val="0"/>
              </a:spcBef>
              <a:spcAft>
                <a:spcPts val="0"/>
              </a:spcAft>
              <a:buNone/>
              <a:defRPr sz="3600">
                <a:solidFill>
                  <a:schemeClr val="dk2"/>
                </a:solidFill>
              </a:defRPr>
            </a:lvl9pPr>
          </a:lstStyle>
          <a:p/>
        </p:txBody>
      </p:sp>
      <p:sp>
        <p:nvSpPr>
          <p:cNvPr id="103" name="Google Shape;103;p8"/>
          <p:cNvSpPr txBox="1"/>
          <p:nvPr>
            <p:ph idx="6" type="subTitle"/>
          </p:nvPr>
        </p:nvSpPr>
        <p:spPr>
          <a:xfrm>
            <a:off x="4619000" y="1880160"/>
            <a:ext cx="1370400" cy="171900"/>
          </a:xfrm>
          <a:prstGeom prst="rect">
            <a:avLst/>
          </a:prstGeom>
        </p:spPr>
        <p:txBody>
          <a:bodyPr anchorCtr="0" anchor="t" bIns="91425" lIns="0" spcFirstLastPara="1" rIns="91425" wrap="square" tIns="0">
            <a:noAutofit/>
          </a:bodyPr>
          <a:lstStyle>
            <a:lvl1pPr lvl="0">
              <a:spcBef>
                <a:spcPts val="0"/>
              </a:spcBef>
              <a:spcAft>
                <a:spcPts val="0"/>
              </a:spcAft>
              <a:buNone/>
              <a:defRPr sz="1000">
                <a:latin typeface="Urbanist Medium"/>
                <a:ea typeface="Urbanist Medium"/>
                <a:cs typeface="Urbanist Medium"/>
                <a:sym typeface="Urbanist Medium"/>
              </a:defRPr>
            </a:lvl1pPr>
            <a:lvl2pPr lvl="1">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9pPr>
          </a:lstStyle>
          <a:p/>
        </p:txBody>
      </p:sp>
      <p:sp>
        <p:nvSpPr>
          <p:cNvPr id="104" name="Google Shape;104;p8"/>
          <p:cNvSpPr/>
          <p:nvPr>
            <p:ph idx="7" type="pic"/>
          </p:nvPr>
        </p:nvSpPr>
        <p:spPr>
          <a:xfrm>
            <a:off x="6080700" y="228600"/>
            <a:ext cx="1370400" cy="1357500"/>
          </a:xfrm>
          <a:prstGeom prst="roundRect">
            <a:avLst>
              <a:gd fmla="val 16935" name="adj"/>
            </a:avLst>
          </a:prstGeom>
          <a:noFill/>
          <a:ln>
            <a:noFill/>
          </a:ln>
        </p:spPr>
      </p:sp>
      <p:sp>
        <p:nvSpPr>
          <p:cNvPr id="105" name="Google Shape;105;p8"/>
          <p:cNvSpPr txBox="1"/>
          <p:nvPr>
            <p:ph idx="8" type="subTitle"/>
          </p:nvPr>
        </p:nvSpPr>
        <p:spPr>
          <a:xfrm>
            <a:off x="6080750" y="1702321"/>
            <a:ext cx="1370400" cy="171900"/>
          </a:xfrm>
          <a:prstGeom prst="rect">
            <a:avLst/>
          </a:prstGeom>
        </p:spPr>
        <p:txBody>
          <a:bodyPr anchorCtr="0" anchor="b" bIns="0" lIns="0" spcFirstLastPara="1" rIns="91425" wrap="square" tIns="0">
            <a:noAutofit/>
          </a:bodyPr>
          <a:lstStyle>
            <a:lvl1pPr lvl="0">
              <a:spcBef>
                <a:spcPts val="0"/>
              </a:spcBef>
              <a:spcAft>
                <a:spcPts val="0"/>
              </a:spcAft>
              <a:buNone/>
              <a:defRPr sz="1200">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2pPr>
            <a:lvl3pPr lvl="2">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3pPr>
            <a:lvl4pPr lvl="3">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4pPr>
            <a:lvl5pPr lvl="4">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5pPr>
            <a:lvl6pPr lvl="5">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6pPr>
            <a:lvl7pPr lvl="6">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7pPr>
            <a:lvl8pPr lvl="7">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8pPr>
            <a:lvl9pPr lvl="8">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9pPr>
          </a:lstStyle>
          <a:p/>
        </p:txBody>
      </p:sp>
      <p:sp>
        <p:nvSpPr>
          <p:cNvPr id="106" name="Google Shape;106;p8"/>
          <p:cNvSpPr txBox="1"/>
          <p:nvPr>
            <p:ph idx="9" type="subTitle"/>
          </p:nvPr>
        </p:nvSpPr>
        <p:spPr>
          <a:xfrm>
            <a:off x="6080750" y="1880160"/>
            <a:ext cx="1370400" cy="171900"/>
          </a:xfrm>
          <a:prstGeom prst="rect">
            <a:avLst/>
          </a:prstGeom>
        </p:spPr>
        <p:txBody>
          <a:bodyPr anchorCtr="0" anchor="t" bIns="91425" lIns="0" spcFirstLastPara="1" rIns="91425" wrap="square" tIns="0">
            <a:noAutofit/>
          </a:bodyPr>
          <a:lstStyle>
            <a:lvl1pPr lvl="0">
              <a:spcBef>
                <a:spcPts val="0"/>
              </a:spcBef>
              <a:spcAft>
                <a:spcPts val="0"/>
              </a:spcAft>
              <a:buNone/>
              <a:defRPr sz="1000">
                <a:latin typeface="Urbanist Medium"/>
                <a:ea typeface="Urbanist Medium"/>
                <a:cs typeface="Urbanist Medium"/>
                <a:sym typeface="Urbanist Medium"/>
              </a:defRPr>
            </a:lvl1pPr>
            <a:lvl2pPr lvl="1">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9pPr>
          </a:lstStyle>
          <a:p/>
        </p:txBody>
      </p:sp>
      <p:sp>
        <p:nvSpPr>
          <p:cNvPr id="107" name="Google Shape;107;p8"/>
          <p:cNvSpPr/>
          <p:nvPr>
            <p:ph idx="13" type="pic"/>
          </p:nvPr>
        </p:nvSpPr>
        <p:spPr>
          <a:xfrm>
            <a:off x="7542450" y="228600"/>
            <a:ext cx="1370400" cy="1357500"/>
          </a:xfrm>
          <a:prstGeom prst="roundRect">
            <a:avLst>
              <a:gd fmla="val 16935" name="adj"/>
            </a:avLst>
          </a:prstGeom>
          <a:noFill/>
          <a:ln>
            <a:noFill/>
          </a:ln>
        </p:spPr>
      </p:sp>
      <p:sp>
        <p:nvSpPr>
          <p:cNvPr id="108" name="Google Shape;108;p8"/>
          <p:cNvSpPr txBox="1"/>
          <p:nvPr>
            <p:ph idx="14" type="subTitle"/>
          </p:nvPr>
        </p:nvSpPr>
        <p:spPr>
          <a:xfrm>
            <a:off x="7542500" y="1702321"/>
            <a:ext cx="1370400" cy="171900"/>
          </a:xfrm>
          <a:prstGeom prst="rect">
            <a:avLst/>
          </a:prstGeom>
        </p:spPr>
        <p:txBody>
          <a:bodyPr anchorCtr="0" anchor="b" bIns="0" lIns="0" spcFirstLastPara="1" rIns="91425" wrap="square" tIns="0">
            <a:noAutofit/>
          </a:bodyPr>
          <a:lstStyle>
            <a:lvl1pPr lvl="0">
              <a:spcBef>
                <a:spcPts val="0"/>
              </a:spcBef>
              <a:spcAft>
                <a:spcPts val="0"/>
              </a:spcAft>
              <a:buNone/>
              <a:defRPr sz="1200">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2pPr>
            <a:lvl3pPr lvl="2">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3pPr>
            <a:lvl4pPr lvl="3">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4pPr>
            <a:lvl5pPr lvl="4">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5pPr>
            <a:lvl6pPr lvl="5">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6pPr>
            <a:lvl7pPr lvl="6">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7pPr>
            <a:lvl8pPr lvl="7">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8pPr>
            <a:lvl9pPr lvl="8">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9pPr>
          </a:lstStyle>
          <a:p/>
        </p:txBody>
      </p:sp>
      <p:sp>
        <p:nvSpPr>
          <p:cNvPr id="109" name="Google Shape;109;p8"/>
          <p:cNvSpPr txBox="1"/>
          <p:nvPr>
            <p:ph idx="15" type="subTitle"/>
          </p:nvPr>
        </p:nvSpPr>
        <p:spPr>
          <a:xfrm>
            <a:off x="7542500" y="1880160"/>
            <a:ext cx="1370400" cy="171900"/>
          </a:xfrm>
          <a:prstGeom prst="rect">
            <a:avLst/>
          </a:prstGeom>
        </p:spPr>
        <p:txBody>
          <a:bodyPr anchorCtr="0" anchor="t" bIns="91425" lIns="0" spcFirstLastPara="1" rIns="91425" wrap="square" tIns="0">
            <a:noAutofit/>
          </a:bodyPr>
          <a:lstStyle>
            <a:lvl1pPr lvl="0">
              <a:spcBef>
                <a:spcPts val="0"/>
              </a:spcBef>
              <a:spcAft>
                <a:spcPts val="0"/>
              </a:spcAft>
              <a:buNone/>
              <a:defRPr sz="1000">
                <a:latin typeface="Urbanist Medium"/>
                <a:ea typeface="Urbanist Medium"/>
                <a:cs typeface="Urbanist Medium"/>
                <a:sym typeface="Urbanist Medium"/>
              </a:defRPr>
            </a:lvl1pPr>
            <a:lvl2pPr lvl="1">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9pPr>
          </a:lstStyle>
          <a:p/>
        </p:txBody>
      </p:sp>
      <p:sp>
        <p:nvSpPr>
          <p:cNvPr id="110" name="Google Shape;110;p8"/>
          <p:cNvSpPr/>
          <p:nvPr>
            <p:ph idx="16" type="pic"/>
          </p:nvPr>
        </p:nvSpPr>
        <p:spPr>
          <a:xfrm>
            <a:off x="4618950" y="2295725"/>
            <a:ext cx="1370400" cy="1357500"/>
          </a:xfrm>
          <a:prstGeom prst="roundRect">
            <a:avLst>
              <a:gd fmla="val 16935" name="adj"/>
            </a:avLst>
          </a:prstGeom>
          <a:noFill/>
          <a:ln>
            <a:noFill/>
          </a:ln>
        </p:spPr>
      </p:sp>
      <p:sp>
        <p:nvSpPr>
          <p:cNvPr id="111" name="Google Shape;111;p8"/>
          <p:cNvSpPr txBox="1"/>
          <p:nvPr>
            <p:ph idx="17" type="subTitle"/>
          </p:nvPr>
        </p:nvSpPr>
        <p:spPr>
          <a:xfrm>
            <a:off x="4619000" y="3769446"/>
            <a:ext cx="1370400" cy="171900"/>
          </a:xfrm>
          <a:prstGeom prst="rect">
            <a:avLst/>
          </a:prstGeom>
        </p:spPr>
        <p:txBody>
          <a:bodyPr anchorCtr="0" anchor="b" bIns="0" lIns="0" spcFirstLastPara="1" rIns="91425" wrap="square" tIns="0">
            <a:noAutofit/>
          </a:bodyPr>
          <a:lstStyle>
            <a:lvl1pPr lvl="0">
              <a:spcBef>
                <a:spcPts val="0"/>
              </a:spcBef>
              <a:spcAft>
                <a:spcPts val="0"/>
              </a:spcAft>
              <a:buNone/>
              <a:defRPr sz="1200">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2pPr>
            <a:lvl3pPr lvl="2">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3pPr>
            <a:lvl4pPr lvl="3">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4pPr>
            <a:lvl5pPr lvl="4">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5pPr>
            <a:lvl6pPr lvl="5">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6pPr>
            <a:lvl7pPr lvl="6">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7pPr>
            <a:lvl8pPr lvl="7">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8pPr>
            <a:lvl9pPr lvl="8">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9pPr>
          </a:lstStyle>
          <a:p/>
        </p:txBody>
      </p:sp>
      <p:sp>
        <p:nvSpPr>
          <p:cNvPr id="112" name="Google Shape;112;p8"/>
          <p:cNvSpPr txBox="1"/>
          <p:nvPr>
            <p:ph idx="18" type="subTitle"/>
          </p:nvPr>
        </p:nvSpPr>
        <p:spPr>
          <a:xfrm>
            <a:off x="4619000" y="3947285"/>
            <a:ext cx="1370400" cy="171900"/>
          </a:xfrm>
          <a:prstGeom prst="rect">
            <a:avLst/>
          </a:prstGeom>
        </p:spPr>
        <p:txBody>
          <a:bodyPr anchorCtr="0" anchor="t" bIns="91425" lIns="0" spcFirstLastPara="1" rIns="91425" wrap="square" tIns="0">
            <a:noAutofit/>
          </a:bodyPr>
          <a:lstStyle>
            <a:lvl1pPr lvl="0">
              <a:spcBef>
                <a:spcPts val="0"/>
              </a:spcBef>
              <a:spcAft>
                <a:spcPts val="0"/>
              </a:spcAft>
              <a:buNone/>
              <a:defRPr sz="1000">
                <a:latin typeface="Urbanist Medium"/>
                <a:ea typeface="Urbanist Medium"/>
                <a:cs typeface="Urbanist Medium"/>
                <a:sym typeface="Urbanist Medium"/>
              </a:defRPr>
            </a:lvl1pPr>
            <a:lvl2pPr lvl="1">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9pPr>
          </a:lstStyle>
          <a:p/>
        </p:txBody>
      </p:sp>
      <p:sp>
        <p:nvSpPr>
          <p:cNvPr id="113" name="Google Shape;113;p8"/>
          <p:cNvSpPr/>
          <p:nvPr>
            <p:ph idx="19" type="pic"/>
          </p:nvPr>
        </p:nvSpPr>
        <p:spPr>
          <a:xfrm>
            <a:off x="6080700" y="2295725"/>
            <a:ext cx="1370400" cy="1357500"/>
          </a:xfrm>
          <a:prstGeom prst="roundRect">
            <a:avLst>
              <a:gd fmla="val 16935" name="adj"/>
            </a:avLst>
          </a:prstGeom>
          <a:noFill/>
          <a:ln>
            <a:noFill/>
          </a:ln>
        </p:spPr>
      </p:sp>
      <p:sp>
        <p:nvSpPr>
          <p:cNvPr id="114" name="Google Shape;114;p8"/>
          <p:cNvSpPr txBox="1"/>
          <p:nvPr>
            <p:ph idx="20" type="subTitle"/>
          </p:nvPr>
        </p:nvSpPr>
        <p:spPr>
          <a:xfrm>
            <a:off x="6080750" y="3769447"/>
            <a:ext cx="1370400" cy="171900"/>
          </a:xfrm>
          <a:prstGeom prst="rect">
            <a:avLst/>
          </a:prstGeom>
        </p:spPr>
        <p:txBody>
          <a:bodyPr anchorCtr="0" anchor="b" bIns="0" lIns="0" spcFirstLastPara="1" rIns="91425" wrap="square" tIns="0">
            <a:noAutofit/>
          </a:bodyPr>
          <a:lstStyle>
            <a:lvl1pPr lvl="0">
              <a:spcBef>
                <a:spcPts val="0"/>
              </a:spcBef>
              <a:spcAft>
                <a:spcPts val="0"/>
              </a:spcAft>
              <a:buNone/>
              <a:defRPr sz="1200">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2pPr>
            <a:lvl3pPr lvl="2">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3pPr>
            <a:lvl4pPr lvl="3">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4pPr>
            <a:lvl5pPr lvl="4">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5pPr>
            <a:lvl6pPr lvl="5">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6pPr>
            <a:lvl7pPr lvl="6">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7pPr>
            <a:lvl8pPr lvl="7">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8pPr>
            <a:lvl9pPr lvl="8">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9pPr>
          </a:lstStyle>
          <a:p/>
        </p:txBody>
      </p:sp>
      <p:sp>
        <p:nvSpPr>
          <p:cNvPr id="115" name="Google Shape;115;p8"/>
          <p:cNvSpPr txBox="1"/>
          <p:nvPr>
            <p:ph idx="21" type="subTitle"/>
          </p:nvPr>
        </p:nvSpPr>
        <p:spPr>
          <a:xfrm>
            <a:off x="6080750" y="3947285"/>
            <a:ext cx="1370400" cy="171900"/>
          </a:xfrm>
          <a:prstGeom prst="rect">
            <a:avLst/>
          </a:prstGeom>
        </p:spPr>
        <p:txBody>
          <a:bodyPr anchorCtr="0" anchor="t" bIns="91425" lIns="0" spcFirstLastPara="1" rIns="91425" wrap="square" tIns="0">
            <a:noAutofit/>
          </a:bodyPr>
          <a:lstStyle>
            <a:lvl1pPr lvl="0">
              <a:spcBef>
                <a:spcPts val="0"/>
              </a:spcBef>
              <a:spcAft>
                <a:spcPts val="0"/>
              </a:spcAft>
              <a:buNone/>
              <a:defRPr sz="1000">
                <a:latin typeface="Urbanist Medium"/>
                <a:ea typeface="Urbanist Medium"/>
                <a:cs typeface="Urbanist Medium"/>
                <a:sym typeface="Urbanist Medium"/>
              </a:defRPr>
            </a:lvl1pPr>
            <a:lvl2pPr lvl="1">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9pPr>
          </a:lstStyle>
          <a:p/>
        </p:txBody>
      </p:sp>
      <p:sp>
        <p:nvSpPr>
          <p:cNvPr id="116" name="Google Shape;116;p8"/>
          <p:cNvSpPr/>
          <p:nvPr>
            <p:ph idx="22" type="pic"/>
          </p:nvPr>
        </p:nvSpPr>
        <p:spPr>
          <a:xfrm>
            <a:off x="7542450" y="2295725"/>
            <a:ext cx="1370400" cy="1357500"/>
          </a:xfrm>
          <a:prstGeom prst="roundRect">
            <a:avLst>
              <a:gd fmla="val 16935" name="adj"/>
            </a:avLst>
          </a:prstGeom>
          <a:noFill/>
          <a:ln>
            <a:noFill/>
          </a:ln>
        </p:spPr>
      </p:sp>
      <p:sp>
        <p:nvSpPr>
          <p:cNvPr id="117" name="Google Shape;117;p8"/>
          <p:cNvSpPr txBox="1"/>
          <p:nvPr>
            <p:ph idx="23" type="subTitle"/>
          </p:nvPr>
        </p:nvSpPr>
        <p:spPr>
          <a:xfrm>
            <a:off x="7542500" y="3769446"/>
            <a:ext cx="1370400" cy="171900"/>
          </a:xfrm>
          <a:prstGeom prst="rect">
            <a:avLst/>
          </a:prstGeom>
        </p:spPr>
        <p:txBody>
          <a:bodyPr anchorCtr="0" anchor="b" bIns="0" lIns="0" spcFirstLastPara="1" rIns="91425" wrap="square" tIns="0">
            <a:noAutofit/>
          </a:bodyPr>
          <a:lstStyle>
            <a:lvl1pPr lvl="0">
              <a:spcBef>
                <a:spcPts val="0"/>
              </a:spcBef>
              <a:spcAft>
                <a:spcPts val="0"/>
              </a:spcAft>
              <a:buNone/>
              <a:defRPr sz="1200">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2pPr>
            <a:lvl3pPr lvl="2">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3pPr>
            <a:lvl4pPr lvl="3">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4pPr>
            <a:lvl5pPr lvl="4">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5pPr>
            <a:lvl6pPr lvl="5">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6pPr>
            <a:lvl7pPr lvl="6">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7pPr>
            <a:lvl8pPr lvl="7">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8pPr>
            <a:lvl9pPr lvl="8">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9pPr>
          </a:lstStyle>
          <a:p/>
        </p:txBody>
      </p:sp>
      <p:sp>
        <p:nvSpPr>
          <p:cNvPr id="118" name="Google Shape;118;p8"/>
          <p:cNvSpPr txBox="1"/>
          <p:nvPr>
            <p:ph idx="24" type="subTitle"/>
          </p:nvPr>
        </p:nvSpPr>
        <p:spPr>
          <a:xfrm>
            <a:off x="7542500" y="3947285"/>
            <a:ext cx="1370400" cy="171900"/>
          </a:xfrm>
          <a:prstGeom prst="rect">
            <a:avLst/>
          </a:prstGeom>
        </p:spPr>
        <p:txBody>
          <a:bodyPr anchorCtr="0" anchor="t" bIns="91425" lIns="0" spcFirstLastPara="1" rIns="91425" wrap="square" tIns="0">
            <a:noAutofit/>
          </a:bodyPr>
          <a:lstStyle>
            <a:lvl1pPr lvl="0">
              <a:spcBef>
                <a:spcPts val="0"/>
              </a:spcBef>
              <a:spcAft>
                <a:spcPts val="0"/>
              </a:spcAft>
              <a:buNone/>
              <a:defRPr sz="1000">
                <a:latin typeface="Urbanist Medium"/>
                <a:ea typeface="Urbanist Medium"/>
                <a:cs typeface="Urbanist Medium"/>
                <a:sym typeface="Urbanist Medium"/>
              </a:defRPr>
            </a:lvl1pPr>
            <a:lvl2pPr lvl="1">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9pPr>
          </a:lstStyle>
          <a:p/>
        </p:txBody>
      </p:sp>
      <p:cxnSp>
        <p:nvCxnSpPr>
          <p:cNvPr id="119" name="Google Shape;119;p8"/>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120" name="Google Shape;120;p8"/>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21" name="Google Shape;121;p8"/>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ALT 2">
  <p:cSld name="BLANK_1_1_1_1_1_1">
    <p:spTree>
      <p:nvGrpSpPr>
        <p:cNvPr id="122" name="Shape 122"/>
        <p:cNvGrpSpPr/>
        <p:nvPr/>
      </p:nvGrpSpPr>
      <p:grpSpPr>
        <a:xfrm>
          <a:off x="0" y="0"/>
          <a:ext cx="0" cy="0"/>
          <a:chOff x="0" y="0"/>
          <a:chExt cx="0" cy="0"/>
        </a:xfrm>
      </p:grpSpPr>
      <p:sp>
        <p:nvSpPr>
          <p:cNvPr id="123" name="Google Shape;123;p9"/>
          <p:cNvSpPr/>
          <p:nvPr>
            <p:ph idx="2" type="pic"/>
          </p:nvPr>
        </p:nvSpPr>
        <p:spPr>
          <a:xfrm>
            <a:off x="9425" y="-3075"/>
            <a:ext cx="9144000" cy="4641000"/>
          </a:xfrm>
          <a:prstGeom prst="rect">
            <a:avLst/>
          </a:prstGeom>
          <a:noFill/>
          <a:ln>
            <a:noFill/>
          </a:ln>
        </p:spPr>
      </p:sp>
      <p:sp>
        <p:nvSpPr>
          <p:cNvPr id="124" name="Google Shape;124;p9"/>
          <p:cNvSpPr txBox="1"/>
          <p:nvPr>
            <p:ph type="title"/>
          </p:nvPr>
        </p:nvSpPr>
        <p:spPr>
          <a:xfrm>
            <a:off x="234125" y="3337800"/>
            <a:ext cx="8574600" cy="1114800"/>
          </a:xfrm>
          <a:prstGeom prst="rect">
            <a:avLst/>
          </a:prstGeom>
        </p:spPr>
        <p:txBody>
          <a:bodyPr anchorCtr="0" anchor="b" bIns="0" lIns="0" spcFirstLastPara="1" rIns="0" wrap="square" tIns="0">
            <a:noAutofit/>
          </a:bodyPr>
          <a:lstStyle>
            <a:lvl1pPr lvl="0">
              <a:spcBef>
                <a:spcPts val="0"/>
              </a:spcBef>
              <a:spcAft>
                <a:spcPts val="0"/>
              </a:spcAft>
              <a:buNone/>
              <a:defRPr sz="3400"/>
            </a:lvl1pPr>
            <a:lvl2pPr lvl="1">
              <a:lnSpc>
                <a:spcPct val="115000"/>
              </a:lnSpc>
              <a:spcBef>
                <a:spcPts val="0"/>
              </a:spcBef>
              <a:spcAft>
                <a:spcPts val="0"/>
              </a:spcAft>
              <a:buNone/>
              <a:defRPr sz="3400"/>
            </a:lvl2pPr>
            <a:lvl3pPr lvl="2">
              <a:lnSpc>
                <a:spcPct val="115000"/>
              </a:lnSpc>
              <a:spcBef>
                <a:spcPts val="0"/>
              </a:spcBef>
              <a:spcAft>
                <a:spcPts val="0"/>
              </a:spcAft>
              <a:buNone/>
              <a:defRPr sz="3400"/>
            </a:lvl3pPr>
            <a:lvl4pPr lvl="3">
              <a:lnSpc>
                <a:spcPct val="115000"/>
              </a:lnSpc>
              <a:spcBef>
                <a:spcPts val="0"/>
              </a:spcBef>
              <a:spcAft>
                <a:spcPts val="0"/>
              </a:spcAft>
              <a:buNone/>
              <a:defRPr sz="3400"/>
            </a:lvl4pPr>
            <a:lvl5pPr lvl="4">
              <a:lnSpc>
                <a:spcPct val="115000"/>
              </a:lnSpc>
              <a:spcBef>
                <a:spcPts val="0"/>
              </a:spcBef>
              <a:spcAft>
                <a:spcPts val="0"/>
              </a:spcAft>
              <a:buNone/>
              <a:defRPr sz="3400"/>
            </a:lvl5pPr>
            <a:lvl6pPr lvl="5">
              <a:lnSpc>
                <a:spcPct val="115000"/>
              </a:lnSpc>
              <a:spcBef>
                <a:spcPts val="0"/>
              </a:spcBef>
              <a:spcAft>
                <a:spcPts val="0"/>
              </a:spcAft>
              <a:buNone/>
              <a:defRPr sz="3400"/>
            </a:lvl6pPr>
            <a:lvl7pPr lvl="6">
              <a:lnSpc>
                <a:spcPct val="115000"/>
              </a:lnSpc>
              <a:spcBef>
                <a:spcPts val="0"/>
              </a:spcBef>
              <a:spcAft>
                <a:spcPts val="0"/>
              </a:spcAft>
              <a:buNone/>
              <a:defRPr sz="3400"/>
            </a:lvl7pPr>
            <a:lvl8pPr lvl="7">
              <a:lnSpc>
                <a:spcPct val="115000"/>
              </a:lnSpc>
              <a:spcBef>
                <a:spcPts val="0"/>
              </a:spcBef>
              <a:spcAft>
                <a:spcPts val="0"/>
              </a:spcAft>
              <a:buNone/>
              <a:defRPr sz="3400"/>
            </a:lvl8pPr>
            <a:lvl9pPr lvl="8">
              <a:lnSpc>
                <a:spcPct val="115000"/>
              </a:lnSpc>
              <a:spcBef>
                <a:spcPts val="0"/>
              </a:spcBef>
              <a:spcAft>
                <a:spcPts val="0"/>
              </a:spcAft>
              <a:buNone/>
              <a:defRPr sz="3400"/>
            </a:lvl9pPr>
          </a:lstStyle>
          <a:p/>
        </p:txBody>
      </p:sp>
      <p:sp>
        <p:nvSpPr>
          <p:cNvPr id="125" name="Google Shape;125;p9"/>
          <p:cNvSpPr txBox="1"/>
          <p:nvPr>
            <p:ph idx="1" type="subTitle"/>
          </p:nvPr>
        </p:nvSpPr>
        <p:spPr>
          <a:xfrm>
            <a:off x="228600" y="228600"/>
            <a:ext cx="2870100" cy="228600"/>
          </a:xfrm>
          <a:prstGeom prst="rect">
            <a:avLst/>
          </a:prstGeom>
        </p:spPr>
        <p:txBody>
          <a:bodyPr anchorCtr="0" anchor="t" bIns="0" lIns="0" spcFirstLastPara="1" rIns="0" wrap="square" tIns="0">
            <a:noAutofit/>
          </a:bodyPr>
          <a:lstStyle>
            <a:lvl1pPr lvl="0">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9pPr>
          </a:lstStyle>
          <a:p/>
        </p:txBody>
      </p:sp>
      <p:sp>
        <p:nvSpPr>
          <p:cNvPr id="126" name="Google Shape;126;p9"/>
          <p:cNvSpPr txBox="1"/>
          <p:nvPr>
            <p:ph idx="3"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27" name="Google Shape;127;p9"/>
          <p:cNvSpPr txBox="1"/>
          <p:nvPr>
            <p:ph idx="4"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28" name="Google Shape;128;p9"/>
          <p:cNvSpPr txBox="1"/>
          <p:nvPr>
            <p:ph idx="5"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cxnSp>
        <p:nvCxnSpPr>
          <p:cNvPr id="129" name="Google Shape;129;p9"/>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130" name="Google Shape;130;p9"/>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31" name="Google Shape;131;p9"/>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extLst>
    <p:ext uri="{DCECCB84-F9BA-43D5-87BE-67443E8EF086}">
      <p15:sldGuideLst>
        <p15:guide id="1" orient="horz" pos="2805">
          <p15:clr>
            <a:srgbClr val="E46962"/>
          </p15:clr>
        </p15:guide>
      </p15:sldGuideLst>
    </p:ext>
  </p:extLst>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rds w/ images">
  <p:cSld name="BLANK_1_1_1_1_1_1_1_1_1_1_3">
    <p:spTree>
      <p:nvGrpSpPr>
        <p:cNvPr id="132" name="Shape 132"/>
        <p:cNvGrpSpPr/>
        <p:nvPr/>
      </p:nvGrpSpPr>
      <p:grpSpPr>
        <a:xfrm>
          <a:off x="0" y="0"/>
          <a:ext cx="0" cy="0"/>
          <a:chOff x="0" y="0"/>
          <a:chExt cx="0" cy="0"/>
        </a:xfrm>
      </p:grpSpPr>
      <p:sp>
        <p:nvSpPr>
          <p:cNvPr id="133" name="Google Shape;133;p10"/>
          <p:cNvSpPr txBox="1"/>
          <p:nvPr>
            <p:ph idx="1"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34" name="Google Shape;134;p10"/>
          <p:cNvSpPr txBox="1"/>
          <p:nvPr>
            <p:ph idx="2"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35" name="Google Shape;135;p10"/>
          <p:cNvSpPr txBox="1"/>
          <p:nvPr>
            <p:ph idx="3"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grpSp>
        <p:nvGrpSpPr>
          <p:cNvPr id="136" name="Google Shape;136;p10"/>
          <p:cNvGrpSpPr/>
          <p:nvPr/>
        </p:nvGrpSpPr>
        <p:grpSpPr>
          <a:xfrm rot="5400000">
            <a:off x="8691475" y="228504"/>
            <a:ext cx="228589" cy="228623"/>
            <a:chOff x="1688332" y="4135245"/>
            <a:chExt cx="338700" cy="338700"/>
          </a:xfrm>
        </p:grpSpPr>
        <p:sp>
          <p:nvSpPr>
            <p:cNvPr id="137" name="Google Shape;137;p10"/>
            <p:cNvSpPr/>
            <p:nvPr/>
          </p:nvSpPr>
          <p:spPr>
            <a:xfrm rot="-5400000">
              <a:off x="1688332" y="4135245"/>
              <a:ext cx="338700" cy="3387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grpSp>
          <p:nvGrpSpPr>
            <p:cNvPr id="138" name="Google Shape;138;p10"/>
            <p:cNvGrpSpPr/>
            <p:nvPr/>
          </p:nvGrpSpPr>
          <p:grpSpPr>
            <a:xfrm rot="-5400000">
              <a:off x="1787014" y="4262191"/>
              <a:ext cx="169598" cy="84809"/>
              <a:chOff x="498725" y="2069800"/>
              <a:chExt cx="205200" cy="102600"/>
            </a:xfrm>
          </p:grpSpPr>
          <p:cxnSp>
            <p:nvCxnSpPr>
              <p:cNvPr id="139" name="Google Shape;139;p10"/>
              <p:cNvCxnSpPr/>
              <p:nvPr/>
            </p:nvCxnSpPr>
            <p:spPr>
              <a:xfrm>
                <a:off x="498725" y="2069800"/>
                <a:ext cx="102600" cy="102600"/>
              </a:xfrm>
              <a:prstGeom prst="straightConnector1">
                <a:avLst/>
              </a:prstGeom>
              <a:noFill/>
              <a:ln cap="flat" cmpd="sng" w="9525">
                <a:solidFill>
                  <a:schemeClr val="dk1"/>
                </a:solidFill>
                <a:prstDash val="solid"/>
                <a:round/>
                <a:headEnd len="med" w="med" type="none"/>
                <a:tailEnd len="med" w="med" type="none"/>
              </a:ln>
            </p:spPr>
          </p:cxnSp>
          <p:cxnSp>
            <p:nvCxnSpPr>
              <p:cNvPr id="140" name="Google Shape;140;p10"/>
              <p:cNvCxnSpPr/>
              <p:nvPr/>
            </p:nvCxnSpPr>
            <p:spPr>
              <a:xfrm flipH="1">
                <a:off x="601325" y="2069800"/>
                <a:ext cx="102600" cy="102600"/>
              </a:xfrm>
              <a:prstGeom prst="straightConnector1">
                <a:avLst/>
              </a:prstGeom>
              <a:noFill/>
              <a:ln cap="flat" cmpd="sng" w="9525">
                <a:solidFill>
                  <a:schemeClr val="dk1"/>
                </a:solidFill>
                <a:prstDash val="solid"/>
                <a:round/>
                <a:headEnd len="med" w="med" type="none"/>
                <a:tailEnd len="med" w="med" type="none"/>
              </a:ln>
            </p:spPr>
          </p:cxnSp>
        </p:grpSp>
      </p:grpSp>
      <p:sp>
        <p:nvSpPr>
          <p:cNvPr id="141" name="Google Shape;141;p10"/>
          <p:cNvSpPr/>
          <p:nvPr>
            <p:ph idx="4" type="pic"/>
          </p:nvPr>
        </p:nvSpPr>
        <p:spPr>
          <a:xfrm>
            <a:off x="426700" y="1896600"/>
            <a:ext cx="665400" cy="685500"/>
          </a:xfrm>
          <a:prstGeom prst="roundRect">
            <a:avLst>
              <a:gd fmla="val 17601" name="adj"/>
            </a:avLst>
          </a:prstGeom>
          <a:noFill/>
          <a:ln>
            <a:noFill/>
          </a:ln>
        </p:spPr>
      </p:sp>
      <p:sp>
        <p:nvSpPr>
          <p:cNvPr id="142" name="Google Shape;142;p10"/>
          <p:cNvSpPr txBox="1"/>
          <p:nvPr>
            <p:ph idx="5" type="subTitle"/>
          </p:nvPr>
        </p:nvSpPr>
        <p:spPr>
          <a:xfrm>
            <a:off x="426700" y="2708802"/>
            <a:ext cx="1761900" cy="228600"/>
          </a:xfrm>
          <a:prstGeom prst="rect">
            <a:avLst/>
          </a:prstGeom>
        </p:spPr>
        <p:txBody>
          <a:bodyPr anchorCtr="0" anchor="b" bIns="0" lIns="0" spcFirstLastPara="1" rIns="91425" wrap="square" tIns="0">
            <a:noAutofit/>
          </a:bodyPr>
          <a:lstStyle>
            <a:lvl1pPr lvl="0">
              <a:lnSpc>
                <a:spcPct val="85000"/>
              </a:lnSpc>
              <a:spcBef>
                <a:spcPts val="0"/>
              </a:spcBef>
              <a:spcAft>
                <a:spcPts val="0"/>
              </a:spcAft>
              <a:buNone/>
              <a:defRPr>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143" name="Google Shape;143;p10"/>
          <p:cNvSpPr txBox="1"/>
          <p:nvPr>
            <p:ph idx="6" type="subTitle"/>
          </p:nvPr>
        </p:nvSpPr>
        <p:spPr>
          <a:xfrm>
            <a:off x="426700" y="2936076"/>
            <a:ext cx="1761900" cy="163800"/>
          </a:xfrm>
          <a:prstGeom prst="rect">
            <a:avLst/>
          </a:prstGeom>
        </p:spPr>
        <p:txBody>
          <a:bodyPr anchorCtr="0" anchor="t" bIns="0" lIns="0" spcFirstLastPara="1" rIns="91425" wrap="square" tIns="0">
            <a:noAutofit/>
          </a:bodyPr>
          <a:lstStyle>
            <a:lvl1pPr lvl="0">
              <a:lnSpc>
                <a:spcPct val="85000"/>
              </a:lnSpc>
              <a:spcBef>
                <a:spcPts val="0"/>
              </a:spcBef>
              <a:spcAft>
                <a:spcPts val="0"/>
              </a:spcAft>
              <a:buNone/>
              <a:defRPr sz="1200">
                <a:latin typeface="Urbanist Medium"/>
                <a:ea typeface="Urbanist Medium"/>
                <a:cs typeface="Urbanist Medium"/>
                <a:sym typeface="Urbanist Medium"/>
              </a:defRPr>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p:txBody>
      </p:sp>
      <p:sp>
        <p:nvSpPr>
          <p:cNvPr id="144" name="Google Shape;144;p10"/>
          <p:cNvSpPr txBox="1"/>
          <p:nvPr>
            <p:ph idx="7" type="body"/>
          </p:nvPr>
        </p:nvSpPr>
        <p:spPr>
          <a:xfrm>
            <a:off x="426700" y="3251425"/>
            <a:ext cx="1761900" cy="965100"/>
          </a:xfrm>
          <a:prstGeom prst="rect">
            <a:avLst/>
          </a:prstGeom>
        </p:spPr>
        <p:txBody>
          <a:bodyPr anchorCtr="0" anchor="t" bIns="0" lIns="0" spcFirstLastPara="1" rIns="91425"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sp>
        <p:nvSpPr>
          <p:cNvPr id="145" name="Google Shape;145;p10"/>
          <p:cNvSpPr/>
          <p:nvPr>
            <p:ph idx="8" type="pic"/>
          </p:nvPr>
        </p:nvSpPr>
        <p:spPr>
          <a:xfrm>
            <a:off x="2621800" y="1896600"/>
            <a:ext cx="665400" cy="685500"/>
          </a:xfrm>
          <a:prstGeom prst="roundRect">
            <a:avLst>
              <a:gd fmla="val 17601" name="adj"/>
            </a:avLst>
          </a:prstGeom>
          <a:noFill/>
          <a:ln>
            <a:noFill/>
          </a:ln>
        </p:spPr>
      </p:sp>
      <p:sp>
        <p:nvSpPr>
          <p:cNvPr id="146" name="Google Shape;146;p10"/>
          <p:cNvSpPr txBox="1"/>
          <p:nvPr>
            <p:ph idx="9" type="subTitle"/>
          </p:nvPr>
        </p:nvSpPr>
        <p:spPr>
          <a:xfrm>
            <a:off x="2621800" y="2708807"/>
            <a:ext cx="1761900" cy="228600"/>
          </a:xfrm>
          <a:prstGeom prst="rect">
            <a:avLst/>
          </a:prstGeom>
        </p:spPr>
        <p:txBody>
          <a:bodyPr anchorCtr="0" anchor="b" bIns="0" lIns="0" spcFirstLastPara="1" rIns="91425" wrap="square" tIns="0">
            <a:noAutofit/>
          </a:bodyPr>
          <a:lstStyle>
            <a:lvl1pPr lvl="0">
              <a:lnSpc>
                <a:spcPct val="85000"/>
              </a:lnSpc>
              <a:spcBef>
                <a:spcPts val="0"/>
              </a:spcBef>
              <a:spcAft>
                <a:spcPts val="0"/>
              </a:spcAft>
              <a:buNone/>
              <a:defRPr>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147" name="Google Shape;147;p10"/>
          <p:cNvSpPr txBox="1"/>
          <p:nvPr>
            <p:ph idx="13" type="subTitle"/>
          </p:nvPr>
        </p:nvSpPr>
        <p:spPr>
          <a:xfrm>
            <a:off x="2621800" y="2936075"/>
            <a:ext cx="1761900" cy="163800"/>
          </a:xfrm>
          <a:prstGeom prst="rect">
            <a:avLst/>
          </a:prstGeom>
        </p:spPr>
        <p:txBody>
          <a:bodyPr anchorCtr="0" anchor="t" bIns="0" lIns="0" spcFirstLastPara="1" rIns="91425" wrap="square" tIns="0">
            <a:noAutofit/>
          </a:bodyPr>
          <a:lstStyle>
            <a:lvl1pPr lvl="0">
              <a:lnSpc>
                <a:spcPct val="85000"/>
              </a:lnSpc>
              <a:spcBef>
                <a:spcPts val="0"/>
              </a:spcBef>
              <a:spcAft>
                <a:spcPts val="0"/>
              </a:spcAft>
              <a:buNone/>
              <a:defRPr sz="1200">
                <a:latin typeface="Urbanist Medium"/>
                <a:ea typeface="Urbanist Medium"/>
                <a:cs typeface="Urbanist Medium"/>
                <a:sym typeface="Urbanist Medium"/>
              </a:defRPr>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p:txBody>
      </p:sp>
      <p:sp>
        <p:nvSpPr>
          <p:cNvPr id="148" name="Google Shape;148;p10"/>
          <p:cNvSpPr txBox="1"/>
          <p:nvPr>
            <p:ph idx="14" type="body"/>
          </p:nvPr>
        </p:nvSpPr>
        <p:spPr>
          <a:xfrm>
            <a:off x="2621800" y="3251425"/>
            <a:ext cx="1705800" cy="965100"/>
          </a:xfrm>
          <a:prstGeom prst="rect">
            <a:avLst/>
          </a:prstGeom>
        </p:spPr>
        <p:txBody>
          <a:bodyPr anchorCtr="0" anchor="t" bIns="0" lIns="0" spcFirstLastPara="1" rIns="91425"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sp>
        <p:nvSpPr>
          <p:cNvPr id="149" name="Google Shape;149;p10"/>
          <p:cNvSpPr/>
          <p:nvPr>
            <p:ph idx="15" type="pic"/>
          </p:nvPr>
        </p:nvSpPr>
        <p:spPr>
          <a:xfrm>
            <a:off x="4816900" y="1896600"/>
            <a:ext cx="665400" cy="685500"/>
          </a:xfrm>
          <a:prstGeom prst="roundRect">
            <a:avLst>
              <a:gd fmla="val 17601" name="adj"/>
            </a:avLst>
          </a:prstGeom>
          <a:noFill/>
          <a:ln>
            <a:noFill/>
          </a:ln>
        </p:spPr>
      </p:sp>
      <p:sp>
        <p:nvSpPr>
          <p:cNvPr id="150" name="Google Shape;150;p10"/>
          <p:cNvSpPr txBox="1"/>
          <p:nvPr>
            <p:ph idx="16" type="subTitle"/>
          </p:nvPr>
        </p:nvSpPr>
        <p:spPr>
          <a:xfrm>
            <a:off x="4816900" y="2708808"/>
            <a:ext cx="1761900" cy="228600"/>
          </a:xfrm>
          <a:prstGeom prst="rect">
            <a:avLst/>
          </a:prstGeom>
        </p:spPr>
        <p:txBody>
          <a:bodyPr anchorCtr="0" anchor="b" bIns="0" lIns="0" spcFirstLastPara="1" rIns="91425" wrap="square" tIns="0">
            <a:noAutofit/>
          </a:bodyPr>
          <a:lstStyle>
            <a:lvl1pPr lvl="0">
              <a:lnSpc>
                <a:spcPct val="85000"/>
              </a:lnSpc>
              <a:spcBef>
                <a:spcPts val="0"/>
              </a:spcBef>
              <a:spcAft>
                <a:spcPts val="0"/>
              </a:spcAft>
              <a:buNone/>
              <a:defRPr>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151" name="Google Shape;151;p10"/>
          <p:cNvSpPr txBox="1"/>
          <p:nvPr>
            <p:ph idx="17" type="subTitle"/>
          </p:nvPr>
        </p:nvSpPr>
        <p:spPr>
          <a:xfrm>
            <a:off x="4816900" y="2936076"/>
            <a:ext cx="1761900" cy="163800"/>
          </a:xfrm>
          <a:prstGeom prst="rect">
            <a:avLst/>
          </a:prstGeom>
        </p:spPr>
        <p:txBody>
          <a:bodyPr anchorCtr="0" anchor="t" bIns="0" lIns="0" spcFirstLastPara="1" rIns="91425" wrap="square" tIns="0">
            <a:noAutofit/>
          </a:bodyPr>
          <a:lstStyle>
            <a:lvl1pPr lvl="0">
              <a:lnSpc>
                <a:spcPct val="85000"/>
              </a:lnSpc>
              <a:spcBef>
                <a:spcPts val="0"/>
              </a:spcBef>
              <a:spcAft>
                <a:spcPts val="0"/>
              </a:spcAft>
              <a:buNone/>
              <a:defRPr sz="1200">
                <a:latin typeface="Urbanist Medium"/>
                <a:ea typeface="Urbanist Medium"/>
                <a:cs typeface="Urbanist Medium"/>
                <a:sym typeface="Urbanist Medium"/>
              </a:defRPr>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p:txBody>
      </p:sp>
      <p:sp>
        <p:nvSpPr>
          <p:cNvPr id="152" name="Google Shape;152;p10"/>
          <p:cNvSpPr txBox="1"/>
          <p:nvPr>
            <p:ph idx="18" type="body"/>
          </p:nvPr>
        </p:nvSpPr>
        <p:spPr>
          <a:xfrm>
            <a:off x="4817025" y="3251425"/>
            <a:ext cx="1761900" cy="965100"/>
          </a:xfrm>
          <a:prstGeom prst="rect">
            <a:avLst/>
          </a:prstGeom>
        </p:spPr>
        <p:txBody>
          <a:bodyPr anchorCtr="0" anchor="t" bIns="0" lIns="0" spcFirstLastPara="1" rIns="91425"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sp>
        <p:nvSpPr>
          <p:cNvPr id="153" name="Google Shape;153;p10"/>
          <p:cNvSpPr/>
          <p:nvPr>
            <p:ph idx="19" type="pic"/>
          </p:nvPr>
        </p:nvSpPr>
        <p:spPr>
          <a:xfrm>
            <a:off x="7012000" y="1896600"/>
            <a:ext cx="665400" cy="685500"/>
          </a:xfrm>
          <a:prstGeom prst="roundRect">
            <a:avLst>
              <a:gd fmla="val 17601" name="adj"/>
            </a:avLst>
          </a:prstGeom>
          <a:noFill/>
          <a:ln>
            <a:noFill/>
          </a:ln>
        </p:spPr>
      </p:sp>
      <p:sp>
        <p:nvSpPr>
          <p:cNvPr id="154" name="Google Shape;154;p10"/>
          <p:cNvSpPr txBox="1"/>
          <p:nvPr>
            <p:ph idx="20" type="subTitle"/>
          </p:nvPr>
        </p:nvSpPr>
        <p:spPr>
          <a:xfrm>
            <a:off x="7012000" y="2708807"/>
            <a:ext cx="1761900" cy="228600"/>
          </a:xfrm>
          <a:prstGeom prst="rect">
            <a:avLst/>
          </a:prstGeom>
        </p:spPr>
        <p:txBody>
          <a:bodyPr anchorCtr="0" anchor="b" bIns="0" lIns="0" spcFirstLastPara="1" rIns="91425" wrap="square" tIns="0">
            <a:noAutofit/>
          </a:bodyPr>
          <a:lstStyle>
            <a:lvl1pPr lvl="0">
              <a:lnSpc>
                <a:spcPct val="85000"/>
              </a:lnSpc>
              <a:spcBef>
                <a:spcPts val="0"/>
              </a:spcBef>
              <a:spcAft>
                <a:spcPts val="0"/>
              </a:spcAft>
              <a:buNone/>
              <a:defRPr>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155" name="Google Shape;155;p10"/>
          <p:cNvSpPr txBox="1"/>
          <p:nvPr>
            <p:ph idx="21" type="subTitle"/>
          </p:nvPr>
        </p:nvSpPr>
        <p:spPr>
          <a:xfrm>
            <a:off x="7012000" y="2936076"/>
            <a:ext cx="1761900" cy="163800"/>
          </a:xfrm>
          <a:prstGeom prst="rect">
            <a:avLst/>
          </a:prstGeom>
        </p:spPr>
        <p:txBody>
          <a:bodyPr anchorCtr="0" anchor="t" bIns="0" lIns="0" spcFirstLastPara="1" rIns="91425" wrap="square" tIns="0">
            <a:noAutofit/>
          </a:bodyPr>
          <a:lstStyle>
            <a:lvl1pPr lvl="0">
              <a:lnSpc>
                <a:spcPct val="85000"/>
              </a:lnSpc>
              <a:spcBef>
                <a:spcPts val="0"/>
              </a:spcBef>
              <a:spcAft>
                <a:spcPts val="0"/>
              </a:spcAft>
              <a:buNone/>
              <a:defRPr sz="1200">
                <a:latin typeface="Urbanist Medium"/>
                <a:ea typeface="Urbanist Medium"/>
                <a:cs typeface="Urbanist Medium"/>
                <a:sym typeface="Urbanist Medium"/>
              </a:defRPr>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p:txBody>
      </p:sp>
      <p:sp>
        <p:nvSpPr>
          <p:cNvPr id="156" name="Google Shape;156;p10"/>
          <p:cNvSpPr txBox="1"/>
          <p:nvPr>
            <p:ph idx="22" type="body"/>
          </p:nvPr>
        </p:nvSpPr>
        <p:spPr>
          <a:xfrm>
            <a:off x="7012000" y="3251425"/>
            <a:ext cx="1761900" cy="965100"/>
          </a:xfrm>
          <a:prstGeom prst="rect">
            <a:avLst/>
          </a:prstGeom>
        </p:spPr>
        <p:txBody>
          <a:bodyPr anchorCtr="0" anchor="t" bIns="0" lIns="0" spcFirstLastPara="1" rIns="91425"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cxnSp>
        <p:nvCxnSpPr>
          <p:cNvPr id="157" name="Google Shape;157;p10"/>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158" name="Google Shape;158;p10"/>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59" name="Google Shape;159;p10"/>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extLst>
    <p:ext uri="{DCECCB84-F9BA-43D5-87BE-67443E8EF086}">
      <p15:sldGuideLst>
        <p15:guide id="1" orient="horz" pos="2805">
          <p15:clr>
            <a:srgbClr val="E46962"/>
          </p15:clr>
        </p15:guide>
      </p15:sldGuideLst>
    </p:ext>
  </p:extLs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hort big title and body">
  <p:cSld name="BLANK_1_1_1_1_1_1_1_1_1_1_2">
    <p:spTree>
      <p:nvGrpSpPr>
        <p:cNvPr id="160" name="Shape 160"/>
        <p:cNvGrpSpPr/>
        <p:nvPr/>
      </p:nvGrpSpPr>
      <p:grpSpPr>
        <a:xfrm>
          <a:off x="0" y="0"/>
          <a:ext cx="0" cy="0"/>
          <a:chOff x="0" y="0"/>
          <a:chExt cx="0" cy="0"/>
        </a:xfrm>
      </p:grpSpPr>
      <p:pic>
        <p:nvPicPr>
          <p:cNvPr descr="Oval black shapes against a shadowy background. " id="161" name="Google Shape;161;p11"/>
          <p:cNvPicPr preferRelativeResize="0"/>
          <p:nvPr/>
        </p:nvPicPr>
        <p:blipFill rotWithShape="1">
          <a:blip r:embed="rId2">
            <a:alphaModFix/>
          </a:blip>
          <a:srcRect b="42245" l="17240" r="25038" t="34"/>
          <a:stretch/>
        </p:blipFill>
        <p:spPr>
          <a:xfrm>
            <a:off x="0" y="-289"/>
            <a:ext cx="9144000" cy="5144100"/>
          </a:xfrm>
          <a:prstGeom prst="roundRect">
            <a:avLst>
              <a:gd fmla="val 0" name="adj"/>
            </a:avLst>
          </a:prstGeom>
          <a:noFill/>
          <a:ln cap="flat" cmpd="sng" w="9525">
            <a:solidFill>
              <a:schemeClr val="accent1"/>
            </a:solidFill>
            <a:prstDash val="solid"/>
            <a:round/>
            <a:headEnd len="sm" w="sm" type="none"/>
            <a:tailEnd len="sm" w="sm" type="none"/>
          </a:ln>
        </p:spPr>
      </p:pic>
      <p:sp>
        <p:nvSpPr>
          <p:cNvPr id="162" name="Google Shape;162;p11"/>
          <p:cNvSpPr txBox="1"/>
          <p:nvPr>
            <p:ph idx="1" type="subTitle"/>
          </p:nvPr>
        </p:nvSpPr>
        <p:spPr>
          <a:xfrm>
            <a:off x="4314775" y="3818375"/>
            <a:ext cx="4230600" cy="452700"/>
          </a:xfrm>
          <a:prstGeom prst="rect">
            <a:avLst/>
          </a:prstGeom>
        </p:spPr>
        <p:txBody>
          <a:bodyPr anchorCtr="0" anchor="b" bIns="0" lIns="0" spcFirstLastPara="1" rIns="0" wrap="square" tIns="0">
            <a:noAutofit/>
          </a:bodyPr>
          <a:lstStyle>
            <a:lvl1pPr lvl="0">
              <a:spcBef>
                <a:spcPts val="0"/>
              </a:spcBef>
              <a:spcAft>
                <a:spcPts val="0"/>
              </a:spcAft>
              <a:buClr>
                <a:schemeClr val="lt1"/>
              </a:buClr>
              <a:buSzPts val="1600"/>
              <a:buFont typeface="Urbanist"/>
              <a:buNone/>
              <a:defRPr/>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p:txBody>
      </p:sp>
      <p:sp>
        <p:nvSpPr>
          <p:cNvPr id="163" name="Google Shape;163;p11"/>
          <p:cNvSpPr txBox="1"/>
          <p:nvPr>
            <p:ph idx="2"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64" name="Google Shape;164;p11"/>
          <p:cNvSpPr txBox="1"/>
          <p:nvPr>
            <p:ph idx="3"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65" name="Google Shape;165;p11"/>
          <p:cNvSpPr txBox="1"/>
          <p:nvPr>
            <p:ph idx="4"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66" name="Google Shape;166;p11"/>
          <p:cNvSpPr txBox="1"/>
          <p:nvPr>
            <p:ph type="title"/>
          </p:nvPr>
        </p:nvSpPr>
        <p:spPr>
          <a:xfrm>
            <a:off x="228600" y="290448"/>
            <a:ext cx="3655800" cy="2407500"/>
          </a:xfrm>
          <a:prstGeom prst="rect">
            <a:avLst/>
          </a:prstGeom>
        </p:spPr>
        <p:txBody>
          <a:bodyPr anchorCtr="0" anchor="t" bIns="91425" lIns="0" spcFirstLastPara="1" rIns="91425" wrap="square" tIns="91425">
            <a:spAutoFit/>
          </a:bodyPr>
          <a:lstStyle>
            <a:lvl1pPr lvl="0">
              <a:lnSpc>
                <a:spcPct val="85000"/>
              </a:lnSpc>
              <a:spcBef>
                <a:spcPts val="0"/>
              </a:spcBef>
              <a:spcAft>
                <a:spcPts val="0"/>
              </a:spcAft>
              <a:buNone/>
              <a:defRPr sz="4800">
                <a:solidFill>
                  <a:schemeClr val="dk2"/>
                </a:solidFill>
              </a:defRPr>
            </a:lvl1pPr>
            <a:lvl2pPr lvl="1">
              <a:lnSpc>
                <a:spcPct val="85000"/>
              </a:lnSpc>
              <a:spcBef>
                <a:spcPts val="0"/>
              </a:spcBef>
              <a:spcAft>
                <a:spcPts val="0"/>
              </a:spcAft>
              <a:buNone/>
              <a:defRPr sz="4800">
                <a:solidFill>
                  <a:schemeClr val="dk2"/>
                </a:solidFill>
              </a:defRPr>
            </a:lvl2pPr>
            <a:lvl3pPr lvl="2">
              <a:lnSpc>
                <a:spcPct val="85000"/>
              </a:lnSpc>
              <a:spcBef>
                <a:spcPts val="0"/>
              </a:spcBef>
              <a:spcAft>
                <a:spcPts val="0"/>
              </a:spcAft>
              <a:buNone/>
              <a:defRPr sz="4800">
                <a:solidFill>
                  <a:schemeClr val="dk2"/>
                </a:solidFill>
              </a:defRPr>
            </a:lvl3pPr>
            <a:lvl4pPr lvl="3">
              <a:lnSpc>
                <a:spcPct val="85000"/>
              </a:lnSpc>
              <a:spcBef>
                <a:spcPts val="0"/>
              </a:spcBef>
              <a:spcAft>
                <a:spcPts val="0"/>
              </a:spcAft>
              <a:buNone/>
              <a:defRPr sz="4800">
                <a:solidFill>
                  <a:schemeClr val="dk2"/>
                </a:solidFill>
              </a:defRPr>
            </a:lvl4pPr>
            <a:lvl5pPr lvl="4">
              <a:lnSpc>
                <a:spcPct val="85000"/>
              </a:lnSpc>
              <a:spcBef>
                <a:spcPts val="0"/>
              </a:spcBef>
              <a:spcAft>
                <a:spcPts val="0"/>
              </a:spcAft>
              <a:buNone/>
              <a:defRPr sz="4800">
                <a:solidFill>
                  <a:schemeClr val="dk2"/>
                </a:solidFill>
              </a:defRPr>
            </a:lvl5pPr>
            <a:lvl6pPr lvl="5">
              <a:lnSpc>
                <a:spcPct val="85000"/>
              </a:lnSpc>
              <a:spcBef>
                <a:spcPts val="0"/>
              </a:spcBef>
              <a:spcAft>
                <a:spcPts val="0"/>
              </a:spcAft>
              <a:buNone/>
              <a:defRPr sz="4800">
                <a:solidFill>
                  <a:schemeClr val="dk2"/>
                </a:solidFill>
              </a:defRPr>
            </a:lvl6pPr>
            <a:lvl7pPr lvl="6">
              <a:lnSpc>
                <a:spcPct val="85000"/>
              </a:lnSpc>
              <a:spcBef>
                <a:spcPts val="0"/>
              </a:spcBef>
              <a:spcAft>
                <a:spcPts val="0"/>
              </a:spcAft>
              <a:buNone/>
              <a:defRPr sz="4800">
                <a:solidFill>
                  <a:schemeClr val="dk2"/>
                </a:solidFill>
              </a:defRPr>
            </a:lvl7pPr>
            <a:lvl8pPr lvl="7">
              <a:lnSpc>
                <a:spcPct val="85000"/>
              </a:lnSpc>
              <a:spcBef>
                <a:spcPts val="0"/>
              </a:spcBef>
              <a:spcAft>
                <a:spcPts val="0"/>
              </a:spcAft>
              <a:buNone/>
              <a:defRPr sz="4800">
                <a:solidFill>
                  <a:schemeClr val="dk2"/>
                </a:solidFill>
              </a:defRPr>
            </a:lvl8pPr>
            <a:lvl9pPr lvl="8">
              <a:lnSpc>
                <a:spcPct val="85000"/>
              </a:lnSpc>
              <a:spcBef>
                <a:spcPts val="0"/>
              </a:spcBef>
              <a:spcAft>
                <a:spcPts val="0"/>
              </a:spcAft>
              <a:buNone/>
              <a:defRPr sz="4800">
                <a:solidFill>
                  <a:schemeClr val="dk2"/>
                </a:solidFill>
              </a:defRPr>
            </a:lvl9pPr>
          </a:lstStyle>
          <a:p/>
        </p:txBody>
      </p:sp>
      <p:cxnSp>
        <p:nvCxnSpPr>
          <p:cNvPr id="167" name="Google Shape;167;p11"/>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cxnSp>
        <p:nvCxnSpPr>
          <p:cNvPr id="168" name="Google Shape;168;p11"/>
          <p:cNvCxnSpPr/>
          <p:nvPr/>
        </p:nvCxnSpPr>
        <p:spPr>
          <a:xfrm>
            <a:off x="4159025" y="226100"/>
            <a:ext cx="0" cy="4457700"/>
          </a:xfrm>
          <a:prstGeom prst="straightConnector1">
            <a:avLst/>
          </a:prstGeom>
          <a:noFill/>
          <a:ln cap="flat" cmpd="sng" w="9525">
            <a:solidFill>
              <a:schemeClr val="accent1"/>
            </a:solidFill>
            <a:prstDash val="solid"/>
            <a:round/>
            <a:headEnd len="med" w="med" type="none"/>
            <a:tailEnd len="med" w="med" type="none"/>
          </a:ln>
        </p:spPr>
      </p:cxnSp>
      <p:cxnSp>
        <p:nvCxnSpPr>
          <p:cNvPr id="169" name="Google Shape;169;p11"/>
          <p:cNvCxnSpPr/>
          <p:nvPr/>
        </p:nvCxnSpPr>
        <p:spPr>
          <a:xfrm>
            <a:off x="228600" y="226100"/>
            <a:ext cx="8687100" cy="0"/>
          </a:xfrm>
          <a:prstGeom prst="straightConnector1">
            <a:avLst/>
          </a:prstGeom>
          <a:noFill/>
          <a:ln cap="flat" cmpd="sng" w="9525">
            <a:solidFill>
              <a:schemeClr val="accent1"/>
            </a:solidFill>
            <a:prstDash val="solid"/>
            <a:round/>
            <a:headEnd len="med" w="med" type="none"/>
            <a:tailEnd len="med" w="med" type="none"/>
          </a:ln>
        </p:spPr>
      </p:cxnSp>
      <p:sp>
        <p:nvSpPr>
          <p:cNvPr id="170" name="Google Shape;170;p11"/>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71" name="Google Shape;171;p11"/>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extLst>
    <p:ext uri="{DCECCB84-F9BA-43D5-87BE-67443E8EF086}">
      <p15:sldGuideLst>
        <p15:guide id="1" orient="horz" pos="2805">
          <p15:clr>
            <a:srgbClr val="E46962"/>
          </p15:clr>
        </p15:guide>
      </p15:sldGuideLst>
    </p:ext>
  </p:extLst>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ALT 2">
  <p:cSld name="BLANK_1_1_1_1_1_1_1_1_1_1_1_1_2">
    <p:spTree>
      <p:nvGrpSpPr>
        <p:cNvPr id="172" name="Shape 172"/>
        <p:cNvGrpSpPr/>
        <p:nvPr/>
      </p:nvGrpSpPr>
      <p:grpSpPr>
        <a:xfrm>
          <a:off x="0" y="0"/>
          <a:ext cx="0" cy="0"/>
          <a:chOff x="0" y="0"/>
          <a:chExt cx="0" cy="0"/>
        </a:xfrm>
      </p:grpSpPr>
      <p:sp>
        <p:nvSpPr>
          <p:cNvPr id="173" name="Google Shape;173;p12"/>
          <p:cNvSpPr txBox="1"/>
          <p:nvPr>
            <p:ph idx="1" type="body"/>
          </p:nvPr>
        </p:nvSpPr>
        <p:spPr>
          <a:xfrm>
            <a:off x="228600" y="1743625"/>
            <a:ext cx="4296600" cy="2709000"/>
          </a:xfrm>
          <a:prstGeom prst="rect">
            <a:avLst/>
          </a:prstGeom>
        </p:spPr>
        <p:txBody>
          <a:bodyPr anchorCtr="0" anchor="b" bIns="91425" lIns="0" spcFirstLastPara="1" rIns="91425" wrap="square" tIns="91425">
            <a:noAutofit/>
          </a:bodyPr>
          <a:lstStyle>
            <a:lvl1pPr indent="-317500" lvl="0" marL="457200">
              <a:spcBef>
                <a:spcPts val="0"/>
              </a:spcBef>
              <a:spcAft>
                <a:spcPts val="0"/>
              </a:spcAft>
              <a:buSzPts val="1400"/>
              <a:buChar char="●"/>
              <a:defRPr sz="1400"/>
            </a:lvl1pPr>
            <a:lvl2pPr indent="-317500" lvl="1" marL="914400">
              <a:spcBef>
                <a:spcPts val="800"/>
              </a:spcBef>
              <a:spcAft>
                <a:spcPts val="0"/>
              </a:spcAft>
              <a:buSzPts val="1400"/>
              <a:buChar char="○"/>
              <a:defRPr sz="1400"/>
            </a:lvl2pPr>
            <a:lvl3pPr indent="-317500" lvl="2" marL="1371600">
              <a:spcBef>
                <a:spcPts val="800"/>
              </a:spcBef>
              <a:spcAft>
                <a:spcPts val="0"/>
              </a:spcAft>
              <a:buSzPts val="1400"/>
              <a:buChar char="■"/>
              <a:defRPr sz="1400"/>
            </a:lvl3pPr>
            <a:lvl4pPr indent="-317500" lvl="3" marL="1828800">
              <a:spcBef>
                <a:spcPts val="800"/>
              </a:spcBef>
              <a:spcAft>
                <a:spcPts val="0"/>
              </a:spcAft>
              <a:buSzPts val="1400"/>
              <a:buChar char="●"/>
              <a:defRPr sz="1400"/>
            </a:lvl4pPr>
            <a:lvl5pPr indent="-317500" lvl="4" marL="2286000">
              <a:spcBef>
                <a:spcPts val="800"/>
              </a:spcBef>
              <a:spcAft>
                <a:spcPts val="0"/>
              </a:spcAft>
              <a:buSzPts val="1400"/>
              <a:buChar char="○"/>
              <a:defRPr sz="1400"/>
            </a:lvl5pPr>
            <a:lvl6pPr indent="-317500" lvl="5" marL="2743200">
              <a:spcBef>
                <a:spcPts val="800"/>
              </a:spcBef>
              <a:spcAft>
                <a:spcPts val="0"/>
              </a:spcAft>
              <a:buSzPts val="1400"/>
              <a:buChar char="■"/>
              <a:defRPr sz="1400"/>
            </a:lvl6pPr>
            <a:lvl7pPr indent="-317500" lvl="6" marL="3200400">
              <a:spcBef>
                <a:spcPts val="800"/>
              </a:spcBef>
              <a:spcAft>
                <a:spcPts val="0"/>
              </a:spcAft>
              <a:buSzPts val="1400"/>
              <a:buChar char="●"/>
              <a:defRPr sz="1400"/>
            </a:lvl7pPr>
            <a:lvl8pPr indent="-317500" lvl="7" marL="3657600">
              <a:spcBef>
                <a:spcPts val="800"/>
              </a:spcBef>
              <a:spcAft>
                <a:spcPts val="0"/>
              </a:spcAft>
              <a:buSzPts val="1400"/>
              <a:buChar char="○"/>
              <a:defRPr sz="1400"/>
            </a:lvl8pPr>
            <a:lvl9pPr indent="-317500" lvl="8" marL="4114800">
              <a:spcBef>
                <a:spcPts val="800"/>
              </a:spcBef>
              <a:spcAft>
                <a:spcPts val="800"/>
              </a:spcAft>
              <a:buSzPts val="1400"/>
              <a:buChar char="■"/>
              <a:defRPr sz="1400"/>
            </a:lvl9pPr>
          </a:lstStyle>
          <a:p/>
        </p:txBody>
      </p:sp>
      <p:sp>
        <p:nvSpPr>
          <p:cNvPr id="174" name="Google Shape;174;p12"/>
          <p:cNvSpPr/>
          <p:nvPr>
            <p:ph idx="2" type="pic"/>
          </p:nvPr>
        </p:nvSpPr>
        <p:spPr>
          <a:xfrm>
            <a:off x="5342000" y="457200"/>
            <a:ext cx="3573300" cy="3995400"/>
          </a:xfrm>
          <a:prstGeom prst="roundRect">
            <a:avLst>
              <a:gd fmla="val 6865" name="adj"/>
            </a:avLst>
          </a:prstGeom>
          <a:noFill/>
          <a:ln>
            <a:noFill/>
          </a:ln>
        </p:spPr>
      </p:sp>
      <p:sp>
        <p:nvSpPr>
          <p:cNvPr id="175" name="Google Shape;175;p12"/>
          <p:cNvSpPr txBox="1"/>
          <p:nvPr>
            <p:ph idx="3"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76" name="Google Shape;176;p12"/>
          <p:cNvSpPr txBox="1"/>
          <p:nvPr>
            <p:ph idx="4"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77" name="Google Shape;177;p12"/>
          <p:cNvSpPr txBox="1"/>
          <p:nvPr>
            <p:ph idx="5"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78" name="Google Shape;178;p12"/>
          <p:cNvSpPr txBox="1"/>
          <p:nvPr>
            <p:ph idx="6" type="subTitle"/>
          </p:nvPr>
        </p:nvSpPr>
        <p:spPr>
          <a:xfrm>
            <a:off x="228600" y="228600"/>
            <a:ext cx="2920800" cy="22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200"/>
              <a:buFont typeface="Urbanist Medium"/>
              <a:buNone/>
              <a:defRPr sz="1200">
                <a:latin typeface="Urbanist Medium"/>
                <a:ea typeface="Urbanist Medium"/>
                <a:cs typeface="Urbanist Medium"/>
                <a:sym typeface="Urbanist Medium"/>
              </a:defRPr>
            </a:lvl1pPr>
            <a:lvl2pPr lvl="1">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2pPr>
            <a:lvl3pPr lvl="2">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3pPr>
            <a:lvl4pPr lvl="3">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4pPr>
            <a:lvl5pPr lvl="4">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5pPr>
            <a:lvl6pPr lvl="5">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6pPr>
            <a:lvl7pPr lvl="6">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7pPr>
            <a:lvl8pPr lvl="7">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8pPr>
            <a:lvl9pPr lvl="8">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9pPr>
          </a:lstStyle>
          <a:p/>
        </p:txBody>
      </p:sp>
      <p:sp>
        <p:nvSpPr>
          <p:cNvPr id="179" name="Google Shape;179;p12"/>
          <p:cNvSpPr txBox="1"/>
          <p:nvPr>
            <p:ph type="title"/>
          </p:nvPr>
        </p:nvSpPr>
        <p:spPr>
          <a:xfrm>
            <a:off x="228600" y="613525"/>
            <a:ext cx="4296600" cy="1162800"/>
          </a:xfrm>
          <a:prstGeom prst="rect">
            <a:avLst/>
          </a:prstGeom>
        </p:spPr>
        <p:txBody>
          <a:bodyPr anchorCtr="0" anchor="t" bIns="91425" lIns="0" spcFirstLastPara="1" rIns="91425" wrap="square" tIns="0">
            <a:spAutoFit/>
          </a:bodyPr>
          <a:lstStyle>
            <a:lvl1pPr lvl="0">
              <a:lnSpc>
                <a:spcPct val="85000"/>
              </a:lnSpc>
              <a:spcBef>
                <a:spcPts val="0"/>
              </a:spcBef>
              <a:spcAft>
                <a:spcPts val="0"/>
              </a:spcAft>
              <a:buNone/>
              <a:defRPr sz="3400"/>
            </a:lvl1pPr>
            <a:lvl2pPr lvl="1">
              <a:lnSpc>
                <a:spcPct val="85000"/>
              </a:lnSpc>
              <a:spcBef>
                <a:spcPts val="0"/>
              </a:spcBef>
              <a:spcAft>
                <a:spcPts val="0"/>
              </a:spcAft>
              <a:buNone/>
              <a:defRPr sz="3600"/>
            </a:lvl2pPr>
            <a:lvl3pPr lvl="2">
              <a:lnSpc>
                <a:spcPct val="85000"/>
              </a:lnSpc>
              <a:spcBef>
                <a:spcPts val="0"/>
              </a:spcBef>
              <a:spcAft>
                <a:spcPts val="0"/>
              </a:spcAft>
              <a:buNone/>
              <a:defRPr sz="3600"/>
            </a:lvl3pPr>
            <a:lvl4pPr lvl="3">
              <a:lnSpc>
                <a:spcPct val="85000"/>
              </a:lnSpc>
              <a:spcBef>
                <a:spcPts val="0"/>
              </a:spcBef>
              <a:spcAft>
                <a:spcPts val="0"/>
              </a:spcAft>
              <a:buNone/>
              <a:defRPr sz="3600"/>
            </a:lvl4pPr>
            <a:lvl5pPr lvl="4">
              <a:lnSpc>
                <a:spcPct val="85000"/>
              </a:lnSpc>
              <a:spcBef>
                <a:spcPts val="0"/>
              </a:spcBef>
              <a:spcAft>
                <a:spcPts val="0"/>
              </a:spcAft>
              <a:buNone/>
              <a:defRPr sz="3600"/>
            </a:lvl5pPr>
            <a:lvl6pPr lvl="5">
              <a:lnSpc>
                <a:spcPct val="85000"/>
              </a:lnSpc>
              <a:spcBef>
                <a:spcPts val="0"/>
              </a:spcBef>
              <a:spcAft>
                <a:spcPts val="0"/>
              </a:spcAft>
              <a:buNone/>
              <a:defRPr sz="3600"/>
            </a:lvl6pPr>
            <a:lvl7pPr lvl="6">
              <a:lnSpc>
                <a:spcPct val="85000"/>
              </a:lnSpc>
              <a:spcBef>
                <a:spcPts val="0"/>
              </a:spcBef>
              <a:spcAft>
                <a:spcPts val="0"/>
              </a:spcAft>
              <a:buNone/>
              <a:defRPr sz="3600"/>
            </a:lvl7pPr>
            <a:lvl8pPr lvl="7">
              <a:lnSpc>
                <a:spcPct val="85000"/>
              </a:lnSpc>
              <a:spcBef>
                <a:spcPts val="0"/>
              </a:spcBef>
              <a:spcAft>
                <a:spcPts val="0"/>
              </a:spcAft>
              <a:buNone/>
              <a:defRPr sz="3600"/>
            </a:lvl8pPr>
            <a:lvl9pPr lvl="8">
              <a:lnSpc>
                <a:spcPct val="85000"/>
              </a:lnSpc>
              <a:spcBef>
                <a:spcPts val="0"/>
              </a:spcBef>
              <a:spcAft>
                <a:spcPts val="0"/>
              </a:spcAft>
              <a:buNone/>
              <a:defRPr sz="3600"/>
            </a:lvl9pPr>
          </a:lstStyle>
          <a:p/>
        </p:txBody>
      </p:sp>
      <p:cxnSp>
        <p:nvCxnSpPr>
          <p:cNvPr id="180" name="Google Shape;180;p12"/>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181" name="Google Shape;181;p12"/>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82" name="Google Shape;182;p12"/>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extLst>
    <p:ext uri="{DCECCB84-F9BA-43D5-87BE-67443E8EF086}">
      <p15:sldGuideLst>
        <p15:guide id="1" orient="horz" pos="2805">
          <p15:clr>
            <a:srgbClr val="E46962"/>
          </p15:clr>
        </p15:guide>
      </p15:sldGuideLst>
    </p:ext>
  </p:extLst>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cards">
  <p:cSld name="CUSTOM_1">
    <p:spTree>
      <p:nvGrpSpPr>
        <p:cNvPr id="183" name="Shape 183"/>
        <p:cNvGrpSpPr/>
        <p:nvPr/>
      </p:nvGrpSpPr>
      <p:grpSpPr>
        <a:xfrm>
          <a:off x="0" y="0"/>
          <a:ext cx="0" cy="0"/>
          <a:chOff x="0" y="0"/>
          <a:chExt cx="0" cy="0"/>
        </a:xfrm>
      </p:grpSpPr>
      <p:sp>
        <p:nvSpPr>
          <p:cNvPr id="184" name="Google Shape;184;p13"/>
          <p:cNvSpPr txBox="1"/>
          <p:nvPr>
            <p:ph type="title"/>
          </p:nvPr>
        </p:nvSpPr>
        <p:spPr>
          <a:xfrm>
            <a:off x="3386700" y="489887"/>
            <a:ext cx="1862100" cy="293100"/>
          </a:xfrm>
          <a:prstGeom prst="rect">
            <a:avLst/>
          </a:prstGeom>
        </p:spPr>
        <p:txBody>
          <a:bodyPr anchorCtr="0" anchor="b" bIns="91425" lIns="0" spcFirstLastPara="1" rIns="91425" wrap="square" tIns="0">
            <a:noAutofit/>
          </a:bodyPr>
          <a:lstStyle>
            <a:lvl1pPr lvl="0">
              <a:spcBef>
                <a:spcPts val="0"/>
              </a:spcBef>
              <a:spcAft>
                <a:spcPts val="0"/>
              </a:spcAft>
              <a:buClr>
                <a:schemeClr val="accent3"/>
              </a:buClr>
              <a:buSzPts val="1800"/>
              <a:buFont typeface="Urbanist"/>
              <a:buNone/>
              <a:defRPr sz="1800">
                <a:solidFill>
                  <a:schemeClr val="accent3"/>
                </a:solidFill>
                <a:latin typeface="Urbanist"/>
                <a:ea typeface="Urbanist"/>
                <a:cs typeface="Urbanist"/>
                <a:sym typeface="Urbanist"/>
              </a:defRPr>
            </a:lvl1pPr>
            <a:lvl2pPr lvl="1">
              <a:spcBef>
                <a:spcPts val="0"/>
              </a:spcBef>
              <a:spcAft>
                <a:spcPts val="0"/>
              </a:spcAft>
              <a:buClr>
                <a:schemeClr val="accent3"/>
              </a:buClr>
              <a:buSzPts val="1800"/>
              <a:buFont typeface="Urbanist Medium"/>
              <a:buNone/>
              <a:defRPr sz="1800">
                <a:solidFill>
                  <a:schemeClr val="accent3"/>
                </a:solidFill>
              </a:defRPr>
            </a:lvl2pPr>
            <a:lvl3pPr lvl="2">
              <a:spcBef>
                <a:spcPts val="0"/>
              </a:spcBef>
              <a:spcAft>
                <a:spcPts val="0"/>
              </a:spcAft>
              <a:buClr>
                <a:schemeClr val="accent3"/>
              </a:buClr>
              <a:buSzPts val="1800"/>
              <a:buFont typeface="Urbanist Medium"/>
              <a:buNone/>
              <a:defRPr sz="1800">
                <a:solidFill>
                  <a:schemeClr val="accent3"/>
                </a:solidFill>
              </a:defRPr>
            </a:lvl3pPr>
            <a:lvl4pPr lvl="3">
              <a:spcBef>
                <a:spcPts val="0"/>
              </a:spcBef>
              <a:spcAft>
                <a:spcPts val="0"/>
              </a:spcAft>
              <a:buClr>
                <a:schemeClr val="accent3"/>
              </a:buClr>
              <a:buSzPts val="1800"/>
              <a:buFont typeface="Urbanist Medium"/>
              <a:buNone/>
              <a:defRPr sz="1800">
                <a:solidFill>
                  <a:schemeClr val="accent3"/>
                </a:solidFill>
              </a:defRPr>
            </a:lvl4pPr>
            <a:lvl5pPr lvl="4">
              <a:spcBef>
                <a:spcPts val="0"/>
              </a:spcBef>
              <a:spcAft>
                <a:spcPts val="0"/>
              </a:spcAft>
              <a:buClr>
                <a:schemeClr val="accent3"/>
              </a:buClr>
              <a:buSzPts val="1800"/>
              <a:buFont typeface="Urbanist Medium"/>
              <a:buNone/>
              <a:defRPr sz="1800">
                <a:solidFill>
                  <a:schemeClr val="accent3"/>
                </a:solidFill>
              </a:defRPr>
            </a:lvl5pPr>
            <a:lvl6pPr lvl="5">
              <a:spcBef>
                <a:spcPts val="0"/>
              </a:spcBef>
              <a:spcAft>
                <a:spcPts val="0"/>
              </a:spcAft>
              <a:buClr>
                <a:schemeClr val="accent3"/>
              </a:buClr>
              <a:buSzPts val="1800"/>
              <a:buFont typeface="Urbanist Medium"/>
              <a:buNone/>
              <a:defRPr sz="1800">
                <a:solidFill>
                  <a:schemeClr val="accent3"/>
                </a:solidFill>
              </a:defRPr>
            </a:lvl6pPr>
            <a:lvl7pPr lvl="6">
              <a:spcBef>
                <a:spcPts val="0"/>
              </a:spcBef>
              <a:spcAft>
                <a:spcPts val="0"/>
              </a:spcAft>
              <a:buClr>
                <a:schemeClr val="accent3"/>
              </a:buClr>
              <a:buSzPts val="1800"/>
              <a:buFont typeface="Urbanist Medium"/>
              <a:buNone/>
              <a:defRPr sz="1800">
                <a:solidFill>
                  <a:schemeClr val="accent3"/>
                </a:solidFill>
              </a:defRPr>
            </a:lvl7pPr>
            <a:lvl8pPr lvl="7">
              <a:spcBef>
                <a:spcPts val="0"/>
              </a:spcBef>
              <a:spcAft>
                <a:spcPts val="0"/>
              </a:spcAft>
              <a:buClr>
                <a:schemeClr val="accent3"/>
              </a:buClr>
              <a:buSzPts val="1800"/>
              <a:buFont typeface="Urbanist Medium"/>
              <a:buNone/>
              <a:defRPr sz="1800">
                <a:solidFill>
                  <a:schemeClr val="accent3"/>
                </a:solidFill>
              </a:defRPr>
            </a:lvl8pPr>
            <a:lvl9pPr lvl="8">
              <a:spcBef>
                <a:spcPts val="0"/>
              </a:spcBef>
              <a:spcAft>
                <a:spcPts val="0"/>
              </a:spcAft>
              <a:buClr>
                <a:schemeClr val="accent3"/>
              </a:buClr>
              <a:buSzPts val="1800"/>
              <a:buFont typeface="Urbanist Medium"/>
              <a:buNone/>
              <a:defRPr sz="1800">
                <a:solidFill>
                  <a:schemeClr val="accent3"/>
                </a:solidFill>
              </a:defRPr>
            </a:lvl9pPr>
          </a:lstStyle>
          <a:p/>
        </p:txBody>
      </p:sp>
      <p:sp>
        <p:nvSpPr>
          <p:cNvPr id="185" name="Google Shape;185;p13"/>
          <p:cNvSpPr txBox="1"/>
          <p:nvPr>
            <p:ph idx="1" type="subTitle"/>
          </p:nvPr>
        </p:nvSpPr>
        <p:spPr>
          <a:xfrm>
            <a:off x="3386700" y="690369"/>
            <a:ext cx="19746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2pPr>
            <a:lvl3pPr lvl="2">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3pPr>
            <a:lvl4pPr lvl="3">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4pPr>
            <a:lvl5pPr lvl="4">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5pPr>
            <a:lvl6pPr lvl="5">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6pPr>
            <a:lvl7pPr lvl="6">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7pPr>
            <a:lvl8pPr lvl="7">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8pPr>
            <a:lvl9pPr lvl="8">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9pPr>
          </a:lstStyle>
          <a:p/>
        </p:txBody>
      </p:sp>
      <p:sp>
        <p:nvSpPr>
          <p:cNvPr id="186" name="Google Shape;186;p13"/>
          <p:cNvSpPr txBox="1"/>
          <p:nvPr>
            <p:ph idx="2" type="subTitle"/>
          </p:nvPr>
        </p:nvSpPr>
        <p:spPr>
          <a:xfrm>
            <a:off x="3386700" y="1070875"/>
            <a:ext cx="2444700" cy="8181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000">
                <a:solidFill>
                  <a:schemeClr val="dk2"/>
                </a:solidFill>
              </a:defRPr>
            </a:lvl1pPr>
            <a:lvl2pPr lvl="1">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2pPr>
            <a:lvl3pPr lvl="2">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3pPr>
            <a:lvl4pPr lvl="3">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4pPr>
            <a:lvl5pPr lvl="4">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5pPr>
            <a:lvl6pPr lvl="5">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6pPr>
            <a:lvl7pPr lvl="6">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7pPr>
            <a:lvl8pPr lvl="7">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8pPr>
            <a:lvl9pPr lvl="8">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9pPr>
          </a:lstStyle>
          <a:p/>
        </p:txBody>
      </p:sp>
      <p:sp>
        <p:nvSpPr>
          <p:cNvPr id="187" name="Google Shape;187;p13"/>
          <p:cNvSpPr txBox="1"/>
          <p:nvPr>
            <p:ph idx="3" type="title"/>
          </p:nvPr>
        </p:nvSpPr>
        <p:spPr>
          <a:xfrm>
            <a:off x="6307650" y="482616"/>
            <a:ext cx="1862100" cy="293100"/>
          </a:xfrm>
          <a:prstGeom prst="rect">
            <a:avLst/>
          </a:prstGeom>
        </p:spPr>
        <p:txBody>
          <a:bodyPr anchorCtr="0" anchor="b" bIns="91425" lIns="0" spcFirstLastPara="1" rIns="91425" wrap="square" tIns="0">
            <a:noAutofit/>
          </a:bodyPr>
          <a:lstStyle>
            <a:lvl1pPr lvl="0">
              <a:spcBef>
                <a:spcPts val="0"/>
              </a:spcBef>
              <a:spcAft>
                <a:spcPts val="0"/>
              </a:spcAft>
              <a:buClr>
                <a:schemeClr val="accent3"/>
              </a:buClr>
              <a:buSzPts val="1800"/>
              <a:buFont typeface="Urbanist"/>
              <a:buNone/>
              <a:defRPr sz="1800">
                <a:solidFill>
                  <a:schemeClr val="accent3"/>
                </a:solidFill>
                <a:latin typeface="Urbanist"/>
                <a:ea typeface="Urbanist"/>
                <a:cs typeface="Urbanist"/>
                <a:sym typeface="Urbanist"/>
              </a:defRPr>
            </a:lvl1pPr>
            <a:lvl2pPr lvl="1">
              <a:spcBef>
                <a:spcPts val="0"/>
              </a:spcBef>
              <a:spcAft>
                <a:spcPts val="0"/>
              </a:spcAft>
              <a:buClr>
                <a:schemeClr val="accent3"/>
              </a:buClr>
              <a:buSzPts val="1800"/>
              <a:buFont typeface="Urbanist"/>
              <a:buNone/>
              <a:defRPr sz="1800">
                <a:solidFill>
                  <a:schemeClr val="accent3"/>
                </a:solidFill>
              </a:defRPr>
            </a:lvl2pPr>
            <a:lvl3pPr lvl="2">
              <a:spcBef>
                <a:spcPts val="0"/>
              </a:spcBef>
              <a:spcAft>
                <a:spcPts val="0"/>
              </a:spcAft>
              <a:buClr>
                <a:schemeClr val="accent3"/>
              </a:buClr>
              <a:buSzPts val="1800"/>
              <a:buFont typeface="Urbanist"/>
              <a:buNone/>
              <a:defRPr sz="1800">
                <a:solidFill>
                  <a:schemeClr val="accent3"/>
                </a:solidFill>
              </a:defRPr>
            </a:lvl3pPr>
            <a:lvl4pPr lvl="3">
              <a:spcBef>
                <a:spcPts val="0"/>
              </a:spcBef>
              <a:spcAft>
                <a:spcPts val="0"/>
              </a:spcAft>
              <a:buClr>
                <a:schemeClr val="accent3"/>
              </a:buClr>
              <a:buSzPts val="1800"/>
              <a:buFont typeface="Urbanist"/>
              <a:buNone/>
              <a:defRPr sz="1800">
                <a:solidFill>
                  <a:schemeClr val="accent3"/>
                </a:solidFill>
              </a:defRPr>
            </a:lvl4pPr>
            <a:lvl5pPr lvl="4">
              <a:spcBef>
                <a:spcPts val="0"/>
              </a:spcBef>
              <a:spcAft>
                <a:spcPts val="0"/>
              </a:spcAft>
              <a:buClr>
                <a:schemeClr val="accent3"/>
              </a:buClr>
              <a:buSzPts val="1800"/>
              <a:buFont typeface="Urbanist"/>
              <a:buNone/>
              <a:defRPr sz="1800">
                <a:solidFill>
                  <a:schemeClr val="accent3"/>
                </a:solidFill>
              </a:defRPr>
            </a:lvl5pPr>
            <a:lvl6pPr lvl="5">
              <a:spcBef>
                <a:spcPts val="0"/>
              </a:spcBef>
              <a:spcAft>
                <a:spcPts val="0"/>
              </a:spcAft>
              <a:buClr>
                <a:schemeClr val="accent3"/>
              </a:buClr>
              <a:buSzPts val="1800"/>
              <a:buFont typeface="Urbanist"/>
              <a:buNone/>
              <a:defRPr sz="1800">
                <a:solidFill>
                  <a:schemeClr val="accent3"/>
                </a:solidFill>
              </a:defRPr>
            </a:lvl6pPr>
            <a:lvl7pPr lvl="6">
              <a:spcBef>
                <a:spcPts val="0"/>
              </a:spcBef>
              <a:spcAft>
                <a:spcPts val="0"/>
              </a:spcAft>
              <a:buClr>
                <a:schemeClr val="accent3"/>
              </a:buClr>
              <a:buSzPts val="1800"/>
              <a:buFont typeface="Urbanist"/>
              <a:buNone/>
              <a:defRPr sz="1800">
                <a:solidFill>
                  <a:schemeClr val="accent3"/>
                </a:solidFill>
              </a:defRPr>
            </a:lvl7pPr>
            <a:lvl8pPr lvl="7">
              <a:spcBef>
                <a:spcPts val="0"/>
              </a:spcBef>
              <a:spcAft>
                <a:spcPts val="0"/>
              </a:spcAft>
              <a:buClr>
                <a:schemeClr val="accent3"/>
              </a:buClr>
              <a:buSzPts val="1800"/>
              <a:buFont typeface="Urbanist"/>
              <a:buNone/>
              <a:defRPr sz="1800">
                <a:solidFill>
                  <a:schemeClr val="accent3"/>
                </a:solidFill>
              </a:defRPr>
            </a:lvl8pPr>
            <a:lvl9pPr lvl="8">
              <a:spcBef>
                <a:spcPts val="0"/>
              </a:spcBef>
              <a:spcAft>
                <a:spcPts val="0"/>
              </a:spcAft>
              <a:buClr>
                <a:schemeClr val="accent3"/>
              </a:buClr>
              <a:buSzPts val="1800"/>
              <a:buFont typeface="Urbanist"/>
              <a:buNone/>
              <a:defRPr sz="1800">
                <a:solidFill>
                  <a:schemeClr val="accent3"/>
                </a:solidFill>
              </a:defRPr>
            </a:lvl9pPr>
          </a:lstStyle>
          <a:p/>
        </p:txBody>
      </p:sp>
      <p:sp>
        <p:nvSpPr>
          <p:cNvPr id="188" name="Google Shape;188;p13"/>
          <p:cNvSpPr txBox="1"/>
          <p:nvPr>
            <p:ph idx="4" type="subTitle"/>
          </p:nvPr>
        </p:nvSpPr>
        <p:spPr>
          <a:xfrm>
            <a:off x="6307650" y="690369"/>
            <a:ext cx="19746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2pPr>
            <a:lvl3pPr lvl="2">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3pPr>
            <a:lvl4pPr lvl="3">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4pPr>
            <a:lvl5pPr lvl="4">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5pPr>
            <a:lvl6pPr lvl="5">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6pPr>
            <a:lvl7pPr lvl="6">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7pPr>
            <a:lvl8pPr lvl="7">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8pPr>
            <a:lvl9pPr lvl="8">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9pPr>
          </a:lstStyle>
          <a:p/>
        </p:txBody>
      </p:sp>
      <p:sp>
        <p:nvSpPr>
          <p:cNvPr id="189" name="Google Shape;189;p13"/>
          <p:cNvSpPr txBox="1"/>
          <p:nvPr>
            <p:ph idx="5" type="subTitle"/>
          </p:nvPr>
        </p:nvSpPr>
        <p:spPr>
          <a:xfrm>
            <a:off x="6307650" y="1070875"/>
            <a:ext cx="2444700" cy="8181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0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2pPr>
            <a:lvl3pPr lvl="2">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3pPr>
            <a:lvl4pPr lvl="3">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4pPr>
            <a:lvl5pPr lvl="4">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5pPr>
            <a:lvl6pPr lvl="5">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6pPr>
            <a:lvl7pPr lvl="6">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7pPr>
            <a:lvl8pPr lvl="7">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8pPr>
            <a:lvl9pPr lvl="8">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9pPr>
          </a:lstStyle>
          <a:p/>
        </p:txBody>
      </p:sp>
      <p:sp>
        <p:nvSpPr>
          <p:cNvPr id="190" name="Google Shape;190;p13"/>
          <p:cNvSpPr txBox="1"/>
          <p:nvPr>
            <p:ph idx="6" type="title"/>
          </p:nvPr>
        </p:nvSpPr>
        <p:spPr>
          <a:xfrm>
            <a:off x="233850" y="228600"/>
            <a:ext cx="2190000" cy="228600"/>
          </a:xfrm>
          <a:prstGeom prst="rect">
            <a:avLst/>
          </a:prstGeom>
        </p:spPr>
        <p:txBody>
          <a:bodyPr anchorCtr="0" anchor="t" bIns="0" lIns="0" spcFirstLastPara="1" rIns="0" wrap="square" tIns="0">
            <a:noAutofit/>
          </a:bodyPr>
          <a:lstStyle>
            <a:lvl1pPr lvl="0">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1pPr>
            <a:lvl2pPr lvl="1">
              <a:spcBef>
                <a:spcPts val="0"/>
              </a:spcBef>
              <a:spcAft>
                <a:spcPts val="0"/>
              </a:spcAft>
              <a:buClr>
                <a:schemeClr val="dk2"/>
              </a:buClr>
              <a:buSzPts val="3000"/>
              <a:buFont typeface="Urbanist"/>
              <a:buNone/>
              <a:defRPr>
                <a:solidFill>
                  <a:schemeClr val="dk2"/>
                </a:solidFill>
              </a:defRPr>
            </a:lvl2pPr>
            <a:lvl3pPr lvl="2">
              <a:spcBef>
                <a:spcPts val="0"/>
              </a:spcBef>
              <a:spcAft>
                <a:spcPts val="0"/>
              </a:spcAft>
              <a:buClr>
                <a:schemeClr val="dk2"/>
              </a:buClr>
              <a:buSzPts val="3000"/>
              <a:buFont typeface="Urbanist"/>
              <a:buNone/>
              <a:defRPr>
                <a:solidFill>
                  <a:schemeClr val="dk2"/>
                </a:solidFill>
              </a:defRPr>
            </a:lvl3pPr>
            <a:lvl4pPr lvl="3">
              <a:spcBef>
                <a:spcPts val="0"/>
              </a:spcBef>
              <a:spcAft>
                <a:spcPts val="0"/>
              </a:spcAft>
              <a:buClr>
                <a:schemeClr val="dk2"/>
              </a:buClr>
              <a:buSzPts val="3000"/>
              <a:buFont typeface="Urbanist"/>
              <a:buNone/>
              <a:defRPr>
                <a:solidFill>
                  <a:schemeClr val="dk2"/>
                </a:solidFill>
              </a:defRPr>
            </a:lvl4pPr>
            <a:lvl5pPr lvl="4">
              <a:spcBef>
                <a:spcPts val="0"/>
              </a:spcBef>
              <a:spcAft>
                <a:spcPts val="0"/>
              </a:spcAft>
              <a:buClr>
                <a:schemeClr val="dk2"/>
              </a:buClr>
              <a:buSzPts val="3000"/>
              <a:buFont typeface="Urbanist"/>
              <a:buNone/>
              <a:defRPr>
                <a:solidFill>
                  <a:schemeClr val="dk2"/>
                </a:solidFill>
              </a:defRPr>
            </a:lvl5pPr>
            <a:lvl6pPr lvl="5">
              <a:spcBef>
                <a:spcPts val="0"/>
              </a:spcBef>
              <a:spcAft>
                <a:spcPts val="0"/>
              </a:spcAft>
              <a:buClr>
                <a:schemeClr val="dk2"/>
              </a:buClr>
              <a:buSzPts val="3000"/>
              <a:buFont typeface="Urbanist"/>
              <a:buNone/>
              <a:defRPr>
                <a:solidFill>
                  <a:schemeClr val="dk2"/>
                </a:solidFill>
              </a:defRPr>
            </a:lvl6pPr>
            <a:lvl7pPr lvl="6">
              <a:spcBef>
                <a:spcPts val="0"/>
              </a:spcBef>
              <a:spcAft>
                <a:spcPts val="0"/>
              </a:spcAft>
              <a:buClr>
                <a:schemeClr val="dk2"/>
              </a:buClr>
              <a:buSzPts val="3000"/>
              <a:buFont typeface="Urbanist"/>
              <a:buNone/>
              <a:defRPr>
                <a:solidFill>
                  <a:schemeClr val="dk2"/>
                </a:solidFill>
              </a:defRPr>
            </a:lvl7pPr>
            <a:lvl8pPr lvl="7">
              <a:spcBef>
                <a:spcPts val="0"/>
              </a:spcBef>
              <a:spcAft>
                <a:spcPts val="0"/>
              </a:spcAft>
              <a:buClr>
                <a:schemeClr val="dk2"/>
              </a:buClr>
              <a:buSzPts val="3000"/>
              <a:buFont typeface="Urbanist"/>
              <a:buNone/>
              <a:defRPr>
                <a:solidFill>
                  <a:schemeClr val="dk2"/>
                </a:solidFill>
              </a:defRPr>
            </a:lvl8pPr>
            <a:lvl9pPr lvl="8">
              <a:spcBef>
                <a:spcPts val="0"/>
              </a:spcBef>
              <a:spcAft>
                <a:spcPts val="0"/>
              </a:spcAft>
              <a:buClr>
                <a:schemeClr val="dk2"/>
              </a:buClr>
              <a:buSzPts val="3000"/>
              <a:buFont typeface="Urbanist"/>
              <a:buNone/>
              <a:defRPr>
                <a:solidFill>
                  <a:schemeClr val="dk2"/>
                </a:solidFill>
              </a:defRPr>
            </a:lvl9pPr>
          </a:lstStyle>
          <a:p/>
        </p:txBody>
      </p:sp>
      <p:sp>
        <p:nvSpPr>
          <p:cNvPr id="191" name="Google Shape;191;p13"/>
          <p:cNvSpPr txBox="1"/>
          <p:nvPr>
            <p:ph idx="7" type="subTitle"/>
          </p:nvPr>
        </p:nvSpPr>
        <p:spPr>
          <a:xfrm>
            <a:off x="3482800" y="4057204"/>
            <a:ext cx="1076100" cy="168300"/>
          </a:xfrm>
          <a:prstGeom prst="rect">
            <a:avLst/>
          </a:prstGeom>
        </p:spPr>
        <p:txBody>
          <a:bodyPr anchorCtr="0" anchor="t" bIns="91425" lIns="0" spcFirstLastPara="1" rIns="91425" wrap="square" tIns="0">
            <a:noAutofit/>
          </a:bodyPr>
          <a:lstStyle>
            <a:lvl1pPr lvl="0" algn="ctr">
              <a:lnSpc>
                <a:spcPct val="85000"/>
              </a:lnSpc>
              <a:spcBef>
                <a:spcPts val="0"/>
              </a:spcBef>
              <a:spcAft>
                <a:spcPts val="0"/>
              </a:spcAft>
              <a:buNone/>
              <a:defRPr sz="800">
                <a:solidFill>
                  <a:schemeClr val="dk1"/>
                </a:solidFill>
                <a:latin typeface="Urbanist Medium"/>
                <a:ea typeface="Urbanist Medium"/>
                <a:cs typeface="Urbanist Medium"/>
                <a:sym typeface="Urbanist Medium"/>
              </a:defRPr>
            </a:lvl1pPr>
            <a:lvl2pPr lvl="1"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2pPr>
            <a:lvl3pPr lvl="2"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3pPr>
            <a:lvl4pPr lvl="3"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4pPr>
            <a:lvl5pPr lvl="4"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5pPr>
            <a:lvl6pPr lvl="5"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6pPr>
            <a:lvl7pPr lvl="6"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7pPr>
            <a:lvl8pPr lvl="7"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8pPr>
            <a:lvl9pPr lvl="8"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9pPr>
          </a:lstStyle>
          <a:p/>
        </p:txBody>
      </p:sp>
      <p:sp>
        <p:nvSpPr>
          <p:cNvPr id="192" name="Google Shape;192;p13"/>
          <p:cNvSpPr txBox="1"/>
          <p:nvPr>
            <p:ph idx="8" type="subTitle"/>
          </p:nvPr>
        </p:nvSpPr>
        <p:spPr>
          <a:xfrm>
            <a:off x="6405300" y="4057079"/>
            <a:ext cx="1076100" cy="168300"/>
          </a:xfrm>
          <a:prstGeom prst="rect">
            <a:avLst/>
          </a:prstGeom>
        </p:spPr>
        <p:txBody>
          <a:bodyPr anchorCtr="0" anchor="t" bIns="91425" lIns="0" spcFirstLastPara="1" rIns="91425" wrap="square" tIns="0">
            <a:noAutofit/>
          </a:bodyPr>
          <a:lstStyle>
            <a:lvl1pPr lvl="0" algn="ctr">
              <a:lnSpc>
                <a:spcPct val="85000"/>
              </a:lnSpc>
              <a:spcBef>
                <a:spcPts val="0"/>
              </a:spcBef>
              <a:spcAft>
                <a:spcPts val="0"/>
              </a:spcAft>
              <a:buNone/>
              <a:defRPr sz="800">
                <a:solidFill>
                  <a:schemeClr val="dk1"/>
                </a:solidFill>
                <a:latin typeface="Urbanist Medium"/>
                <a:ea typeface="Urbanist Medium"/>
                <a:cs typeface="Urbanist Medium"/>
                <a:sym typeface="Urbanist Medium"/>
              </a:defRPr>
            </a:lvl1pPr>
            <a:lvl2pPr lvl="1"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2pPr>
            <a:lvl3pPr lvl="2"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3pPr>
            <a:lvl4pPr lvl="3"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4pPr>
            <a:lvl5pPr lvl="4"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5pPr>
            <a:lvl6pPr lvl="5"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6pPr>
            <a:lvl7pPr lvl="6"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7pPr>
            <a:lvl8pPr lvl="7"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8pPr>
            <a:lvl9pPr lvl="8"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9pPr>
          </a:lstStyle>
          <a:p/>
        </p:txBody>
      </p:sp>
      <p:sp>
        <p:nvSpPr>
          <p:cNvPr id="193" name="Google Shape;193;p13"/>
          <p:cNvSpPr txBox="1"/>
          <p:nvPr>
            <p:ph idx="9"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94" name="Google Shape;194;p13"/>
          <p:cNvSpPr txBox="1"/>
          <p:nvPr>
            <p:ph idx="13"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95" name="Google Shape;195;p13"/>
          <p:cNvSpPr txBox="1"/>
          <p:nvPr>
            <p:ph idx="14"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cxnSp>
        <p:nvCxnSpPr>
          <p:cNvPr id="196" name="Google Shape;196;p13"/>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grpSp>
        <p:nvGrpSpPr>
          <p:cNvPr id="197" name="Google Shape;197;p13"/>
          <p:cNvGrpSpPr/>
          <p:nvPr/>
        </p:nvGrpSpPr>
        <p:grpSpPr>
          <a:xfrm rot="-5400000">
            <a:off x="4794488" y="4206993"/>
            <a:ext cx="141588" cy="73485"/>
            <a:chOff x="498725" y="2069800"/>
            <a:chExt cx="205200" cy="106500"/>
          </a:xfrm>
        </p:grpSpPr>
        <p:cxnSp>
          <p:nvCxnSpPr>
            <p:cNvPr id="198" name="Google Shape;198;p13"/>
            <p:cNvCxnSpPr/>
            <p:nvPr/>
          </p:nvCxnSpPr>
          <p:spPr>
            <a:xfrm flipH="1" rot="-5400000">
              <a:off x="498725" y="2069800"/>
              <a:ext cx="103500" cy="103500"/>
            </a:xfrm>
            <a:prstGeom prst="straightConnector1">
              <a:avLst/>
            </a:prstGeom>
            <a:noFill/>
            <a:ln cap="flat" cmpd="sng" w="9525">
              <a:solidFill>
                <a:schemeClr val="lt2"/>
              </a:solidFill>
              <a:prstDash val="solid"/>
              <a:round/>
              <a:headEnd len="med" w="med" type="none"/>
              <a:tailEnd len="med" w="med" type="none"/>
            </a:ln>
          </p:spPr>
        </p:cxnSp>
        <p:cxnSp>
          <p:nvCxnSpPr>
            <p:cNvPr id="199" name="Google Shape;199;p13"/>
            <p:cNvCxnSpPr/>
            <p:nvPr/>
          </p:nvCxnSpPr>
          <p:spPr>
            <a:xfrm rot="5400000">
              <a:off x="596825" y="2069200"/>
              <a:ext cx="106500" cy="107700"/>
            </a:xfrm>
            <a:prstGeom prst="straightConnector1">
              <a:avLst/>
            </a:prstGeom>
            <a:noFill/>
            <a:ln cap="flat" cmpd="sng" w="9525">
              <a:solidFill>
                <a:schemeClr val="lt2"/>
              </a:solidFill>
              <a:prstDash val="solid"/>
              <a:round/>
              <a:headEnd len="med" w="med" type="none"/>
              <a:tailEnd len="med" w="med" type="none"/>
            </a:ln>
          </p:spPr>
        </p:cxnSp>
      </p:grpSp>
      <p:sp>
        <p:nvSpPr>
          <p:cNvPr id="200" name="Google Shape;200;p13"/>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01" name="Google Shape;201;p13"/>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cards">
  <p:cSld name="CUSTOM_1_1">
    <p:spTree>
      <p:nvGrpSpPr>
        <p:cNvPr id="202" name="Shape 202"/>
        <p:cNvGrpSpPr/>
        <p:nvPr/>
      </p:nvGrpSpPr>
      <p:grpSpPr>
        <a:xfrm>
          <a:off x="0" y="0"/>
          <a:ext cx="0" cy="0"/>
          <a:chOff x="0" y="0"/>
          <a:chExt cx="0" cy="0"/>
        </a:xfrm>
      </p:grpSpPr>
      <p:sp>
        <p:nvSpPr>
          <p:cNvPr id="203" name="Google Shape;203;p14"/>
          <p:cNvSpPr txBox="1"/>
          <p:nvPr>
            <p:ph type="title"/>
          </p:nvPr>
        </p:nvSpPr>
        <p:spPr>
          <a:xfrm>
            <a:off x="233850" y="228600"/>
            <a:ext cx="2190000" cy="22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200"/>
              <a:buFont typeface="Urbanist"/>
              <a:buNone/>
              <a:defRPr sz="1200">
                <a:latin typeface="Urbanist"/>
                <a:ea typeface="Urbanist"/>
                <a:cs typeface="Urbanist"/>
                <a:sym typeface="Urbanist"/>
              </a:defRPr>
            </a:lvl1pPr>
            <a:lvl2pPr lvl="1">
              <a:spcBef>
                <a:spcPts val="0"/>
              </a:spcBef>
              <a:spcAft>
                <a:spcPts val="0"/>
              </a:spcAft>
              <a:buClr>
                <a:schemeClr val="lt1"/>
              </a:buClr>
              <a:buSzPts val="3000"/>
              <a:buFont typeface="Urbanist"/>
              <a:buNone/>
              <a:defRPr/>
            </a:lvl2pPr>
            <a:lvl3pPr lvl="2">
              <a:spcBef>
                <a:spcPts val="0"/>
              </a:spcBef>
              <a:spcAft>
                <a:spcPts val="0"/>
              </a:spcAft>
              <a:buClr>
                <a:schemeClr val="lt1"/>
              </a:buClr>
              <a:buSzPts val="3000"/>
              <a:buFont typeface="Urbanist"/>
              <a:buNone/>
              <a:defRPr/>
            </a:lvl3pPr>
            <a:lvl4pPr lvl="3">
              <a:spcBef>
                <a:spcPts val="0"/>
              </a:spcBef>
              <a:spcAft>
                <a:spcPts val="0"/>
              </a:spcAft>
              <a:buClr>
                <a:schemeClr val="lt1"/>
              </a:buClr>
              <a:buSzPts val="3000"/>
              <a:buFont typeface="Urbanist"/>
              <a:buNone/>
              <a:defRPr/>
            </a:lvl4pPr>
            <a:lvl5pPr lvl="4">
              <a:spcBef>
                <a:spcPts val="0"/>
              </a:spcBef>
              <a:spcAft>
                <a:spcPts val="0"/>
              </a:spcAft>
              <a:buClr>
                <a:schemeClr val="lt1"/>
              </a:buClr>
              <a:buSzPts val="3000"/>
              <a:buFont typeface="Urbanist"/>
              <a:buNone/>
              <a:defRPr/>
            </a:lvl5pPr>
            <a:lvl6pPr lvl="5">
              <a:spcBef>
                <a:spcPts val="0"/>
              </a:spcBef>
              <a:spcAft>
                <a:spcPts val="0"/>
              </a:spcAft>
              <a:buClr>
                <a:schemeClr val="lt1"/>
              </a:buClr>
              <a:buSzPts val="3000"/>
              <a:buFont typeface="Urbanist"/>
              <a:buNone/>
              <a:defRPr/>
            </a:lvl6pPr>
            <a:lvl7pPr lvl="6">
              <a:spcBef>
                <a:spcPts val="0"/>
              </a:spcBef>
              <a:spcAft>
                <a:spcPts val="0"/>
              </a:spcAft>
              <a:buClr>
                <a:schemeClr val="lt1"/>
              </a:buClr>
              <a:buSzPts val="3000"/>
              <a:buFont typeface="Urbanist"/>
              <a:buNone/>
              <a:defRPr/>
            </a:lvl7pPr>
            <a:lvl8pPr lvl="7">
              <a:spcBef>
                <a:spcPts val="0"/>
              </a:spcBef>
              <a:spcAft>
                <a:spcPts val="0"/>
              </a:spcAft>
              <a:buClr>
                <a:schemeClr val="lt1"/>
              </a:buClr>
              <a:buSzPts val="3000"/>
              <a:buFont typeface="Urbanist"/>
              <a:buNone/>
              <a:defRPr/>
            </a:lvl8pPr>
            <a:lvl9pPr lvl="8">
              <a:spcBef>
                <a:spcPts val="0"/>
              </a:spcBef>
              <a:spcAft>
                <a:spcPts val="0"/>
              </a:spcAft>
              <a:buClr>
                <a:schemeClr val="lt1"/>
              </a:buClr>
              <a:buSzPts val="3000"/>
              <a:buFont typeface="Urbanist"/>
              <a:buNone/>
              <a:defRPr/>
            </a:lvl9pPr>
          </a:lstStyle>
          <a:p/>
        </p:txBody>
      </p:sp>
      <p:sp>
        <p:nvSpPr>
          <p:cNvPr id="204" name="Google Shape;204;p14"/>
          <p:cNvSpPr txBox="1"/>
          <p:nvPr>
            <p:ph idx="1"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05" name="Google Shape;205;p14"/>
          <p:cNvSpPr txBox="1"/>
          <p:nvPr>
            <p:ph idx="2"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06" name="Google Shape;206;p14"/>
          <p:cNvSpPr txBox="1"/>
          <p:nvPr>
            <p:ph idx="3"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cxnSp>
        <p:nvCxnSpPr>
          <p:cNvPr id="207" name="Google Shape;207;p14"/>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208" name="Google Shape;208;p14"/>
          <p:cNvSpPr txBox="1"/>
          <p:nvPr>
            <p:ph idx="4" type="title"/>
          </p:nvPr>
        </p:nvSpPr>
        <p:spPr>
          <a:xfrm>
            <a:off x="3379125" y="491100"/>
            <a:ext cx="1461300" cy="293100"/>
          </a:xfrm>
          <a:prstGeom prst="rect">
            <a:avLst/>
          </a:prstGeom>
        </p:spPr>
        <p:txBody>
          <a:bodyPr anchorCtr="0" anchor="b" bIns="91425" lIns="0" spcFirstLastPara="1" rIns="91425" wrap="square" tIns="0">
            <a:noAutofit/>
          </a:bodyPr>
          <a:lstStyle>
            <a:lvl1pPr lvl="0">
              <a:spcBef>
                <a:spcPts val="0"/>
              </a:spcBef>
              <a:spcAft>
                <a:spcPts val="0"/>
              </a:spcAft>
              <a:buClr>
                <a:schemeClr val="accent3"/>
              </a:buClr>
              <a:buSzPts val="1800"/>
              <a:buFont typeface="Urbanist"/>
              <a:buNone/>
              <a:defRPr sz="1800">
                <a:solidFill>
                  <a:schemeClr val="accent3"/>
                </a:solidFill>
              </a:defRPr>
            </a:lvl1pPr>
            <a:lvl2pPr lvl="1">
              <a:spcBef>
                <a:spcPts val="0"/>
              </a:spcBef>
              <a:spcAft>
                <a:spcPts val="0"/>
              </a:spcAft>
              <a:buClr>
                <a:schemeClr val="accent3"/>
              </a:buClr>
              <a:buSzPts val="1800"/>
              <a:buFont typeface="Urbanist"/>
              <a:buNone/>
              <a:defRPr sz="1800">
                <a:solidFill>
                  <a:schemeClr val="accent3"/>
                </a:solidFill>
              </a:defRPr>
            </a:lvl2pPr>
            <a:lvl3pPr lvl="2">
              <a:spcBef>
                <a:spcPts val="0"/>
              </a:spcBef>
              <a:spcAft>
                <a:spcPts val="0"/>
              </a:spcAft>
              <a:buClr>
                <a:schemeClr val="accent3"/>
              </a:buClr>
              <a:buSzPts val="1800"/>
              <a:buFont typeface="Urbanist"/>
              <a:buNone/>
              <a:defRPr sz="1800">
                <a:solidFill>
                  <a:schemeClr val="accent3"/>
                </a:solidFill>
              </a:defRPr>
            </a:lvl3pPr>
            <a:lvl4pPr lvl="3">
              <a:spcBef>
                <a:spcPts val="0"/>
              </a:spcBef>
              <a:spcAft>
                <a:spcPts val="0"/>
              </a:spcAft>
              <a:buClr>
                <a:schemeClr val="accent3"/>
              </a:buClr>
              <a:buSzPts val="1800"/>
              <a:buFont typeface="Urbanist"/>
              <a:buNone/>
              <a:defRPr sz="1800">
                <a:solidFill>
                  <a:schemeClr val="accent3"/>
                </a:solidFill>
              </a:defRPr>
            </a:lvl4pPr>
            <a:lvl5pPr lvl="4">
              <a:spcBef>
                <a:spcPts val="0"/>
              </a:spcBef>
              <a:spcAft>
                <a:spcPts val="0"/>
              </a:spcAft>
              <a:buClr>
                <a:schemeClr val="accent3"/>
              </a:buClr>
              <a:buSzPts val="1800"/>
              <a:buFont typeface="Urbanist"/>
              <a:buNone/>
              <a:defRPr sz="1800">
                <a:solidFill>
                  <a:schemeClr val="accent3"/>
                </a:solidFill>
              </a:defRPr>
            </a:lvl5pPr>
            <a:lvl6pPr lvl="5">
              <a:spcBef>
                <a:spcPts val="0"/>
              </a:spcBef>
              <a:spcAft>
                <a:spcPts val="0"/>
              </a:spcAft>
              <a:buClr>
                <a:schemeClr val="accent3"/>
              </a:buClr>
              <a:buSzPts val="1800"/>
              <a:buFont typeface="Urbanist"/>
              <a:buNone/>
              <a:defRPr sz="1800">
                <a:solidFill>
                  <a:schemeClr val="accent3"/>
                </a:solidFill>
              </a:defRPr>
            </a:lvl6pPr>
            <a:lvl7pPr lvl="6">
              <a:spcBef>
                <a:spcPts val="0"/>
              </a:spcBef>
              <a:spcAft>
                <a:spcPts val="0"/>
              </a:spcAft>
              <a:buClr>
                <a:schemeClr val="accent3"/>
              </a:buClr>
              <a:buSzPts val="1800"/>
              <a:buFont typeface="Urbanist"/>
              <a:buNone/>
              <a:defRPr sz="1800">
                <a:solidFill>
                  <a:schemeClr val="accent3"/>
                </a:solidFill>
              </a:defRPr>
            </a:lvl7pPr>
            <a:lvl8pPr lvl="7">
              <a:spcBef>
                <a:spcPts val="0"/>
              </a:spcBef>
              <a:spcAft>
                <a:spcPts val="0"/>
              </a:spcAft>
              <a:buClr>
                <a:schemeClr val="accent3"/>
              </a:buClr>
              <a:buSzPts val="1800"/>
              <a:buFont typeface="Urbanist"/>
              <a:buNone/>
              <a:defRPr sz="1800">
                <a:solidFill>
                  <a:schemeClr val="accent3"/>
                </a:solidFill>
              </a:defRPr>
            </a:lvl8pPr>
            <a:lvl9pPr lvl="8">
              <a:spcBef>
                <a:spcPts val="0"/>
              </a:spcBef>
              <a:spcAft>
                <a:spcPts val="0"/>
              </a:spcAft>
              <a:buClr>
                <a:schemeClr val="accent3"/>
              </a:buClr>
              <a:buSzPts val="1800"/>
              <a:buFont typeface="Urbanist"/>
              <a:buNone/>
              <a:defRPr sz="1800">
                <a:solidFill>
                  <a:schemeClr val="accent3"/>
                </a:solidFill>
              </a:defRPr>
            </a:lvl9pPr>
          </a:lstStyle>
          <a:p/>
        </p:txBody>
      </p:sp>
      <p:sp>
        <p:nvSpPr>
          <p:cNvPr id="209" name="Google Shape;209;p14"/>
          <p:cNvSpPr txBox="1"/>
          <p:nvPr>
            <p:ph idx="5" type="subTitle"/>
          </p:nvPr>
        </p:nvSpPr>
        <p:spPr>
          <a:xfrm>
            <a:off x="3379125" y="691577"/>
            <a:ext cx="15495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2pPr>
            <a:lvl3pPr lvl="2">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3pPr>
            <a:lvl4pPr lvl="3">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4pPr>
            <a:lvl5pPr lvl="4">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5pPr>
            <a:lvl6pPr lvl="5">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6pPr>
            <a:lvl7pPr lvl="6">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7pPr>
            <a:lvl8pPr lvl="7">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8pPr>
            <a:lvl9pPr lvl="8">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9pPr>
          </a:lstStyle>
          <a:p/>
        </p:txBody>
      </p:sp>
      <p:sp>
        <p:nvSpPr>
          <p:cNvPr id="210" name="Google Shape;210;p14"/>
          <p:cNvSpPr txBox="1"/>
          <p:nvPr>
            <p:ph idx="6" type="subTitle"/>
          </p:nvPr>
        </p:nvSpPr>
        <p:spPr>
          <a:xfrm>
            <a:off x="3379123" y="1072077"/>
            <a:ext cx="2444700" cy="8181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0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2pPr>
            <a:lvl3pPr lvl="2">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3pPr>
            <a:lvl4pPr lvl="3">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4pPr>
            <a:lvl5pPr lvl="4">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5pPr>
            <a:lvl6pPr lvl="5">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6pPr>
            <a:lvl7pPr lvl="6">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7pPr>
            <a:lvl8pPr lvl="7">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8pPr>
            <a:lvl9pPr lvl="8">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9pPr>
          </a:lstStyle>
          <a:p/>
        </p:txBody>
      </p:sp>
      <p:sp>
        <p:nvSpPr>
          <p:cNvPr id="211" name="Google Shape;211;p14"/>
          <p:cNvSpPr txBox="1"/>
          <p:nvPr>
            <p:ph idx="7" type="title"/>
          </p:nvPr>
        </p:nvSpPr>
        <p:spPr>
          <a:xfrm>
            <a:off x="6318039" y="491100"/>
            <a:ext cx="1461300" cy="293100"/>
          </a:xfrm>
          <a:prstGeom prst="rect">
            <a:avLst/>
          </a:prstGeom>
        </p:spPr>
        <p:txBody>
          <a:bodyPr anchorCtr="0" anchor="b" bIns="91425" lIns="0" spcFirstLastPara="1" rIns="91425" wrap="square" tIns="0">
            <a:noAutofit/>
          </a:bodyPr>
          <a:lstStyle>
            <a:lvl1pPr lvl="0">
              <a:spcBef>
                <a:spcPts val="0"/>
              </a:spcBef>
              <a:spcAft>
                <a:spcPts val="0"/>
              </a:spcAft>
              <a:buClr>
                <a:schemeClr val="accent3"/>
              </a:buClr>
              <a:buSzPts val="1800"/>
              <a:buFont typeface="Urbanist"/>
              <a:buNone/>
              <a:defRPr sz="1800">
                <a:solidFill>
                  <a:schemeClr val="accent3"/>
                </a:solidFill>
                <a:latin typeface="Urbanist"/>
                <a:ea typeface="Urbanist"/>
                <a:cs typeface="Urbanist"/>
                <a:sym typeface="Urbanist"/>
              </a:defRPr>
            </a:lvl1pPr>
            <a:lvl2pPr lvl="1">
              <a:spcBef>
                <a:spcPts val="0"/>
              </a:spcBef>
              <a:spcAft>
                <a:spcPts val="0"/>
              </a:spcAft>
              <a:buClr>
                <a:schemeClr val="accent3"/>
              </a:buClr>
              <a:buSzPts val="1800"/>
              <a:buFont typeface="Urbanist"/>
              <a:buNone/>
              <a:defRPr sz="1800">
                <a:solidFill>
                  <a:schemeClr val="accent3"/>
                </a:solidFill>
              </a:defRPr>
            </a:lvl2pPr>
            <a:lvl3pPr lvl="2">
              <a:spcBef>
                <a:spcPts val="0"/>
              </a:spcBef>
              <a:spcAft>
                <a:spcPts val="0"/>
              </a:spcAft>
              <a:buClr>
                <a:schemeClr val="accent3"/>
              </a:buClr>
              <a:buSzPts val="1800"/>
              <a:buFont typeface="Urbanist"/>
              <a:buNone/>
              <a:defRPr sz="1800">
                <a:solidFill>
                  <a:schemeClr val="accent3"/>
                </a:solidFill>
              </a:defRPr>
            </a:lvl3pPr>
            <a:lvl4pPr lvl="3">
              <a:spcBef>
                <a:spcPts val="0"/>
              </a:spcBef>
              <a:spcAft>
                <a:spcPts val="0"/>
              </a:spcAft>
              <a:buClr>
                <a:schemeClr val="accent3"/>
              </a:buClr>
              <a:buSzPts val="1800"/>
              <a:buFont typeface="Urbanist"/>
              <a:buNone/>
              <a:defRPr sz="1800">
                <a:solidFill>
                  <a:schemeClr val="accent3"/>
                </a:solidFill>
              </a:defRPr>
            </a:lvl4pPr>
            <a:lvl5pPr lvl="4">
              <a:spcBef>
                <a:spcPts val="0"/>
              </a:spcBef>
              <a:spcAft>
                <a:spcPts val="0"/>
              </a:spcAft>
              <a:buClr>
                <a:schemeClr val="accent3"/>
              </a:buClr>
              <a:buSzPts val="1800"/>
              <a:buFont typeface="Urbanist"/>
              <a:buNone/>
              <a:defRPr sz="1800">
                <a:solidFill>
                  <a:schemeClr val="accent3"/>
                </a:solidFill>
              </a:defRPr>
            </a:lvl5pPr>
            <a:lvl6pPr lvl="5">
              <a:spcBef>
                <a:spcPts val="0"/>
              </a:spcBef>
              <a:spcAft>
                <a:spcPts val="0"/>
              </a:spcAft>
              <a:buClr>
                <a:schemeClr val="accent3"/>
              </a:buClr>
              <a:buSzPts val="1800"/>
              <a:buFont typeface="Urbanist"/>
              <a:buNone/>
              <a:defRPr sz="1800">
                <a:solidFill>
                  <a:schemeClr val="accent3"/>
                </a:solidFill>
              </a:defRPr>
            </a:lvl6pPr>
            <a:lvl7pPr lvl="6">
              <a:spcBef>
                <a:spcPts val="0"/>
              </a:spcBef>
              <a:spcAft>
                <a:spcPts val="0"/>
              </a:spcAft>
              <a:buClr>
                <a:schemeClr val="accent3"/>
              </a:buClr>
              <a:buSzPts val="1800"/>
              <a:buFont typeface="Urbanist"/>
              <a:buNone/>
              <a:defRPr sz="1800">
                <a:solidFill>
                  <a:schemeClr val="accent3"/>
                </a:solidFill>
              </a:defRPr>
            </a:lvl7pPr>
            <a:lvl8pPr lvl="7">
              <a:spcBef>
                <a:spcPts val="0"/>
              </a:spcBef>
              <a:spcAft>
                <a:spcPts val="0"/>
              </a:spcAft>
              <a:buClr>
                <a:schemeClr val="accent3"/>
              </a:buClr>
              <a:buSzPts val="1800"/>
              <a:buFont typeface="Urbanist"/>
              <a:buNone/>
              <a:defRPr sz="1800">
                <a:solidFill>
                  <a:schemeClr val="accent3"/>
                </a:solidFill>
              </a:defRPr>
            </a:lvl8pPr>
            <a:lvl9pPr lvl="8">
              <a:spcBef>
                <a:spcPts val="0"/>
              </a:spcBef>
              <a:spcAft>
                <a:spcPts val="0"/>
              </a:spcAft>
              <a:buClr>
                <a:schemeClr val="accent3"/>
              </a:buClr>
              <a:buSzPts val="1800"/>
              <a:buFont typeface="Urbanist"/>
              <a:buNone/>
              <a:defRPr sz="1800">
                <a:solidFill>
                  <a:schemeClr val="accent3"/>
                </a:solidFill>
              </a:defRPr>
            </a:lvl9pPr>
          </a:lstStyle>
          <a:p/>
        </p:txBody>
      </p:sp>
      <p:sp>
        <p:nvSpPr>
          <p:cNvPr id="212" name="Google Shape;212;p14"/>
          <p:cNvSpPr txBox="1"/>
          <p:nvPr>
            <p:ph idx="8" type="subTitle"/>
          </p:nvPr>
        </p:nvSpPr>
        <p:spPr>
          <a:xfrm>
            <a:off x="6318039" y="691577"/>
            <a:ext cx="15495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2pPr>
            <a:lvl3pPr lvl="2">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3pPr>
            <a:lvl4pPr lvl="3">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4pPr>
            <a:lvl5pPr lvl="4">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5pPr>
            <a:lvl6pPr lvl="5">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6pPr>
            <a:lvl7pPr lvl="6">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7pPr>
            <a:lvl8pPr lvl="7">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8pPr>
            <a:lvl9pPr lvl="8">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9pPr>
          </a:lstStyle>
          <a:p/>
        </p:txBody>
      </p:sp>
      <p:sp>
        <p:nvSpPr>
          <p:cNvPr id="213" name="Google Shape;213;p14"/>
          <p:cNvSpPr txBox="1"/>
          <p:nvPr>
            <p:ph idx="9" type="subTitle"/>
          </p:nvPr>
        </p:nvSpPr>
        <p:spPr>
          <a:xfrm>
            <a:off x="6318036" y="1072077"/>
            <a:ext cx="2444700" cy="8181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0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2pPr>
            <a:lvl3pPr lvl="2">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3pPr>
            <a:lvl4pPr lvl="3">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4pPr>
            <a:lvl5pPr lvl="4">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5pPr>
            <a:lvl6pPr lvl="5">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6pPr>
            <a:lvl7pPr lvl="6">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7pPr>
            <a:lvl8pPr lvl="7">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8pPr>
            <a:lvl9pPr lvl="8">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9pPr>
          </a:lstStyle>
          <a:p/>
        </p:txBody>
      </p:sp>
      <p:sp>
        <p:nvSpPr>
          <p:cNvPr id="214" name="Google Shape;214;p14"/>
          <p:cNvSpPr txBox="1"/>
          <p:nvPr>
            <p:ph idx="13" type="title"/>
          </p:nvPr>
        </p:nvSpPr>
        <p:spPr>
          <a:xfrm>
            <a:off x="6318039" y="2655740"/>
            <a:ext cx="1461300" cy="293100"/>
          </a:xfrm>
          <a:prstGeom prst="rect">
            <a:avLst/>
          </a:prstGeom>
        </p:spPr>
        <p:txBody>
          <a:bodyPr anchorCtr="0" anchor="b" bIns="91425" lIns="0" spcFirstLastPara="1" rIns="91425" wrap="square" tIns="0">
            <a:noAutofit/>
          </a:bodyPr>
          <a:lstStyle>
            <a:lvl1pPr lvl="0">
              <a:spcBef>
                <a:spcPts val="0"/>
              </a:spcBef>
              <a:spcAft>
                <a:spcPts val="0"/>
              </a:spcAft>
              <a:buClr>
                <a:schemeClr val="accent3"/>
              </a:buClr>
              <a:buSzPts val="1800"/>
              <a:buFont typeface="Urbanist"/>
              <a:buNone/>
              <a:defRPr sz="1800">
                <a:solidFill>
                  <a:schemeClr val="accent3"/>
                </a:solidFill>
                <a:latin typeface="Urbanist"/>
                <a:ea typeface="Urbanist"/>
                <a:cs typeface="Urbanist"/>
                <a:sym typeface="Urbanist"/>
              </a:defRPr>
            </a:lvl1pPr>
            <a:lvl2pPr lvl="1">
              <a:spcBef>
                <a:spcPts val="0"/>
              </a:spcBef>
              <a:spcAft>
                <a:spcPts val="0"/>
              </a:spcAft>
              <a:buClr>
                <a:schemeClr val="accent3"/>
              </a:buClr>
              <a:buSzPts val="1800"/>
              <a:buFont typeface="Urbanist"/>
              <a:buNone/>
              <a:defRPr sz="1800">
                <a:solidFill>
                  <a:schemeClr val="accent3"/>
                </a:solidFill>
              </a:defRPr>
            </a:lvl2pPr>
            <a:lvl3pPr lvl="2">
              <a:spcBef>
                <a:spcPts val="0"/>
              </a:spcBef>
              <a:spcAft>
                <a:spcPts val="0"/>
              </a:spcAft>
              <a:buClr>
                <a:schemeClr val="accent3"/>
              </a:buClr>
              <a:buSzPts val="1800"/>
              <a:buFont typeface="Urbanist"/>
              <a:buNone/>
              <a:defRPr sz="1800">
                <a:solidFill>
                  <a:schemeClr val="accent3"/>
                </a:solidFill>
              </a:defRPr>
            </a:lvl3pPr>
            <a:lvl4pPr lvl="3">
              <a:spcBef>
                <a:spcPts val="0"/>
              </a:spcBef>
              <a:spcAft>
                <a:spcPts val="0"/>
              </a:spcAft>
              <a:buClr>
                <a:schemeClr val="accent3"/>
              </a:buClr>
              <a:buSzPts val="1800"/>
              <a:buFont typeface="Urbanist"/>
              <a:buNone/>
              <a:defRPr sz="1800">
                <a:solidFill>
                  <a:schemeClr val="accent3"/>
                </a:solidFill>
              </a:defRPr>
            </a:lvl4pPr>
            <a:lvl5pPr lvl="4">
              <a:spcBef>
                <a:spcPts val="0"/>
              </a:spcBef>
              <a:spcAft>
                <a:spcPts val="0"/>
              </a:spcAft>
              <a:buClr>
                <a:schemeClr val="accent3"/>
              </a:buClr>
              <a:buSzPts val="1800"/>
              <a:buFont typeface="Urbanist"/>
              <a:buNone/>
              <a:defRPr sz="1800">
                <a:solidFill>
                  <a:schemeClr val="accent3"/>
                </a:solidFill>
              </a:defRPr>
            </a:lvl5pPr>
            <a:lvl6pPr lvl="5">
              <a:spcBef>
                <a:spcPts val="0"/>
              </a:spcBef>
              <a:spcAft>
                <a:spcPts val="0"/>
              </a:spcAft>
              <a:buClr>
                <a:schemeClr val="accent3"/>
              </a:buClr>
              <a:buSzPts val="1800"/>
              <a:buFont typeface="Urbanist"/>
              <a:buNone/>
              <a:defRPr sz="1800">
                <a:solidFill>
                  <a:schemeClr val="accent3"/>
                </a:solidFill>
              </a:defRPr>
            </a:lvl6pPr>
            <a:lvl7pPr lvl="6">
              <a:spcBef>
                <a:spcPts val="0"/>
              </a:spcBef>
              <a:spcAft>
                <a:spcPts val="0"/>
              </a:spcAft>
              <a:buClr>
                <a:schemeClr val="accent3"/>
              </a:buClr>
              <a:buSzPts val="1800"/>
              <a:buFont typeface="Urbanist"/>
              <a:buNone/>
              <a:defRPr sz="1800">
                <a:solidFill>
                  <a:schemeClr val="accent3"/>
                </a:solidFill>
              </a:defRPr>
            </a:lvl7pPr>
            <a:lvl8pPr lvl="7">
              <a:spcBef>
                <a:spcPts val="0"/>
              </a:spcBef>
              <a:spcAft>
                <a:spcPts val="0"/>
              </a:spcAft>
              <a:buClr>
                <a:schemeClr val="accent3"/>
              </a:buClr>
              <a:buSzPts val="1800"/>
              <a:buFont typeface="Urbanist"/>
              <a:buNone/>
              <a:defRPr sz="1800">
                <a:solidFill>
                  <a:schemeClr val="accent3"/>
                </a:solidFill>
              </a:defRPr>
            </a:lvl8pPr>
            <a:lvl9pPr lvl="8">
              <a:spcBef>
                <a:spcPts val="0"/>
              </a:spcBef>
              <a:spcAft>
                <a:spcPts val="0"/>
              </a:spcAft>
              <a:buClr>
                <a:schemeClr val="accent3"/>
              </a:buClr>
              <a:buSzPts val="1800"/>
              <a:buFont typeface="Urbanist"/>
              <a:buNone/>
              <a:defRPr sz="1800">
                <a:solidFill>
                  <a:schemeClr val="accent3"/>
                </a:solidFill>
              </a:defRPr>
            </a:lvl9pPr>
          </a:lstStyle>
          <a:p/>
        </p:txBody>
      </p:sp>
      <p:sp>
        <p:nvSpPr>
          <p:cNvPr id="215" name="Google Shape;215;p14"/>
          <p:cNvSpPr txBox="1"/>
          <p:nvPr>
            <p:ph idx="14" type="subTitle"/>
          </p:nvPr>
        </p:nvSpPr>
        <p:spPr>
          <a:xfrm>
            <a:off x="6318039" y="2856216"/>
            <a:ext cx="15495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2pPr>
            <a:lvl3pPr lvl="2">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3pPr>
            <a:lvl4pPr lvl="3">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4pPr>
            <a:lvl5pPr lvl="4">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5pPr>
            <a:lvl6pPr lvl="5">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6pPr>
            <a:lvl7pPr lvl="6">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7pPr>
            <a:lvl8pPr lvl="7">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8pPr>
            <a:lvl9pPr lvl="8">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9pPr>
          </a:lstStyle>
          <a:p/>
        </p:txBody>
      </p:sp>
      <p:sp>
        <p:nvSpPr>
          <p:cNvPr id="216" name="Google Shape;216;p14"/>
          <p:cNvSpPr txBox="1"/>
          <p:nvPr>
            <p:ph idx="15" type="subTitle"/>
          </p:nvPr>
        </p:nvSpPr>
        <p:spPr>
          <a:xfrm>
            <a:off x="6318036" y="3236717"/>
            <a:ext cx="2444700" cy="8181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0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2pPr>
            <a:lvl3pPr lvl="2">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3pPr>
            <a:lvl4pPr lvl="3">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4pPr>
            <a:lvl5pPr lvl="4">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5pPr>
            <a:lvl6pPr lvl="5">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6pPr>
            <a:lvl7pPr lvl="6">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7pPr>
            <a:lvl8pPr lvl="7">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8pPr>
            <a:lvl9pPr lvl="8">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9pPr>
          </a:lstStyle>
          <a:p/>
        </p:txBody>
      </p:sp>
      <p:sp>
        <p:nvSpPr>
          <p:cNvPr id="217" name="Google Shape;217;p14"/>
          <p:cNvSpPr txBox="1"/>
          <p:nvPr>
            <p:ph idx="16" type="title"/>
          </p:nvPr>
        </p:nvSpPr>
        <p:spPr>
          <a:xfrm>
            <a:off x="3379125" y="2655740"/>
            <a:ext cx="1461300" cy="293100"/>
          </a:xfrm>
          <a:prstGeom prst="rect">
            <a:avLst/>
          </a:prstGeom>
        </p:spPr>
        <p:txBody>
          <a:bodyPr anchorCtr="0" anchor="b" bIns="91425" lIns="0" spcFirstLastPara="1" rIns="91425" wrap="square" tIns="0">
            <a:noAutofit/>
          </a:bodyPr>
          <a:lstStyle>
            <a:lvl1pPr lvl="0">
              <a:spcBef>
                <a:spcPts val="0"/>
              </a:spcBef>
              <a:spcAft>
                <a:spcPts val="0"/>
              </a:spcAft>
              <a:buClr>
                <a:schemeClr val="accent3"/>
              </a:buClr>
              <a:buSzPts val="1800"/>
              <a:buFont typeface="Urbanist"/>
              <a:buNone/>
              <a:defRPr sz="1800">
                <a:solidFill>
                  <a:schemeClr val="accent3"/>
                </a:solidFill>
                <a:latin typeface="Urbanist"/>
                <a:ea typeface="Urbanist"/>
                <a:cs typeface="Urbanist"/>
                <a:sym typeface="Urbanist"/>
              </a:defRPr>
            </a:lvl1pPr>
            <a:lvl2pPr lvl="1">
              <a:spcBef>
                <a:spcPts val="0"/>
              </a:spcBef>
              <a:spcAft>
                <a:spcPts val="0"/>
              </a:spcAft>
              <a:buClr>
                <a:schemeClr val="accent3"/>
              </a:buClr>
              <a:buSzPts val="1800"/>
              <a:buFont typeface="Urbanist"/>
              <a:buNone/>
              <a:defRPr sz="1800">
                <a:solidFill>
                  <a:schemeClr val="accent3"/>
                </a:solidFill>
              </a:defRPr>
            </a:lvl2pPr>
            <a:lvl3pPr lvl="2">
              <a:spcBef>
                <a:spcPts val="0"/>
              </a:spcBef>
              <a:spcAft>
                <a:spcPts val="0"/>
              </a:spcAft>
              <a:buClr>
                <a:schemeClr val="accent3"/>
              </a:buClr>
              <a:buSzPts val="1800"/>
              <a:buFont typeface="Urbanist"/>
              <a:buNone/>
              <a:defRPr sz="1800">
                <a:solidFill>
                  <a:schemeClr val="accent3"/>
                </a:solidFill>
              </a:defRPr>
            </a:lvl3pPr>
            <a:lvl4pPr lvl="3">
              <a:spcBef>
                <a:spcPts val="0"/>
              </a:spcBef>
              <a:spcAft>
                <a:spcPts val="0"/>
              </a:spcAft>
              <a:buClr>
                <a:schemeClr val="accent3"/>
              </a:buClr>
              <a:buSzPts val="1800"/>
              <a:buFont typeface="Urbanist"/>
              <a:buNone/>
              <a:defRPr sz="1800">
                <a:solidFill>
                  <a:schemeClr val="accent3"/>
                </a:solidFill>
              </a:defRPr>
            </a:lvl4pPr>
            <a:lvl5pPr lvl="4">
              <a:spcBef>
                <a:spcPts val="0"/>
              </a:spcBef>
              <a:spcAft>
                <a:spcPts val="0"/>
              </a:spcAft>
              <a:buClr>
                <a:schemeClr val="accent3"/>
              </a:buClr>
              <a:buSzPts val="1800"/>
              <a:buFont typeface="Urbanist"/>
              <a:buNone/>
              <a:defRPr sz="1800">
                <a:solidFill>
                  <a:schemeClr val="accent3"/>
                </a:solidFill>
              </a:defRPr>
            </a:lvl5pPr>
            <a:lvl6pPr lvl="5">
              <a:spcBef>
                <a:spcPts val="0"/>
              </a:spcBef>
              <a:spcAft>
                <a:spcPts val="0"/>
              </a:spcAft>
              <a:buClr>
                <a:schemeClr val="accent3"/>
              </a:buClr>
              <a:buSzPts val="1800"/>
              <a:buFont typeface="Urbanist"/>
              <a:buNone/>
              <a:defRPr sz="1800">
                <a:solidFill>
                  <a:schemeClr val="accent3"/>
                </a:solidFill>
              </a:defRPr>
            </a:lvl6pPr>
            <a:lvl7pPr lvl="6">
              <a:spcBef>
                <a:spcPts val="0"/>
              </a:spcBef>
              <a:spcAft>
                <a:spcPts val="0"/>
              </a:spcAft>
              <a:buClr>
                <a:schemeClr val="accent3"/>
              </a:buClr>
              <a:buSzPts val="1800"/>
              <a:buFont typeface="Urbanist"/>
              <a:buNone/>
              <a:defRPr sz="1800">
                <a:solidFill>
                  <a:schemeClr val="accent3"/>
                </a:solidFill>
              </a:defRPr>
            </a:lvl7pPr>
            <a:lvl8pPr lvl="7">
              <a:spcBef>
                <a:spcPts val="0"/>
              </a:spcBef>
              <a:spcAft>
                <a:spcPts val="0"/>
              </a:spcAft>
              <a:buClr>
                <a:schemeClr val="accent3"/>
              </a:buClr>
              <a:buSzPts val="1800"/>
              <a:buFont typeface="Urbanist"/>
              <a:buNone/>
              <a:defRPr sz="1800">
                <a:solidFill>
                  <a:schemeClr val="accent3"/>
                </a:solidFill>
              </a:defRPr>
            </a:lvl8pPr>
            <a:lvl9pPr lvl="8">
              <a:spcBef>
                <a:spcPts val="0"/>
              </a:spcBef>
              <a:spcAft>
                <a:spcPts val="0"/>
              </a:spcAft>
              <a:buClr>
                <a:schemeClr val="accent3"/>
              </a:buClr>
              <a:buSzPts val="1800"/>
              <a:buFont typeface="Urbanist"/>
              <a:buNone/>
              <a:defRPr sz="1800">
                <a:solidFill>
                  <a:schemeClr val="accent3"/>
                </a:solidFill>
              </a:defRPr>
            </a:lvl9pPr>
          </a:lstStyle>
          <a:p/>
        </p:txBody>
      </p:sp>
      <p:sp>
        <p:nvSpPr>
          <p:cNvPr id="218" name="Google Shape;218;p14"/>
          <p:cNvSpPr txBox="1"/>
          <p:nvPr>
            <p:ph idx="17" type="subTitle"/>
          </p:nvPr>
        </p:nvSpPr>
        <p:spPr>
          <a:xfrm>
            <a:off x="3379125" y="2856216"/>
            <a:ext cx="15495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2pPr>
            <a:lvl3pPr lvl="2">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3pPr>
            <a:lvl4pPr lvl="3">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4pPr>
            <a:lvl5pPr lvl="4">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5pPr>
            <a:lvl6pPr lvl="5">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6pPr>
            <a:lvl7pPr lvl="6">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7pPr>
            <a:lvl8pPr lvl="7">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8pPr>
            <a:lvl9pPr lvl="8">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9pPr>
          </a:lstStyle>
          <a:p/>
        </p:txBody>
      </p:sp>
      <p:sp>
        <p:nvSpPr>
          <p:cNvPr id="219" name="Google Shape;219;p14"/>
          <p:cNvSpPr txBox="1"/>
          <p:nvPr>
            <p:ph idx="18" type="subTitle"/>
          </p:nvPr>
        </p:nvSpPr>
        <p:spPr>
          <a:xfrm>
            <a:off x="3379123" y="3236717"/>
            <a:ext cx="2444700" cy="8181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0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2pPr>
            <a:lvl3pPr lvl="2">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3pPr>
            <a:lvl4pPr lvl="3">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4pPr>
            <a:lvl5pPr lvl="4">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5pPr>
            <a:lvl6pPr lvl="5">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6pPr>
            <a:lvl7pPr lvl="6">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7pPr>
            <a:lvl8pPr lvl="7">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8pPr>
            <a:lvl9pPr lvl="8">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9pPr>
          </a:lstStyle>
          <a:p/>
        </p:txBody>
      </p:sp>
      <p:sp>
        <p:nvSpPr>
          <p:cNvPr id="220" name="Google Shape;220;p14"/>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21" name="Google Shape;221;p14"/>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meline">
  <p:cSld name="CUSTOM_7_1_1_1_1_1_1_1_1_1_1_1_1_1_1_1_1_1">
    <p:spTree>
      <p:nvGrpSpPr>
        <p:cNvPr id="222" name="Shape 222"/>
        <p:cNvGrpSpPr/>
        <p:nvPr/>
      </p:nvGrpSpPr>
      <p:grpSpPr>
        <a:xfrm>
          <a:off x="0" y="0"/>
          <a:ext cx="0" cy="0"/>
          <a:chOff x="0" y="0"/>
          <a:chExt cx="0" cy="0"/>
        </a:xfrm>
      </p:grpSpPr>
      <p:pic>
        <p:nvPicPr>
          <p:cNvPr id="223" name="Google Shape;223;p15"/>
          <p:cNvPicPr preferRelativeResize="0"/>
          <p:nvPr/>
        </p:nvPicPr>
        <p:blipFill rotWithShape="1">
          <a:blip r:embed="rId2">
            <a:alphaModFix/>
          </a:blip>
          <a:srcRect b="14588" l="0" r="15469" t="0"/>
          <a:stretch/>
        </p:blipFill>
        <p:spPr>
          <a:xfrm flipH="1">
            <a:off x="4571999" y="2061075"/>
            <a:ext cx="4572001" cy="3082424"/>
          </a:xfrm>
          <a:prstGeom prst="rect">
            <a:avLst/>
          </a:prstGeom>
          <a:noFill/>
          <a:ln>
            <a:noFill/>
          </a:ln>
        </p:spPr>
      </p:pic>
      <p:cxnSp>
        <p:nvCxnSpPr>
          <p:cNvPr id="224" name="Google Shape;224;p15"/>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225" name="Google Shape;225;p15"/>
          <p:cNvSpPr txBox="1"/>
          <p:nvPr>
            <p:ph idx="1"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26" name="Google Shape;226;p15"/>
          <p:cNvSpPr txBox="1"/>
          <p:nvPr>
            <p:ph idx="2"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27" name="Google Shape;227;p15"/>
          <p:cNvSpPr txBox="1"/>
          <p:nvPr>
            <p:ph idx="3"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28" name="Google Shape;228;p15"/>
          <p:cNvSpPr txBox="1"/>
          <p:nvPr>
            <p:ph idx="4" type="subTitle"/>
          </p:nvPr>
        </p:nvSpPr>
        <p:spPr>
          <a:xfrm>
            <a:off x="228600" y="228600"/>
            <a:ext cx="2920800" cy="228600"/>
          </a:xfrm>
          <a:prstGeom prst="rect">
            <a:avLst/>
          </a:prstGeom>
        </p:spPr>
        <p:txBody>
          <a:bodyPr anchorCtr="0" anchor="t" bIns="0" lIns="0" spcFirstLastPara="1" rIns="0" wrap="square" tIns="0">
            <a:noAutofit/>
          </a:bodyPr>
          <a:lstStyle>
            <a:lvl1pPr lvl="0">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9pPr>
          </a:lstStyle>
          <a:p/>
        </p:txBody>
      </p:sp>
      <p:sp>
        <p:nvSpPr>
          <p:cNvPr id="229" name="Google Shape;229;p15"/>
          <p:cNvSpPr txBox="1"/>
          <p:nvPr>
            <p:ph type="title"/>
          </p:nvPr>
        </p:nvSpPr>
        <p:spPr>
          <a:xfrm>
            <a:off x="355225" y="1775475"/>
            <a:ext cx="1862100" cy="293100"/>
          </a:xfrm>
          <a:prstGeom prst="rect">
            <a:avLst/>
          </a:prstGeom>
        </p:spPr>
        <p:txBody>
          <a:bodyPr anchorCtr="0" anchor="b" bIns="91425" lIns="0" spcFirstLastPara="1" rIns="91425" wrap="square" tIns="0">
            <a:noAutofit/>
          </a:bodyPr>
          <a:lstStyle>
            <a:lvl1pPr lvl="0">
              <a:spcBef>
                <a:spcPts val="0"/>
              </a:spcBef>
              <a:spcAft>
                <a:spcPts val="0"/>
              </a:spcAft>
              <a:buClr>
                <a:schemeClr val="accent3"/>
              </a:buClr>
              <a:buSzPts val="3000"/>
              <a:buFont typeface="Urbanist"/>
              <a:buNone/>
              <a:defRPr sz="1800">
                <a:solidFill>
                  <a:schemeClr val="accent3"/>
                </a:solidFill>
              </a:defRPr>
            </a:lvl1pPr>
            <a:lvl2pPr lvl="1">
              <a:spcBef>
                <a:spcPts val="0"/>
              </a:spcBef>
              <a:spcAft>
                <a:spcPts val="0"/>
              </a:spcAft>
              <a:buClr>
                <a:schemeClr val="accent3"/>
              </a:buClr>
              <a:buSzPts val="3000"/>
              <a:buFont typeface="Urbanist"/>
              <a:buNone/>
              <a:defRPr>
                <a:solidFill>
                  <a:schemeClr val="accent3"/>
                </a:solidFill>
              </a:defRPr>
            </a:lvl2pPr>
            <a:lvl3pPr lvl="2">
              <a:spcBef>
                <a:spcPts val="0"/>
              </a:spcBef>
              <a:spcAft>
                <a:spcPts val="0"/>
              </a:spcAft>
              <a:buClr>
                <a:schemeClr val="accent3"/>
              </a:buClr>
              <a:buSzPts val="3000"/>
              <a:buFont typeface="Urbanist"/>
              <a:buNone/>
              <a:defRPr>
                <a:solidFill>
                  <a:schemeClr val="accent3"/>
                </a:solidFill>
              </a:defRPr>
            </a:lvl3pPr>
            <a:lvl4pPr lvl="3">
              <a:spcBef>
                <a:spcPts val="0"/>
              </a:spcBef>
              <a:spcAft>
                <a:spcPts val="0"/>
              </a:spcAft>
              <a:buClr>
                <a:schemeClr val="accent3"/>
              </a:buClr>
              <a:buSzPts val="3000"/>
              <a:buFont typeface="Urbanist"/>
              <a:buNone/>
              <a:defRPr>
                <a:solidFill>
                  <a:schemeClr val="accent3"/>
                </a:solidFill>
              </a:defRPr>
            </a:lvl4pPr>
            <a:lvl5pPr lvl="4">
              <a:spcBef>
                <a:spcPts val="0"/>
              </a:spcBef>
              <a:spcAft>
                <a:spcPts val="0"/>
              </a:spcAft>
              <a:buClr>
                <a:schemeClr val="accent3"/>
              </a:buClr>
              <a:buSzPts val="3000"/>
              <a:buFont typeface="Urbanist"/>
              <a:buNone/>
              <a:defRPr>
                <a:solidFill>
                  <a:schemeClr val="accent3"/>
                </a:solidFill>
              </a:defRPr>
            </a:lvl5pPr>
            <a:lvl6pPr lvl="5">
              <a:spcBef>
                <a:spcPts val="0"/>
              </a:spcBef>
              <a:spcAft>
                <a:spcPts val="0"/>
              </a:spcAft>
              <a:buClr>
                <a:schemeClr val="accent3"/>
              </a:buClr>
              <a:buSzPts val="3000"/>
              <a:buFont typeface="Urbanist"/>
              <a:buNone/>
              <a:defRPr>
                <a:solidFill>
                  <a:schemeClr val="accent3"/>
                </a:solidFill>
              </a:defRPr>
            </a:lvl6pPr>
            <a:lvl7pPr lvl="6">
              <a:spcBef>
                <a:spcPts val="0"/>
              </a:spcBef>
              <a:spcAft>
                <a:spcPts val="0"/>
              </a:spcAft>
              <a:buClr>
                <a:schemeClr val="accent3"/>
              </a:buClr>
              <a:buSzPts val="3000"/>
              <a:buFont typeface="Urbanist"/>
              <a:buNone/>
              <a:defRPr>
                <a:solidFill>
                  <a:schemeClr val="accent3"/>
                </a:solidFill>
              </a:defRPr>
            </a:lvl7pPr>
            <a:lvl8pPr lvl="7">
              <a:spcBef>
                <a:spcPts val="0"/>
              </a:spcBef>
              <a:spcAft>
                <a:spcPts val="0"/>
              </a:spcAft>
              <a:buClr>
                <a:schemeClr val="accent3"/>
              </a:buClr>
              <a:buSzPts val="3000"/>
              <a:buFont typeface="Urbanist"/>
              <a:buNone/>
              <a:defRPr>
                <a:solidFill>
                  <a:schemeClr val="accent3"/>
                </a:solidFill>
              </a:defRPr>
            </a:lvl8pPr>
            <a:lvl9pPr lvl="8">
              <a:spcBef>
                <a:spcPts val="0"/>
              </a:spcBef>
              <a:spcAft>
                <a:spcPts val="0"/>
              </a:spcAft>
              <a:buClr>
                <a:schemeClr val="accent3"/>
              </a:buClr>
              <a:buSzPts val="3000"/>
              <a:buFont typeface="Urbanist"/>
              <a:buNone/>
              <a:defRPr>
                <a:solidFill>
                  <a:schemeClr val="accent3"/>
                </a:solidFill>
              </a:defRPr>
            </a:lvl9pPr>
          </a:lstStyle>
          <a:p/>
        </p:txBody>
      </p:sp>
      <p:sp>
        <p:nvSpPr>
          <p:cNvPr id="230" name="Google Shape;230;p15"/>
          <p:cNvSpPr txBox="1"/>
          <p:nvPr>
            <p:ph idx="5" type="subTitle"/>
          </p:nvPr>
        </p:nvSpPr>
        <p:spPr>
          <a:xfrm>
            <a:off x="355225" y="2161825"/>
            <a:ext cx="19746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3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2pPr>
            <a:lvl3pPr lvl="2">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3pPr>
            <a:lvl4pPr lvl="3">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4pPr>
            <a:lvl5pPr lvl="4">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5pPr>
            <a:lvl6pPr lvl="5">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6pPr>
            <a:lvl7pPr lvl="6">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7pPr>
            <a:lvl8pPr lvl="7">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8pPr>
            <a:lvl9pPr lvl="8">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9pPr>
          </a:lstStyle>
          <a:p/>
        </p:txBody>
      </p:sp>
      <p:sp>
        <p:nvSpPr>
          <p:cNvPr id="231" name="Google Shape;231;p15"/>
          <p:cNvSpPr txBox="1"/>
          <p:nvPr>
            <p:ph idx="6" type="body"/>
          </p:nvPr>
        </p:nvSpPr>
        <p:spPr>
          <a:xfrm>
            <a:off x="355225" y="2465025"/>
            <a:ext cx="1826700" cy="477900"/>
          </a:xfrm>
          <a:prstGeom prst="rect">
            <a:avLst/>
          </a:prstGeom>
        </p:spPr>
        <p:txBody>
          <a:bodyPr anchorCtr="0" anchor="t" bIns="91425" lIns="0" spcFirstLastPara="1" rIns="91425" wrap="square" tIns="0">
            <a:noAutofit/>
          </a:bodyPr>
          <a:lstStyle>
            <a:lvl1pPr indent="-279400" lvl="0" marL="457200">
              <a:spcBef>
                <a:spcPts val="0"/>
              </a:spcBef>
              <a:spcAft>
                <a:spcPts val="0"/>
              </a:spcAft>
              <a:buClr>
                <a:schemeClr val="dk2"/>
              </a:buClr>
              <a:buSzPts val="800"/>
              <a:buFont typeface="Urbanist"/>
              <a:buChar char="●"/>
              <a:defRPr sz="800">
                <a:solidFill>
                  <a:schemeClr val="dk2"/>
                </a:solidFill>
              </a:defRPr>
            </a:lvl1pPr>
            <a:lvl2pPr indent="-279400" lvl="1" marL="914400">
              <a:spcBef>
                <a:spcPts val="0"/>
              </a:spcBef>
              <a:spcAft>
                <a:spcPts val="0"/>
              </a:spcAft>
              <a:buClr>
                <a:schemeClr val="dk2"/>
              </a:buClr>
              <a:buSzPts val="800"/>
              <a:buFont typeface="Urbanist"/>
              <a:buChar char="○"/>
              <a:defRPr sz="800">
                <a:solidFill>
                  <a:schemeClr val="dk2"/>
                </a:solidFill>
              </a:defRPr>
            </a:lvl2pPr>
            <a:lvl3pPr indent="-279400" lvl="2" marL="1371600">
              <a:spcBef>
                <a:spcPts val="0"/>
              </a:spcBef>
              <a:spcAft>
                <a:spcPts val="0"/>
              </a:spcAft>
              <a:buClr>
                <a:schemeClr val="dk2"/>
              </a:buClr>
              <a:buSzPts val="800"/>
              <a:buFont typeface="Urbanist"/>
              <a:buChar char="■"/>
              <a:defRPr sz="800">
                <a:solidFill>
                  <a:schemeClr val="dk2"/>
                </a:solidFill>
              </a:defRPr>
            </a:lvl3pPr>
            <a:lvl4pPr indent="-279400" lvl="3" marL="1828800">
              <a:spcBef>
                <a:spcPts val="0"/>
              </a:spcBef>
              <a:spcAft>
                <a:spcPts val="0"/>
              </a:spcAft>
              <a:buClr>
                <a:schemeClr val="dk2"/>
              </a:buClr>
              <a:buSzPts val="800"/>
              <a:buFont typeface="Urbanist"/>
              <a:buChar char="●"/>
              <a:defRPr sz="800">
                <a:solidFill>
                  <a:schemeClr val="dk2"/>
                </a:solidFill>
              </a:defRPr>
            </a:lvl4pPr>
            <a:lvl5pPr indent="-279400" lvl="4" marL="2286000">
              <a:spcBef>
                <a:spcPts val="0"/>
              </a:spcBef>
              <a:spcAft>
                <a:spcPts val="0"/>
              </a:spcAft>
              <a:buClr>
                <a:schemeClr val="dk2"/>
              </a:buClr>
              <a:buSzPts val="800"/>
              <a:buFont typeface="Urbanist"/>
              <a:buChar char="○"/>
              <a:defRPr sz="800">
                <a:solidFill>
                  <a:schemeClr val="dk2"/>
                </a:solidFill>
              </a:defRPr>
            </a:lvl5pPr>
            <a:lvl6pPr indent="-279400" lvl="5" marL="2743200">
              <a:spcBef>
                <a:spcPts val="0"/>
              </a:spcBef>
              <a:spcAft>
                <a:spcPts val="0"/>
              </a:spcAft>
              <a:buClr>
                <a:schemeClr val="dk2"/>
              </a:buClr>
              <a:buSzPts val="800"/>
              <a:buFont typeface="Urbanist"/>
              <a:buChar char="■"/>
              <a:defRPr sz="800">
                <a:solidFill>
                  <a:schemeClr val="dk2"/>
                </a:solidFill>
              </a:defRPr>
            </a:lvl6pPr>
            <a:lvl7pPr indent="-279400" lvl="6" marL="3200400">
              <a:spcBef>
                <a:spcPts val="0"/>
              </a:spcBef>
              <a:spcAft>
                <a:spcPts val="0"/>
              </a:spcAft>
              <a:buClr>
                <a:schemeClr val="dk2"/>
              </a:buClr>
              <a:buSzPts val="800"/>
              <a:buFont typeface="Urbanist"/>
              <a:buChar char="●"/>
              <a:defRPr sz="800">
                <a:solidFill>
                  <a:schemeClr val="dk2"/>
                </a:solidFill>
              </a:defRPr>
            </a:lvl7pPr>
            <a:lvl8pPr indent="-279400" lvl="7" marL="3657600">
              <a:spcBef>
                <a:spcPts val="0"/>
              </a:spcBef>
              <a:spcAft>
                <a:spcPts val="0"/>
              </a:spcAft>
              <a:buClr>
                <a:schemeClr val="dk2"/>
              </a:buClr>
              <a:buSzPts val="800"/>
              <a:buFont typeface="Urbanist"/>
              <a:buChar char="○"/>
              <a:defRPr sz="800">
                <a:solidFill>
                  <a:schemeClr val="dk2"/>
                </a:solidFill>
              </a:defRPr>
            </a:lvl8pPr>
            <a:lvl9pPr indent="-279400" lvl="8" marL="4114800">
              <a:spcBef>
                <a:spcPts val="0"/>
              </a:spcBef>
              <a:spcAft>
                <a:spcPts val="0"/>
              </a:spcAft>
              <a:buClr>
                <a:schemeClr val="dk2"/>
              </a:buClr>
              <a:buSzPts val="800"/>
              <a:buFont typeface="Urbanist"/>
              <a:buChar char="■"/>
              <a:defRPr sz="800">
                <a:solidFill>
                  <a:schemeClr val="dk2"/>
                </a:solidFill>
              </a:defRPr>
            </a:lvl9pPr>
          </a:lstStyle>
          <a:p/>
        </p:txBody>
      </p:sp>
      <p:sp>
        <p:nvSpPr>
          <p:cNvPr id="232" name="Google Shape;232;p15"/>
          <p:cNvSpPr txBox="1"/>
          <p:nvPr>
            <p:ph idx="7" type="title"/>
          </p:nvPr>
        </p:nvSpPr>
        <p:spPr>
          <a:xfrm>
            <a:off x="2543875" y="1775475"/>
            <a:ext cx="1862100" cy="293100"/>
          </a:xfrm>
          <a:prstGeom prst="rect">
            <a:avLst/>
          </a:prstGeom>
        </p:spPr>
        <p:txBody>
          <a:bodyPr anchorCtr="0" anchor="b" bIns="91425" lIns="0" spcFirstLastPara="1" rIns="91425" wrap="square" tIns="0">
            <a:noAutofit/>
          </a:bodyPr>
          <a:lstStyle>
            <a:lvl1pPr lvl="0">
              <a:lnSpc>
                <a:spcPct val="90000"/>
              </a:lnSpc>
              <a:spcBef>
                <a:spcPts val="0"/>
              </a:spcBef>
              <a:spcAft>
                <a:spcPts val="0"/>
              </a:spcAft>
              <a:buClr>
                <a:schemeClr val="accent3"/>
              </a:buClr>
              <a:buSzPts val="3000"/>
              <a:buFont typeface="Urbanist"/>
              <a:buNone/>
              <a:defRPr sz="1800">
                <a:solidFill>
                  <a:schemeClr val="accent3"/>
                </a:solidFill>
              </a:defRPr>
            </a:lvl1pPr>
            <a:lvl2pPr lvl="1">
              <a:spcBef>
                <a:spcPts val="0"/>
              </a:spcBef>
              <a:spcAft>
                <a:spcPts val="0"/>
              </a:spcAft>
              <a:buClr>
                <a:schemeClr val="accent3"/>
              </a:buClr>
              <a:buSzPts val="3000"/>
              <a:buFont typeface="Urbanist"/>
              <a:buNone/>
              <a:defRPr>
                <a:solidFill>
                  <a:schemeClr val="accent3"/>
                </a:solidFill>
              </a:defRPr>
            </a:lvl2pPr>
            <a:lvl3pPr lvl="2">
              <a:spcBef>
                <a:spcPts val="0"/>
              </a:spcBef>
              <a:spcAft>
                <a:spcPts val="0"/>
              </a:spcAft>
              <a:buClr>
                <a:schemeClr val="accent3"/>
              </a:buClr>
              <a:buSzPts val="3000"/>
              <a:buFont typeface="Urbanist"/>
              <a:buNone/>
              <a:defRPr>
                <a:solidFill>
                  <a:schemeClr val="accent3"/>
                </a:solidFill>
              </a:defRPr>
            </a:lvl3pPr>
            <a:lvl4pPr lvl="3">
              <a:spcBef>
                <a:spcPts val="0"/>
              </a:spcBef>
              <a:spcAft>
                <a:spcPts val="0"/>
              </a:spcAft>
              <a:buClr>
                <a:schemeClr val="accent3"/>
              </a:buClr>
              <a:buSzPts val="3000"/>
              <a:buFont typeface="Urbanist"/>
              <a:buNone/>
              <a:defRPr>
                <a:solidFill>
                  <a:schemeClr val="accent3"/>
                </a:solidFill>
              </a:defRPr>
            </a:lvl4pPr>
            <a:lvl5pPr lvl="4">
              <a:spcBef>
                <a:spcPts val="0"/>
              </a:spcBef>
              <a:spcAft>
                <a:spcPts val="0"/>
              </a:spcAft>
              <a:buClr>
                <a:schemeClr val="accent3"/>
              </a:buClr>
              <a:buSzPts val="3000"/>
              <a:buFont typeface="Urbanist"/>
              <a:buNone/>
              <a:defRPr>
                <a:solidFill>
                  <a:schemeClr val="accent3"/>
                </a:solidFill>
              </a:defRPr>
            </a:lvl5pPr>
            <a:lvl6pPr lvl="5">
              <a:spcBef>
                <a:spcPts val="0"/>
              </a:spcBef>
              <a:spcAft>
                <a:spcPts val="0"/>
              </a:spcAft>
              <a:buClr>
                <a:schemeClr val="accent3"/>
              </a:buClr>
              <a:buSzPts val="3000"/>
              <a:buFont typeface="Urbanist"/>
              <a:buNone/>
              <a:defRPr>
                <a:solidFill>
                  <a:schemeClr val="accent3"/>
                </a:solidFill>
              </a:defRPr>
            </a:lvl6pPr>
            <a:lvl7pPr lvl="6">
              <a:spcBef>
                <a:spcPts val="0"/>
              </a:spcBef>
              <a:spcAft>
                <a:spcPts val="0"/>
              </a:spcAft>
              <a:buClr>
                <a:schemeClr val="accent3"/>
              </a:buClr>
              <a:buSzPts val="3000"/>
              <a:buFont typeface="Urbanist"/>
              <a:buNone/>
              <a:defRPr>
                <a:solidFill>
                  <a:schemeClr val="accent3"/>
                </a:solidFill>
              </a:defRPr>
            </a:lvl7pPr>
            <a:lvl8pPr lvl="7">
              <a:spcBef>
                <a:spcPts val="0"/>
              </a:spcBef>
              <a:spcAft>
                <a:spcPts val="0"/>
              </a:spcAft>
              <a:buClr>
                <a:schemeClr val="accent3"/>
              </a:buClr>
              <a:buSzPts val="3000"/>
              <a:buFont typeface="Urbanist"/>
              <a:buNone/>
              <a:defRPr>
                <a:solidFill>
                  <a:schemeClr val="accent3"/>
                </a:solidFill>
              </a:defRPr>
            </a:lvl8pPr>
            <a:lvl9pPr lvl="8">
              <a:spcBef>
                <a:spcPts val="0"/>
              </a:spcBef>
              <a:spcAft>
                <a:spcPts val="0"/>
              </a:spcAft>
              <a:buClr>
                <a:schemeClr val="accent3"/>
              </a:buClr>
              <a:buSzPts val="3000"/>
              <a:buFont typeface="Urbanist"/>
              <a:buNone/>
              <a:defRPr>
                <a:solidFill>
                  <a:schemeClr val="accent3"/>
                </a:solidFill>
              </a:defRPr>
            </a:lvl9pPr>
          </a:lstStyle>
          <a:p/>
        </p:txBody>
      </p:sp>
      <p:sp>
        <p:nvSpPr>
          <p:cNvPr id="233" name="Google Shape;233;p15"/>
          <p:cNvSpPr txBox="1"/>
          <p:nvPr>
            <p:ph idx="8" type="subTitle"/>
          </p:nvPr>
        </p:nvSpPr>
        <p:spPr>
          <a:xfrm>
            <a:off x="2543875" y="2161825"/>
            <a:ext cx="19746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3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2pPr>
            <a:lvl3pPr lvl="2">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3pPr>
            <a:lvl4pPr lvl="3">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4pPr>
            <a:lvl5pPr lvl="4">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5pPr>
            <a:lvl6pPr lvl="5">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6pPr>
            <a:lvl7pPr lvl="6">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7pPr>
            <a:lvl8pPr lvl="7">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8pPr>
            <a:lvl9pPr lvl="8">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9pPr>
          </a:lstStyle>
          <a:p/>
        </p:txBody>
      </p:sp>
      <p:sp>
        <p:nvSpPr>
          <p:cNvPr id="234" name="Google Shape;234;p15"/>
          <p:cNvSpPr txBox="1"/>
          <p:nvPr>
            <p:ph idx="9" type="body"/>
          </p:nvPr>
        </p:nvSpPr>
        <p:spPr>
          <a:xfrm>
            <a:off x="2543875" y="2465025"/>
            <a:ext cx="1826700" cy="477900"/>
          </a:xfrm>
          <a:prstGeom prst="rect">
            <a:avLst/>
          </a:prstGeom>
        </p:spPr>
        <p:txBody>
          <a:bodyPr anchorCtr="0" anchor="t" bIns="91425" lIns="0" spcFirstLastPara="1" rIns="91425" wrap="square" tIns="0">
            <a:noAutofit/>
          </a:bodyPr>
          <a:lstStyle>
            <a:lvl1pPr indent="-279400" lvl="0" marL="457200">
              <a:spcBef>
                <a:spcPts val="0"/>
              </a:spcBef>
              <a:spcAft>
                <a:spcPts val="0"/>
              </a:spcAft>
              <a:buClr>
                <a:schemeClr val="dk2"/>
              </a:buClr>
              <a:buSzPts val="800"/>
              <a:buFont typeface="Urbanist"/>
              <a:buChar char="●"/>
              <a:defRPr sz="800">
                <a:solidFill>
                  <a:schemeClr val="dk2"/>
                </a:solidFill>
              </a:defRPr>
            </a:lvl1pPr>
            <a:lvl2pPr indent="-279400" lvl="1" marL="914400">
              <a:spcBef>
                <a:spcPts val="0"/>
              </a:spcBef>
              <a:spcAft>
                <a:spcPts val="0"/>
              </a:spcAft>
              <a:buClr>
                <a:schemeClr val="dk2"/>
              </a:buClr>
              <a:buSzPts val="800"/>
              <a:buFont typeface="Urbanist"/>
              <a:buChar char="○"/>
              <a:defRPr sz="800">
                <a:solidFill>
                  <a:schemeClr val="dk2"/>
                </a:solidFill>
              </a:defRPr>
            </a:lvl2pPr>
            <a:lvl3pPr indent="-279400" lvl="2" marL="1371600">
              <a:spcBef>
                <a:spcPts val="0"/>
              </a:spcBef>
              <a:spcAft>
                <a:spcPts val="0"/>
              </a:spcAft>
              <a:buClr>
                <a:schemeClr val="dk2"/>
              </a:buClr>
              <a:buSzPts val="800"/>
              <a:buFont typeface="Urbanist"/>
              <a:buChar char="■"/>
              <a:defRPr sz="800">
                <a:solidFill>
                  <a:schemeClr val="dk2"/>
                </a:solidFill>
              </a:defRPr>
            </a:lvl3pPr>
            <a:lvl4pPr indent="-279400" lvl="3" marL="1828800">
              <a:spcBef>
                <a:spcPts val="0"/>
              </a:spcBef>
              <a:spcAft>
                <a:spcPts val="0"/>
              </a:spcAft>
              <a:buClr>
                <a:schemeClr val="dk2"/>
              </a:buClr>
              <a:buSzPts val="800"/>
              <a:buFont typeface="Urbanist"/>
              <a:buChar char="●"/>
              <a:defRPr sz="800">
                <a:solidFill>
                  <a:schemeClr val="dk2"/>
                </a:solidFill>
              </a:defRPr>
            </a:lvl4pPr>
            <a:lvl5pPr indent="-279400" lvl="4" marL="2286000">
              <a:spcBef>
                <a:spcPts val="0"/>
              </a:spcBef>
              <a:spcAft>
                <a:spcPts val="0"/>
              </a:spcAft>
              <a:buClr>
                <a:schemeClr val="dk2"/>
              </a:buClr>
              <a:buSzPts val="800"/>
              <a:buFont typeface="Urbanist"/>
              <a:buChar char="○"/>
              <a:defRPr sz="800">
                <a:solidFill>
                  <a:schemeClr val="dk2"/>
                </a:solidFill>
              </a:defRPr>
            </a:lvl5pPr>
            <a:lvl6pPr indent="-279400" lvl="5" marL="2743200">
              <a:spcBef>
                <a:spcPts val="0"/>
              </a:spcBef>
              <a:spcAft>
                <a:spcPts val="0"/>
              </a:spcAft>
              <a:buClr>
                <a:schemeClr val="dk2"/>
              </a:buClr>
              <a:buSzPts val="800"/>
              <a:buFont typeface="Urbanist"/>
              <a:buChar char="■"/>
              <a:defRPr sz="800">
                <a:solidFill>
                  <a:schemeClr val="dk2"/>
                </a:solidFill>
              </a:defRPr>
            </a:lvl6pPr>
            <a:lvl7pPr indent="-279400" lvl="6" marL="3200400">
              <a:spcBef>
                <a:spcPts val="0"/>
              </a:spcBef>
              <a:spcAft>
                <a:spcPts val="0"/>
              </a:spcAft>
              <a:buClr>
                <a:schemeClr val="dk2"/>
              </a:buClr>
              <a:buSzPts val="800"/>
              <a:buFont typeface="Urbanist"/>
              <a:buChar char="●"/>
              <a:defRPr sz="800">
                <a:solidFill>
                  <a:schemeClr val="dk2"/>
                </a:solidFill>
              </a:defRPr>
            </a:lvl7pPr>
            <a:lvl8pPr indent="-279400" lvl="7" marL="3657600">
              <a:spcBef>
                <a:spcPts val="0"/>
              </a:spcBef>
              <a:spcAft>
                <a:spcPts val="0"/>
              </a:spcAft>
              <a:buClr>
                <a:schemeClr val="dk2"/>
              </a:buClr>
              <a:buSzPts val="800"/>
              <a:buFont typeface="Urbanist"/>
              <a:buChar char="○"/>
              <a:defRPr sz="800">
                <a:solidFill>
                  <a:schemeClr val="dk2"/>
                </a:solidFill>
              </a:defRPr>
            </a:lvl8pPr>
            <a:lvl9pPr indent="-279400" lvl="8" marL="4114800">
              <a:spcBef>
                <a:spcPts val="0"/>
              </a:spcBef>
              <a:spcAft>
                <a:spcPts val="0"/>
              </a:spcAft>
              <a:buClr>
                <a:schemeClr val="dk2"/>
              </a:buClr>
              <a:buSzPts val="800"/>
              <a:buFont typeface="Urbanist"/>
              <a:buChar char="■"/>
              <a:defRPr sz="800">
                <a:solidFill>
                  <a:schemeClr val="dk2"/>
                </a:solidFill>
              </a:defRPr>
            </a:lvl9pPr>
          </a:lstStyle>
          <a:p/>
        </p:txBody>
      </p:sp>
      <p:sp>
        <p:nvSpPr>
          <p:cNvPr id="235" name="Google Shape;235;p15"/>
          <p:cNvSpPr txBox="1"/>
          <p:nvPr>
            <p:ph idx="13" type="title"/>
          </p:nvPr>
        </p:nvSpPr>
        <p:spPr>
          <a:xfrm>
            <a:off x="4745500" y="1775475"/>
            <a:ext cx="1862100" cy="293100"/>
          </a:xfrm>
          <a:prstGeom prst="rect">
            <a:avLst/>
          </a:prstGeom>
        </p:spPr>
        <p:txBody>
          <a:bodyPr anchorCtr="0" anchor="b" bIns="91425" lIns="0" spcFirstLastPara="1" rIns="91425" wrap="square" tIns="0">
            <a:noAutofit/>
          </a:bodyPr>
          <a:lstStyle>
            <a:lvl1pPr lvl="0">
              <a:lnSpc>
                <a:spcPct val="90000"/>
              </a:lnSpc>
              <a:spcBef>
                <a:spcPts val="0"/>
              </a:spcBef>
              <a:spcAft>
                <a:spcPts val="0"/>
              </a:spcAft>
              <a:buClr>
                <a:schemeClr val="accent3"/>
              </a:buClr>
              <a:buSzPts val="3000"/>
              <a:buFont typeface="Urbanist"/>
              <a:buNone/>
              <a:defRPr sz="1800">
                <a:solidFill>
                  <a:schemeClr val="accent3"/>
                </a:solidFill>
              </a:defRPr>
            </a:lvl1pPr>
            <a:lvl2pPr lvl="1">
              <a:spcBef>
                <a:spcPts val="0"/>
              </a:spcBef>
              <a:spcAft>
                <a:spcPts val="0"/>
              </a:spcAft>
              <a:buClr>
                <a:schemeClr val="accent3"/>
              </a:buClr>
              <a:buSzPts val="3000"/>
              <a:buFont typeface="Urbanist"/>
              <a:buNone/>
              <a:defRPr>
                <a:solidFill>
                  <a:schemeClr val="accent3"/>
                </a:solidFill>
              </a:defRPr>
            </a:lvl2pPr>
            <a:lvl3pPr lvl="2">
              <a:spcBef>
                <a:spcPts val="0"/>
              </a:spcBef>
              <a:spcAft>
                <a:spcPts val="0"/>
              </a:spcAft>
              <a:buClr>
                <a:schemeClr val="accent3"/>
              </a:buClr>
              <a:buSzPts val="3000"/>
              <a:buFont typeface="Urbanist"/>
              <a:buNone/>
              <a:defRPr>
                <a:solidFill>
                  <a:schemeClr val="accent3"/>
                </a:solidFill>
              </a:defRPr>
            </a:lvl3pPr>
            <a:lvl4pPr lvl="3">
              <a:spcBef>
                <a:spcPts val="0"/>
              </a:spcBef>
              <a:spcAft>
                <a:spcPts val="0"/>
              </a:spcAft>
              <a:buClr>
                <a:schemeClr val="accent3"/>
              </a:buClr>
              <a:buSzPts val="3000"/>
              <a:buFont typeface="Urbanist"/>
              <a:buNone/>
              <a:defRPr>
                <a:solidFill>
                  <a:schemeClr val="accent3"/>
                </a:solidFill>
              </a:defRPr>
            </a:lvl4pPr>
            <a:lvl5pPr lvl="4">
              <a:spcBef>
                <a:spcPts val="0"/>
              </a:spcBef>
              <a:spcAft>
                <a:spcPts val="0"/>
              </a:spcAft>
              <a:buClr>
                <a:schemeClr val="accent3"/>
              </a:buClr>
              <a:buSzPts val="3000"/>
              <a:buFont typeface="Urbanist"/>
              <a:buNone/>
              <a:defRPr>
                <a:solidFill>
                  <a:schemeClr val="accent3"/>
                </a:solidFill>
              </a:defRPr>
            </a:lvl5pPr>
            <a:lvl6pPr lvl="5">
              <a:spcBef>
                <a:spcPts val="0"/>
              </a:spcBef>
              <a:spcAft>
                <a:spcPts val="0"/>
              </a:spcAft>
              <a:buClr>
                <a:schemeClr val="accent3"/>
              </a:buClr>
              <a:buSzPts val="3000"/>
              <a:buFont typeface="Urbanist"/>
              <a:buNone/>
              <a:defRPr>
                <a:solidFill>
                  <a:schemeClr val="accent3"/>
                </a:solidFill>
              </a:defRPr>
            </a:lvl6pPr>
            <a:lvl7pPr lvl="6">
              <a:spcBef>
                <a:spcPts val="0"/>
              </a:spcBef>
              <a:spcAft>
                <a:spcPts val="0"/>
              </a:spcAft>
              <a:buClr>
                <a:schemeClr val="accent3"/>
              </a:buClr>
              <a:buSzPts val="3000"/>
              <a:buFont typeface="Urbanist"/>
              <a:buNone/>
              <a:defRPr>
                <a:solidFill>
                  <a:schemeClr val="accent3"/>
                </a:solidFill>
              </a:defRPr>
            </a:lvl7pPr>
            <a:lvl8pPr lvl="7">
              <a:spcBef>
                <a:spcPts val="0"/>
              </a:spcBef>
              <a:spcAft>
                <a:spcPts val="0"/>
              </a:spcAft>
              <a:buClr>
                <a:schemeClr val="accent3"/>
              </a:buClr>
              <a:buSzPts val="3000"/>
              <a:buFont typeface="Urbanist"/>
              <a:buNone/>
              <a:defRPr>
                <a:solidFill>
                  <a:schemeClr val="accent3"/>
                </a:solidFill>
              </a:defRPr>
            </a:lvl8pPr>
            <a:lvl9pPr lvl="8">
              <a:spcBef>
                <a:spcPts val="0"/>
              </a:spcBef>
              <a:spcAft>
                <a:spcPts val="0"/>
              </a:spcAft>
              <a:buClr>
                <a:schemeClr val="accent3"/>
              </a:buClr>
              <a:buSzPts val="3000"/>
              <a:buFont typeface="Urbanist"/>
              <a:buNone/>
              <a:defRPr>
                <a:solidFill>
                  <a:schemeClr val="accent3"/>
                </a:solidFill>
              </a:defRPr>
            </a:lvl9pPr>
          </a:lstStyle>
          <a:p/>
        </p:txBody>
      </p:sp>
      <p:sp>
        <p:nvSpPr>
          <p:cNvPr id="236" name="Google Shape;236;p15"/>
          <p:cNvSpPr txBox="1"/>
          <p:nvPr>
            <p:ph idx="14" type="subTitle"/>
          </p:nvPr>
        </p:nvSpPr>
        <p:spPr>
          <a:xfrm>
            <a:off x="4745500" y="2161825"/>
            <a:ext cx="19746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3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2pPr>
            <a:lvl3pPr lvl="2">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3pPr>
            <a:lvl4pPr lvl="3">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4pPr>
            <a:lvl5pPr lvl="4">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5pPr>
            <a:lvl6pPr lvl="5">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6pPr>
            <a:lvl7pPr lvl="6">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7pPr>
            <a:lvl8pPr lvl="7">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8pPr>
            <a:lvl9pPr lvl="8">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9pPr>
          </a:lstStyle>
          <a:p/>
        </p:txBody>
      </p:sp>
      <p:sp>
        <p:nvSpPr>
          <p:cNvPr id="237" name="Google Shape;237;p15"/>
          <p:cNvSpPr txBox="1"/>
          <p:nvPr>
            <p:ph idx="15" type="body"/>
          </p:nvPr>
        </p:nvSpPr>
        <p:spPr>
          <a:xfrm>
            <a:off x="4745400" y="2465025"/>
            <a:ext cx="1826700" cy="477900"/>
          </a:xfrm>
          <a:prstGeom prst="rect">
            <a:avLst/>
          </a:prstGeom>
        </p:spPr>
        <p:txBody>
          <a:bodyPr anchorCtr="0" anchor="t" bIns="91425" lIns="0" spcFirstLastPara="1" rIns="91425" wrap="square" tIns="0">
            <a:noAutofit/>
          </a:bodyPr>
          <a:lstStyle>
            <a:lvl1pPr indent="-279400" lvl="0" marL="457200">
              <a:spcBef>
                <a:spcPts val="0"/>
              </a:spcBef>
              <a:spcAft>
                <a:spcPts val="0"/>
              </a:spcAft>
              <a:buClr>
                <a:schemeClr val="dk2"/>
              </a:buClr>
              <a:buSzPts val="800"/>
              <a:buFont typeface="Urbanist"/>
              <a:buChar char="●"/>
              <a:defRPr sz="800">
                <a:solidFill>
                  <a:schemeClr val="dk2"/>
                </a:solidFill>
              </a:defRPr>
            </a:lvl1pPr>
            <a:lvl2pPr indent="-279400" lvl="1" marL="914400">
              <a:spcBef>
                <a:spcPts val="0"/>
              </a:spcBef>
              <a:spcAft>
                <a:spcPts val="0"/>
              </a:spcAft>
              <a:buClr>
                <a:schemeClr val="dk2"/>
              </a:buClr>
              <a:buSzPts val="800"/>
              <a:buFont typeface="Urbanist"/>
              <a:buChar char="○"/>
              <a:defRPr sz="800">
                <a:solidFill>
                  <a:schemeClr val="dk2"/>
                </a:solidFill>
              </a:defRPr>
            </a:lvl2pPr>
            <a:lvl3pPr indent="-279400" lvl="2" marL="1371600">
              <a:spcBef>
                <a:spcPts val="0"/>
              </a:spcBef>
              <a:spcAft>
                <a:spcPts val="0"/>
              </a:spcAft>
              <a:buClr>
                <a:schemeClr val="dk2"/>
              </a:buClr>
              <a:buSzPts val="800"/>
              <a:buFont typeface="Urbanist"/>
              <a:buChar char="■"/>
              <a:defRPr sz="800">
                <a:solidFill>
                  <a:schemeClr val="dk2"/>
                </a:solidFill>
              </a:defRPr>
            </a:lvl3pPr>
            <a:lvl4pPr indent="-279400" lvl="3" marL="1828800">
              <a:spcBef>
                <a:spcPts val="0"/>
              </a:spcBef>
              <a:spcAft>
                <a:spcPts val="0"/>
              </a:spcAft>
              <a:buClr>
                <a:schemeClr val="dk2"/>
              </a:buClr>
              <a:buSzPts val="800"/>
              <a:buFont typeface="Urbanist"/>
              <a:buChar char="●"/>
              <a:defRPr sz="800">
                <a:solidFill>
                  <a:schemeClr val="dk2"/>
                </a:solidFill>
              </a:defRPr>
            </a:lvl4pPr>
            <a:lvl5pPr indent="-279400" lvl="4" marL="2286000">
              <a:spcBef>
                <a:spcPts val="0"/>
              </a:spcBef>
              <a:spcAft>
                <a:spcPts val="0"/>
              </a:spcAft>
              <a:buClr>
                <a:schemeClr val="dk2"/>
              </a:buClr>
              <a:buSzPts val="800"/>
              <a:buFont typeface="Urbanist"/>
              <a:buChar char="○"/>
              <a:defRPr sz="800">
                <a:solidFill>
                  <a:schemeClr val="dk2"/>
                </a:solidFill>
              </a:defRPr>
            </a:lvl5pPr>
            <a:lvl6pPr indent="-279400" lvl="5" marL="2743200">
              <a:spcBef>
                <a:spcPts val="0"/>
              </a:spcBef>
              <a:spcAft>
                <a:spcPts val="0"/>
              </a:spcAft>
              <a:buClr>
                <a:schemeClr val="dk2"/>
              </a:buClr>
              <a:buSzPts val="800"/>
              <a:buFont typeface="Urbanist"/>
              <a:buChar char="■"/>
              <a:defRPr sz="800">
                <a:solidFill>
                  <a:schemeClr val="dk2"/>
                </a:solidFill>
              </a:defRPr>
            </a:lvl6pPr>
            <a:lvl7pPr indent="-279400" lvl="6" marL="3200400">
              <a:spcBef>
                <a:spcPts val="0"/>
              </a:spcBef>
              <a:spcAft>
                <a:spcPts val="0"/>
              </a:spcAft>
              <a:buClr>
                <a:schemeClr val="dk2"/>
              </a:buClr>
              <a:buSzPts val="800"/>
              <a:buFont typeface="Urbanist"/>
              <a:buChar char="●"/>
              <a:defRPr sz="800">
                <a:solidFill>
                  <a:schemeClr val="dk2"/>
                </a:solidFill>
              </a:defRPr>
            </a:lvl7pPr>
            <a:lvl8pPr indent="-279400" lvl="7" marL="3657600">
              <a:spcBef>
                <a:spcPts val="0"/>
              </a:spcBef>
              <a:spcAft>
                <a:spcPts val="0"/>
              </a:spcAft>
              <a:buClr>
                <a:schemeClr val="dk2"/>
              </a:buClr>
              <a:buSzPts val="800"/>
              <a:buFont typeface="Urbanist"/>
              <a:buChar char="○"/>
              <a:defRPr sz="800">
                <a:solidFill>
                  <a:schemeClr val="dk2"/>
                </a:solidFill>
              </a:defRPr>
            </a:lvl8pPr>
            <a:lvl9pPr indent="-279400" lvl="8" marL="4114800">
              <a:spcBef>
                <a:spcPts val="0"/>
              </a:spcBef>
              <a:spcAft>
                <a:spcPts val="0"/>
              </a:spcAft>
              <a:buClr>
                <a:schemeClr val="dk2"/>
              </a:buClr>
              <a:buSzPts val="800"/>
              <a:buFont typeface="Urbanist"/>
              <a:buChar char="■"/>
              <a:defRPr sz="800">
                <a:solidFill>
                  <a:schemeClr val="dk2"/>
                </a:solidFill>
              </a:defRPr>
            </a:lvl9pPr>
          </a:lstStyle>
          <a:p/>
        </p:txBody>
      </p:sp>
      <p:sp>
        <p:nvSpPr>
          <p:cNvPr id="238" name="Google Shape;238;p15"/>
          <p:cNvSpPr txBox="1"/>
          <p:nvPr>
            <p:ph idx="16" type="title"/>
          </p:nvPr>
        </p:nvSpPr>
        <p:spPr>
          <a:xfrm>
            <a:off x="6942300" y="1775475"/>
            <a:ext cx="1862100" cy="293100"/>
          </a:xfrm>
          <a:prstGeom prst="rect">
            <a:avLst/>
          </a:prstGeom>
        </p:spPr>
        <p:txBody>
          <a:bodyPr anchorCtr="0" anchor="b" bIns="91425" lIns="0" spcFirstLastPara="1" rIns="91425" wrap="square" tIns="0">
            <a:noAutofit/>
          </a:bodyPr>
          <a:lstStyle>
            <a:lvl1pPr lvl="0">
              <a:lnSpc>
                <a:spcPct val="90000"/>
              </a:lnSpc>
              <a:spcBef>
                <a:spcPts val="0"/>
              </a:spcBef>
              <a:spcAft>
                <a:spcPts val="0"/>
              </a:spcAft>
              <a:buClr>
                <a:schemeClr val="accent3"/>
              </a:buClr>
              <a:buSzPts val="3000"/>
              <a:buFont typeface="Urbanist"/>
              <a:buNone/>
              <a:defRPr sz="1800">
                <a:solidFill>
                  <a:schemeClr val="accent3"/>
                </a:solidFill>
              </a:defRPr>
            </a:lvl1pPr>
            <a:lvl2pPr lvl="1">
              <a:spcBef>
                <a:spcPts val="0"/>
              </a:spcBef>
              <a:spcAft>
                <a:spcPts val="0"/>
              </a:spcAft>
              <a:buClr>
                <a:schemeClr val="accent3"/>
              </a:buClr>
              <a:buSzPts val="3000"/>
              <a:buFont typeface="Urbanist"/>
              <a:buNone/>
              <a:defRPr>
                <a:solidFill>
                  <a:schemeClr val="accent3"/>
                </a:solidFill>
              </a:defRPr>
            </a:lvl2pPr>
            <a:lvl3pPr lvl="2">
              <a:spcBef>
                <a:spcPts val="0"/>
              </a:spcBef>
              <a:spcAft>
                <a:spcPts val="0"/>
              </a:spcAft>
              <a:buClr>
                <a:schemeClr val="accent3"/>
              </a:buClr>
              <a:buSzPts val="3000"/>
              <a:buFont typeface="Urbanist"/>
              <a:buNone/>
              <a:defRPr>
                <a:solidFill>
                  <a:schemeClr val="accent3"/>
                </a:solidFill>
              </a:defRPr>
            </a:lvl3pPr>
            <a:lvl4pPr lvl="3">
              <a:spcBef>
                <a:spcPts val="0"/>
              </a:spcBef>
              <a:spcAft>
                <a:spcPts val="0"/>
              </a:spcAft>
              <a:buClr>
                <a:schemeClr val="accent3"/>
              </a:buClr>
              <a:buSzPts val="3000"/>
              <a:buFont typeface="Urbanist"/>
              <a:buNone/>
              <a:defRPr>
                <a:solidFill>
                  <a:schemeClr val="accent3"/>
                </a:solidFill>
              </a:defRPr>
            </a:lvl4pPr>
            <a:lvl5pPr lvl="4">
              <a:spcBef>
                <a:spcPts val="0"/>
              </a:spcBef>
              <a:spcAft>
                <a:spcPts val="0"/>
              </a:spcAft>
              <a:buClr>
                <a:schemeClr val="accent3"/>
              </a:buClr>
              <a:buSzPts val="3000"/>
              <a:buFont typeface="Urbanist"/>
              <a:buNone/>
              <a:defRPr>
                <a:solidFill>
                  <a:schemeClr val="accent3"/>
                </a:solidFill>
              </a:defRPr>
            </a:lvl5pPr>
            <a:lvl6pPr lvl="5">
              <a:spcBef>
                <a:spcPts val="0"/>
              </a:spcBef>
              <a:spcAft>
                <a:spcPts val="0"/>
              </a:spcAft>
              <a:buClr>
                <a:schemeClr val="accent3"/>
              </a:buClr>
              <a:buSzPts val="3000"/>
              <a:buFont typeface="Urbanist"/>
              <a:buNone/>
              <a:defRPr>
                <a:solidFill>
                  <a:schemeClr val="accent3"/>
                </a:solidFill>
              </a:defRPr>
            </a:lvl6pPr>
            <a:lvl7pPr lvl="6">
              <a:spcBef>
                <a:spcPts val="0"/>
              </a:spcBef>
              <a:spcAft>
                <a:spcPts val="0"/>
              </a:spcAft>
              <a:buClr>
                <a:schemeClr val="accent3"/>
              </a:buClr>
              <a:buSzPts val="3000"/>
              <a:buFont typeface="Urbanist"/>
              <a:buNone/>
              <a:defRPr>
                <a:solidFill>
                  <a:schemeClr val="accent3"/>
                </a:solidFill>
              </a:defRPr>
            </a:lvl7pPr>
            <a:lvl8pPr lvl="7">
              <a:spcBef>
                <a:spcPts val="0"/>
              </a:spcBef>
              <a:spcAft>
                <a:spcPts val="0"/>
              </a:spcAft>
              <a:buClr>
                <a:schemeClr val="accent3"/>
              </a:buClr>
              <a:buSzPts val="3000"/>
              <a:buFont typeface="Urbanist"/>
              <a:buNone/>
              <a:defRPr>
                <a:solidFill>
                  <a:schemeClr val="accent3"/>
                </a:solidFill>
              </a:defRPr>
            </a:lvl8pPr>
            <a:lvl9pPr lvl="8">
              <a:spcBef>
                <a:spcPts val="0"/>
              </a:spcBef>
              <a:spcAft>
                <a:spcPts val="0"/>
              </a:spcAft>
              <a:buClr>
                <a:schemeClr val="accent3"/>
              </a:buClr>
              <a:buSzPts val="3000"/>
              <a:buFont typeface="Urbanist"/>
              <a:buNone/>
              <a:defRPr>
                <a:solidFill>
                  <a:schemeClr val="accent3"/>
                </a:solidFill>
              </a:defRPr>
            </a:lvl9pPr>
          </a:lstStyle>
          <a:p/>
        </p:txBody>
      </p:sp>
      <p:sp>
        <p:nvSpPr>
          <p:cNvPr id="239" name="Google Shape;239;p15"/>
          <p:cNvSpPr txBox="1"/>
          <p:nvPr>
            <p:ph idx="17" type="subTitle"/>
          </p:nvPr>
        </p:nvSpPr>
        <p:spPr>
          <a:xfrm>
            <a:off x="6942300" y="2161825"/>
            <a:ext cx="19746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3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2pPr>
            <a:lvl3pPr lvl="2">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3pPr>
            <a:lvl4pPr lvl="3">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4pPr>
            <a:lvl5pPr lvl="4">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5pPr>
            <a:lvl6pPr lvl="5">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6pPr>
            <a:lvl7pPr lvl="6">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7pPr>
            <a:lvl8pPr lvl="7">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8pPr>
            <a:lvl9pPr lvl="8">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9pPr>
          </a:lstStyle>
          <a:p/>
        </p:txBody>
      </p:sp>
      <p:sp>
        <p:nvSpPr>
          <p:cNvPr id="240" name="Google Shape;240;p15"/>
          <p:cNvSpPr txBox="1"/>
          <p:nvPr>
            <p:ph idx="18" type="body"/>
          </p:nvPr>
        </p:nvSpPr>
        <p:spPr>
          <a:xfrm>
            <a:off x="6942300" y="2465025"/>
            <a:ext cx="1791600" cy="477900"/>
          </a:xfrm>
          <a:prstGeom prst="rect">
            <a:avLst/>
          </a:prstGeom>
        </p:spPr>
        <p:txBody>
          <a:bodyPr anchorCtr="0" anchor="t" bIns="91425" lIns="0" spcFirstLastPara="1" rIns="91425" wrap="square" tIns="0">
            <a:noAutofit/>
          </a:bodyPr>
          <a:lstStyle>
            <a:lvl1pPr indent="-279400" lvl="0" marL="457200">
              <a:spcBef>
                <a:spcPts val="0"/>
              </a:spcBef>
              <a:spcAft>
                <a:spcPts val="0"/>
              </a:spcAft>
              <a:buClr>
                <a:schemeClr val="dk2"/>
              </a:buClr>
              <a:buSzPts val="800"/>
              <a:buFont typeface="Urbanist"/>
              <a:buChar char="●"/>
              <a:defRPr sz="800">
                <a:solidFill>
                  <a:schemeClr val="dk2"/>
                </a:solidFill>
              </a:defRPr>
            </a:lvl1pPr>
            <a:lvl2pPr indent="-279400" lvl="1" marL="914400">
              <a:spcBef>
                <a:spcPts val="0"/>
              </a:spcBef>
              <a:spcAft>
                <a:spcPts val="0"/>
              </a:spcAft>
              <a:buClr>
                <a:schemeClr val="dk2"/>
              </a:buClr>
              <a:buSzPts val="800"/>
              <a:buFont typeface="Urbanist"/>
              <a:buChar char="○"/>
              <a:defRPr sz="800">
                <a:solidFill>
                  <a:schemeClr val="dk2"/>
                </a:solidFill>
              </a:defRPr>
            </a:lvl2pPr>
            <a:lvl3pPr indent="-279400" lvl="2" marL="1371600">
              <a:spcBef>
                <a:spcPts val="0"/>
              </a:spcBef>
              <a:spcAft>
                <a:spcPts val="0"/>
              </a:spcAft>
              <a:buClr>
                <a:schemeClr val="dk2"/>
              </a:buClr>
              <a:buSzPts val="800"/>
              <a:buFont typeface="Urbanist"/>
              <a:buChar char="■"/>
              <a:defRPr sz="800">
                <a:solidFill>
                  <a:schemeClr val="dk2"/>
                </a:solidFill>
              </a:defRPr>
            </a:lvl3pPr>
            <a:lvl4pPr indent="-279400" lvl="3" marL="1828800">
              <a:spcBef>
                <a:spcPts val="0"/>
              </a:spcBef>
              <a:spcAft>
                <a:spcPts val="0"/>
              </a:spcAft>
              <a:buClr>
                <a:schemeClr val="dk2"/>
              </a:buClr>
              <a:buSzPts val="800"/>
              <a:buFont typeface="Urbanist"/>
              <a:buChar char="●"/>
              <a:defRPr sz="800">
                <a:solidFill>
                  <a:schemeClr val="dk2"/>
                </a:solidFill>
              </a:defRPr>
            </a:lvl4pPr>
            <a:lvl5pPr indent="-279400" lvl="4" marL="2286000">
              <a:spcBef>
                <a:spcPts val="0"/>
              </a:spcBef>
              <a:spcAft>
                <a:spcPts val="0"/>
              </a:spcAft>
              <a:buClr>
                <a:schemeClr val="dk2"/>
              </a:buClr>
              <a:buSzPts val="800"/>
              <a:buFont typeface="Urbanist"/>
              <a:buChar char="○"/>
              <a:defRPr sz="800">
                <a:solidFill>
                  <a:schemeClr val="dk2"/>
                </a:solidFill>
              </a:defRPr>
            </a:lvl5pPr>
            <a:lvl6pPr indent="-279400" lvl="5" marL="2743200">
              <a:spcBef>
                <a:spcPts val="0"/>
              </a:spcBef>
              <a:spcAft>
                <a:spcPts val="0"/>
              </a:spcAft>
              <a:buClr>
                <a:schemeClr val="dk2"/>
              </a:buClr>
              <a:buSzPts val="800"/>
              <a:buFont typeface="Urbanist"/>
              <a:buChar char="■"/>
              <a:defRPr sz="800">
                <a:solidFill>
                  <a:schemeClr val="dk2"/>
                </a:solidFill>
              </a:defRPr>
            </a:lvl6pPr>
            <a:lvl7pPr indent="-279400" lvl="6" marL="3200400">
              <a:spcBef>
                <a:spcPts val="0"/>
              </a:spcBef>
              <a:spcAft>
                <a:spcPts val="0"/>
              </a:spcAft>
              <a:buClr>
                <a:schemeClr val="dk2"/>
              </a:buClr>
              <a:buSzPts val="800"/>
              <a:buFont typeface="Urbanist"/>
              <a:buChar char="●"/>
              <a:defRPr sz="800">
                <a:solidFill>
                  <a:schemeClr val="dk2"/>
                </a:solidFill>
              </a:defRPr>
            </a:lvl7pPr>
            <a:lvl8pPr indent="-279400" lvl="7" marL="3657600">
              <a:spcBef>
                <a:spcPts val="0"/>
              </a:spcBef>
              <a:spcAft>
                <a:spcPts val="0"/>
              </a:spcAft>
              <a:buClr>
                <a:schemeClr val="dk2"/>
              </a:buClr>
              <a:buSzPts val="800"/>
              <a:buFont typeface="Urbanist"/>
              <a:buChar char="○"/>
              <a:defRPr sz="800">
                <a:solidFill>
                  <a:schemeClr val="dk2"/>
                </a:solidFill>
              </a:defRPr>
            </a:lvl8pPr>
            <a:lvl9pPr indent="-279400" lvl="8" marL="4114800">
              <a:spcBef>
                <a:spcPts val="0"/>
              </a:spcBef>
              <a:spcAft>
                <a:spcPts val="0"/>
              </a:spcAft>
              <a:buClr>
                <a:schemeClr val="dk2"/>
              </a:buClr>
              <a:buSzPts val="800"/>
              <a:buFont typeface="Urbanist"/>
              <a:buChar char="■"/>
              <a:defRPr sz="800">
                <a:solidFill>
                  <a:schemeClr val="dk2"/>
                </a:solidFill>
              </a:defRPr>
            </a:lvl9pPr>
          </a:lstStyle>
          <a:p/>
        </p:txBody>
      </p:sp>
      <p:sp>
        <p:nvSpPr>
          <p:cNvPr id="241" name="Google Shape;241;p15"/>
          <p:cNvSpPr txBox="1"/>
          <p:nvPr>
            <p:ph idx="19" type="title"/>
          </p:nvPr>
        </p:nvSpPr>
        <p:spPr>
          <a:xfrm>
            <a:off x="228600" y="613525"/>
            <a:ext cx="3904500" cy="864900"/>
          </a:xfrm>
          <a:prstGeom prst="rect">
            <a:avLst/>
          </a:prstGeom>
        </p:spPr>
        <p:txBody>
          <a:bodyPr anchorCtr="0" anchor="t" bIns="91425" lIns="0" spcFirstLastPara="1" rIns="91425" wrap="square" tIns="0">
            <a:spAutoFit/>
          </a:bodyPr>
          <a:lstStyle>
            <a:lvl1pPr lvl="0">
              <a:lnSpc>
                <a:spcPct val="85000"/>
              </a:lnSpc>
              <a:spcBef>
                <a:spcPts val="0"/>
              </a:spcBef>
              <a:spcAft>
                <a:spcPts val="0"/>
              </a:spcAft>
              <a:buNone/>
              <a:defRPr sz="3400">
                <a:solidFill>
                  <a:schemeClr val="dk2"/>
                </a:solidFill>
              </a:defRPr>
            </a:lvl1pPr>
            <a:lvl2pPr lvl="1">
              <a:lnSpc>
                <a:spcPct val="85000"/>
              </a:lnSpc>
              <a:spcBef>
                <a:spcPts val="0"/>
              </a:spcBef>
              <a:spcAft>
                <a:spcPts val="0"/>
              </a:spcAft>
              <a:buNone/>
              <a:defRPr sz="3600">
                <a:solidFill>
                  <a:schemeClr val="dk2"/>
                </a:solidFill>
              </a:defRPr>
            </a:lvl2pPr>
            <a:lvl3pPr lvl="2">
              <a:lnSpc>
                <a:spcPct val="85000"/>
              </a:lnSpc>
              <a:spcBef>
                <a:spcPts val="0"/>
              </a:spcBef>
              <a:spcAft>
                <a:spcPts val="0"/>
              </a:spcAft>
              <a:buNone/>
              <a:defRPr sz="3600">
                <a:solidFill>
                  <a:schemeClr val="dk2"/>
                </a:solidFill>
              </a:defRPr>
            </a:lvl3pPr>
            <a:lvl4pPr lvl="3">
              <a:lnSpc>
                <a:spcPct val="85000"/>
              </a:lnSpc>
              <a:spcBef>
                <a:spcPts val="0"/>
              </a:spcBef>
              <a:spcAft>
                <a:spcPts val="0"/>
              </a:spcAft>
              <a:buNone/>
              <a:defRPr sz="3600">
                <a:solidFill>
                  <a:schemeClr val="dk2"/>
                </a:solidFill>
              </a:defRPr>
            </a:lvl4pPr>
            <a:lvl5pPr lvl="4">
              <a:lnSpc>
                <a:spcPct val="85000"/>
              </a:lnSpc>
              <a:spcBef>
                <a:spcPts val="0"/>
              </a:spcBef>
              <a:spcAft>
                <a:spcPts val="0"/>
              </a:spcAft>
              <a:buNone/>
              <a:defRPr sz="3600">
                <a:solidFill>
                  <a:schemeClr val="dk2"/>
                </a:solidFill>
              </a:defRPr>
            </a:lvl5pPr>
            <a:lvl6pPr lvl="5">
              <a:lnSpc>
                <a:spcPct val="85000"/>
              </a:lnSpc>
              <a:spcBef>
                <a:spcPts val="0"/>
              </a:spcBef>
              <a:spcAft>
                <a:spcPts val="0"/>
              </a:spcAft>
              <a:buNone/>
              <a:defRPr sz="3600">
                <a:solidFill>
                  <a:schemeClr val="dk2"/>
                </a:solidFill>
              </a:defRPr>
            </a:lvl6pPr>
            <a:lvl7pPr lvl="6">
              <a:lnSpc>
                <a:spcPct val="85000"/>
              </a:lnSpc>
              <a:spcBef>
                <a:spcPts val="0"/>
              </a:spcBef>
              <a:spcAft>
                <a:spcPts val="0"/>
              </a:spcAft>
              <a:buNone/>
              <a:defRPr sz="3600">
                <a:solidFill>
                  <a:schemeClr val="dk2"/>
                </a:solidFill>
              </a:defRPr>
            </a:lvl7pPr>
            <a:lvl8pPr lvl="7">
              <a:lnSpc>
                <a:spcPct val="85000"/>
              </a:lnSpc>
              <a:spcBef>
                <a:spcPts val="0"/>
              </a:spcBef>
              <a:spcAft>
                <a:spcPts val="0"/>
              </a:spcAft>
              <a:buNone/>
              <a:defRPr sz="3600">
                <a:solidFill>
                  <a:schemeClr val="dk2"/>
                </a:solidFill>
              </a:defRPr>
            </a:lvl8pPr>
            <a:lvl9pPr lvl="8">
              <a:lnSpc>
                <a:spcPct val="85000"/>
              </a:lnSpc>
              <a:spcBef>
                <a:spcPts val="0"/>
              </a:spcBef>
              <a:spcAft>
                <a:spcPts val="0"/>
              </a:spcAft>
              <a:buNone/>
              <a:defRPr sz="3600">
                <a:solidFill>
                  <a:schemeClr val="dk2"/>
                </a:solidFill>
              </a:defRPr>
            </a:lvl9pPr>
          </a:lstStyle>
          <a:p/>
        </p:txBody>
      </p:sp>
      <p:sp>
        <p:nvSpPr>
          <p:cNvPr id="242" name="Google Shape;242;p15"/>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43" name="Google Shape;243;p15"/>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extLst>
    <p:ext uri="{DCECCB84-F9BA-43D5-87BE-67443E8EF086}">
      <p15:sldGuideLst>
        <p15:guide id="1" orient="horz" pos="2805">
          <p15:clr>
            <a:srgbClr val="E46962"/>
          </p15:clr>
        </p15:guide>
      </p15:sldGuideLst>
    </p:ext>
  </p:extLst>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ers">
  <p:cSld name="CUSTOM">
    <p:spTree>
      <p:nvGrpSpPr>
        <p:cNvPr id="244" name="Shape 244"/>
        <p:cNvGrpSpPr/>
        <p:nvPr/>
      </p:nvGrpSpPr>
      <p:grpSpPr>
        <a:xfrm>
          <a:off x="0" y="0"/>
          <a:ext cx="0" cy="0"/>
          <a:chOff x="0" y="0"/>
          <a:chExt cx="0" cy="0"/>
        </a:xfrm>
      </p:grpSpPr>
      <p:sp>
        <p:nvSpPr>
          <p:cNvPr id="245" name="Google Shape;245;p16"/>
          <p:cNvSpPr txBox="1"/>
          <p:nvPr>
            <p:ph idx="1" type="subTitle"/>
          </p:nvPr>
        </p:nvSpPr>
        <p:spPr>
          <a:xfrm>
            <a:off x="228600" y="228600"/>
            <a:ext cx="2920800" cy="22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200"/>
              <a:buFont typeface="Urbanist Medium"/>
              <a:buNone/>
              <a:defRPr sz="1200">
                <a:latin typeface="Urbanist Medium"/>
                <a:ea typeface="Urbanist Medium"/>
                <a:cs typeface="Urbanist Medium"/>
                <a:sym typeface="Urbanist Medium"/>
              </a:defRPr>
            </a:lvl1pPr>
            <a:lvl2pPr lvl="1">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2pPr>
            <a:lvl3pPr lvl="2">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3pPr>
            <a:lvl4pPr lvl="3">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4pPr>
            <a:lvl5pPr lvl="4">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5pPr>
            <a:lvl6pPr lvl="5">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6pPr>
            <a:lvl7pPr lvl="6">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7pPr>
            <a:lvl8pPr lvl="7">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8pPr>
            <a:lvl9pPr lvl="8">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9pPr>
          </a:lstStyle>
          <a:p/>
        </p:txBody>
      </p:sp>
      <p:cxnSp>
        <p:nvCxnSpPr>
          <p:cNvPr id="246" name="Google Shape;246;p16"/>
          <p:cNvCxnSpPr/>
          <p:nvPr/>
        </p:nvCxnSpPr>
        <p:spPr>
          <a:xfrm>
            <a:off x="228450" y="2061025"/>
            <a:ext cx="8687100" cy="0"/>
          </a:xfrm>
          <a:prstGeom prst="straightConnector1">
            <a:avLst/>
          </a:prstGeom>
          <a:noFill/>
          <a:ln cap="flat" cmpd="sng" w="9525">
            <a:solidFill>
              <a:schemeClr val="lt2"/>
            </a:solidFill>
            <a:prstDash val="solid"/>
            <a:round/>
            <a:headEnd len="med" w="med" type="none"/>
            <a:tailEnd len="med" w="med" type="none"/>
          </a:ln>
        </p:spPr>
      </p:cxnSp>
      <p:sp>
        <p:nvSpPr>
          <p:cNvPr id="247" name="Google Shape;247;p16"/>
          <p:cNvSpPr txBox="1"/>
          <p:nvPr>
            <p:ph idx="2"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48" name="Google Shape;248;p16"/>
          <p:cNvSpPr txBox="1"/>
          <p:nvPr>
            <p:ph idx="3"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49" name="Google Shape;249;p16"/>
          <p:cNvSpPr txBox="1"/>
          <p:nvPr>
            <p:ph idx="4"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cxnSp>
        <p:nvCxnSpPr>
          <p:cNvPr id="250" name="Google Shape;250;p16"/>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251" name="Google Shape;251;p16"/>
          <p:cNvSpPr txBox="1"/>
          <p:nvPr>
            <p:ph type="title"/>
          </p:nvPr>
        </p:nvSpPr>
        <p:spPr>
          <a:xfrm>
            <a:off x="228600" y="369300"/>
            <a:ext cx="6480300" cy="587700"/>
          </a:xfrm>
          <a:prstGeom prst="rect">
            <a:avLst/>
          </a:prstGeom>
        </p:spPr>
        <p:txBody>
          <a:bodyPr anchorCtr="0" anchor="t" bIns="91425" lIns="0" spcFirstLastPara="1" rIns="91425" wrap="square" tIns="91425">
            <a:spAutoFit/>
          </a:bodyPr>
          <a:lstStyle>
            <a:lvl1pPr lvl="0">
              <a:lnSpc>
                <a:spcPct val="90000"/>
              </a:lnSpc>
              <a:spcBef>
                <a:spcPts val="0"/>
              </a:spcBef>
              <a:spcAft>
                <a:spcPts val="0"/>
              </a:spcAft>
              <a:buNone/>
              <a:defRPr sz="3400"/>
            </a:lvl1pPr>
            <a:lvl2pPr lvl="1">
              <a:lnSpc>
                <a:spcPct val="115000"/>
              </a:lnSpc>
              <a:spcBef>
                <a:spcPts val="0"/>
              </a:spcBef>
              <a:spcAft>
                <a:spcPts val="0"/>
              </a:spcAft>
              <a:buNone/>
              <a:defRPr sz="3400"/>
            </a:lvl2pPr>
            <a:lvl3pPr lvl="2">
              <a:lnSpc>
                <a:spcPct val="115000"/>
              </a:lnSpc>
              <a:spcBef>
                <a:spcPts val="0"/>
              </a:spcBef>
              <a:spcAft>
                <a:spcPts val="0"/>
              </a:spcAft>
              <a:buNone/>
              <a:defRPr sz="3400"/>
            </a:lvl3pPr>
            <a:lvl4pPr lvl="3">
              <a:lnSpc>
                <a:spcPct val="115000"/>
              </a:lnSpc>
              <a:spcBef>
                <a:spcPts val="0"/>
              </a:spcBef>
              <a:spcAft>
                <a:spcPts val="0"/>
              </a:spcAft>
              <a:buNone/>
              <a:defRPr sz="3400"/>
            </a:lvl4pPr>
            <a:lvl5pPr lvl="4">
              <a:lnSpc>
                <a:spcPct val="115000"/>
              </a:lnSpc>
              <a:spcBef>
                <a:spcPts val="0"/>
              </a:spcBef>
              <a:spcAft>
                <a:spcPts val="0"/>
              </a:spcAft>
              <a:buNone/>
              <a:defRPr sz="3400"/>
            </a:lvl5pPr>
            <a:lvl6pPr lvl="5">
              <a:lnSpc>
                <a:spcPct val="115000"/>
              </a:lnSpc>
              <a:spcBef>
                <a:spcPts val="0"/>
              </a:spcBef>
              <a:spcAft>
                <a:spcPts val="0"/>
              </a:spcAft>
              <a:buNone/>
              <a:defRPr sz="3400"/>
            </a:lvl6pPr>
            <a:lvl7pPr lvl="6">
              <a:lnSpc>
                <a:spcPct val="115000"/>
              </a:lnSpc>
              <a:spcBef>
                <a:spcPts val="0"/>
              </a:spcBef>
              <a:spcAft>
                <a:spcPts val="0"/>
              </a:spcAft>
              <a:buNone/>
              <a:defRPr sz="3400"/>
            </a:lvl7pPr>
            <a:lvl8pPr lvl="7">
              <a:lnSpc>
                <a:spcPct val="115000"/>
              </a:lnSpc>
              <a:spcBef>
                <a:spcPts val="0"/>
              </a:spcBef>
              <a:spcAft>
                <a:spcPts val="0"/>
              </a:spcAft>
              <a:buNone/>
              <a:defRPr sz="3400"/>
            </a:lvl8pPr>
            <a:lvl9pPr lvl="8">
              <a:lnSpc>
                <a:spcPct val="115000"/>
              </a:lnSpc>
              <a:spcBef>
                <a:spcPts val="0"/>
              </a:spcBef>
              <a:spcAft>
                <a:spcPts val="0"/>
              </a:spcAft>
              <a:buNone/>
              <a:defRPr sz="3400"/>
            </a:lvl9pPr>
          </a:lstStyle>
          <a:p/>
        </p:txBody>
      </p:sp>
      <p:sp>
        <p:nvSpPr>
          <p:cNvPr id="252" name="Google Shape;252;p16"/>
          <p:cNvSpPr/>
          <p:nvPr>
            <p:ph idx="5" type="pic"/>
          </p:nvPr>
        </p:nvSpPr>
        <p:spPr>
          <a:xfrm>
            <a:off x="3795900" y="2682425"/>
            <a:ext cx="1458300" cy="1458300"/>
          </a:xfrm>
          <a:prstGeom prst="ellipse">
            <a:avLst/>
          </a:prstGeom>
          <a:noFill/>
          <a:ln cap="flat" cmpd="sng" w="9525">
            <a:solidFill>
              <a:schemeClr val="accent3"/>
            </a:solidFill>
            <a:prstDash val="solid"/>
            <a:round/>
            <a:headEnd len="sm" w="sm" type="none"/>
            <a:tailEnd len="sm" w="sm" type="none"/>
          </a:ln>
        </p:spPr>
      </p:sp>
      <p:sp>
        <p:nvSpPr>
          <p:cNvPr id="253" name="Google Shape;253;p16"/>
          <p:cNvSpPr txBox="1"/>
          <p:nvPr>
            <p:ph idx="6" type="body"/>
          </p:nvPr>
        </p:nvSpPr>
        <p:spPr>
          <a:xfrm>
            <a:off x="5871500" y="2468775"/>
            <a:ext cx="2864700" cy="676500"/>
          </a:xfrm>
          <a:prstGeom prst="rect">
            <a:avLst/>
          </a:prstGeom>
        </p:spPr>
        <p:txBody>
          <a:bodyPr anchorCtr="0" anchor="t" bIns="91425" lIns="0" spcFirstLastPara="1" rIns="91425" wrap="square" tIns="0">
            <a:noAutofit/>
          </a:bodyPr>
          <a:lstStyle>
            <a:lvl1pPr indent="-292100" lvl="0" marL="457200">
              <a:spcBef>
                <a:spcPts val="0"/>
              </a:spcBef>
              <a:spcAft>
                <a:spcPts val="0"/>
              </a:spcAft>
              <a:buClr>
                <a:schemeClr val="dk2"/>
              </a:buClr>
              <a:buSzPts val="1000"/>
              <a:buFont typeface="Urbanist"/>
              <a:buChar char="●"/>
              <a:defRPr sz="1000">
                <a:solidFill>
                  <a:schemeClr val="dk2"/>
                </a:solidFill>
              </a:defRPr>
            </a:lvl1pPr>
            <a:lvl2pPr indent="-292100" lvl="1" marL="914400">
              <a:spcBef>
                <a:spcPts val="0"/>
              </a:spcBef>
              <a:spcAft>
                <a:spcPts val="0"/>
              </a:spcAft>
              <a:buClr>
                <a:schemeClr val="dk2"/>
              </a:buClr>
              <a:buSzPts val="1000"/>
              <a:buFont typeface="Urbanist"/>
              <a:buChar char="○"/>
              <a:defRPr sz="1000">
                <a:solidFill>
                  <a:schemeClr val="dk2"/>
                </a:solidFill>
              </a:defRPr>
            </a:lvl2pPr>
            <a:lvl3pPr indent="-292100" lvl="2" marL="1371600">
              <a:spcBef>
                <a:spcPts val="0"/>
              </a:spcBef>
              <a:spcAft>
                <a:spcPts val="0"/>
              </a:spcAft>
              <a:buClr>
                <a:schemeClr val="dk2"/>
              </a:buClr>
              <a:buSzPts val="1000"/>
              <a:buFont typeface="Urbanist"/>
              <a:buChar char="■"/>
              <a:defRPr sz="1000">
                <a:solidFill>
                  <a:schemeClr val="dk2"/>
                </a:solidFill>
              </a:defRPr>
            </a:lvl3pPr>
            <a:lvl4pPr indent="-292100" lvl="3" marL="1828800">
              <a:spcBef>
                <a:spcPts val="0"/>
              </a:spcBef>
              <a:spcAft>
                <a:spcPts val="0"/>
              </a:spcAft>
              <a:buClr>
                <a:schemeClr val="dk2"/>
              </a:buClr>
              <a:buSzPts val="1000"/>
              <a:buFont typeface="Urbanist"/>
              <a:buChar char="●"/>
              <a:defRPr sz="1000">
                <a:solidFill>
                  <a:schemeClr val="dk2"/>
                </a:solidFill>
              </a:defRPr>
            </a:lvl4pPr>
            <a:lvl5pPr indent="-292100" lvl="4" marL="2286000">
              <a:spcBef>
                <a:spcPts val="0"/>
              </a:spcBef>
              <a:spcAft>
                <a:spcPts val="0"/>
              </a:spcAft>
              <a:buClr>
                <a:schemeClr val="dk2"/>
              </a:buClr>
              <a:buSzPts val="1000"/>
              <a:buFont typeface="Urbanist"/>
              <a:buChar char="○"/>
              <a:defRPr sz="1000">
                <a:solidFill>
                  <a:schemeClr val="dk2"/>
                </a:solidFill>
              </a:defRPr>
            </a:lvl5pPr>
            <a:lvl6pPr indent="-292100" lvl="5" marL="2743200">
              <a:spcBef>
                <a:spcPts val="0"/>
              </a:spcBef>
              <a:spcAft>
                <a:spcPts val="0"/>
              </a:spcAft>
              <a:buClr>
                <a:schemeClr val="dk2"/>
              </a:buClr>
              <a:buSzPts val="1000"/>
              <a:buFont typeface="Urbanist"/>
              <a:buChar char="■"/>
              <a:defRPr sz="1000">
                <a:solidFill>
                  <a:schemeClr val="dk2"/>
                </a:solidFill>
              </a:defRPr>
            </a:lvl6pPr>
            <a:lvl7pPr indent="-292100" lvl="6" marL="3200400">
              <a:spcBef>
                <a:spcPts val="0"/>
              </a:spcBef>
              <a:spcAft>
                <a:spcPts val="0"/>
              </a:spcAft>
              <a:buClr>
                <a:schemeClr val="dk2"/>
              </a:buClr>
              <a:buSzPts val="1000"/>
              <a:buFont typeface="Urbanist"/>
              <a:buChar char="●"/>
              <a:defRPr sz="1000">
                <a:solidFill>
                  <a:schemeClr val="dk2"/>
                </a:solidFill>
              </a:defRPr>
            </a:lvl7pPr>
            <a:lvl8pPr indent="-292100" lvl="7" marL="3657600">
              <a:spcBef>
                <a:spcPts val="0"/>
              </a:spcBef>
              <a:spcAft>
                <a:spcPts val="0"/>
              </a:spcAft>
              <a:buClr>
                <a:schemeClr val="dk2"/>
              </a:buClr>
              <a:buSzPts val="1000"/>
              <a:buFont typeface="Urbanist"/>
              <a:buChar char="○"/>
              <a:defRPr sz="1000">
                <a:solidFill>
                  <a:schemeClr val="dk2"/>
                </a:solidFill>
              </a:defRPr>
            </a:lvl8pPr>
            <a:lvl9pPr indent="-292100" lvl="8" marL="4114800">
              <a:spcBef>
                <a:spcPts val="0"/>
              </a:spcBef>
              <a:spcAft>
                <a:spcPts val="0"/>
              </a:spcAft>
              <a:buClr>
                <a:schemeClr val="dk2"/>
              </a:buClr>
              <a:buSzPts val="1000"/>
              <a:buFont typeface="Urbanist"/>
              <a:buChar char="■"/>
              <a:defRPr sz="1000">
                <a:solidFill>
                  <a:schemeClr val="dk2"/>
                </a:solidFill>
              </a:defRPr>
            </a:lvl9pPr>
          </a:lstStyle>
          <a:p/>
        </p:txBody>
      </p:sp>
      <p:sp>
        <p:nvSpPr>
          <p:cNvPr id="254" name="Google Shape;254;p16"/>
          <p:cNvSpPr txBox="1"/>
          <p:nvPr>
            <p:ph idx="7" type="body"/>
          </p:nvPr>
        </p:nvSpPr>
        <p:spPr>
          <a:xfrm>
            <a:off x="5871500" y="3553025"/>
            <a:ext cx="2864700" cy="696000"/>
          </a:xfrm>
          <a:prstGeom prst="rect">
            <a:avLst/>
          </a:prstGeom>
        </p:spPr>
        <p:txBody>
          <a:bodyPr anchorCtr="0" anchor="t" bIns="91425" lIns="0" spcFirstLastPara="1" rIns="91425" wrap="square" tIns="0">
            <a:spAutoFit/>
          </a:bodyPr>
          <a:lstStyle>
            <a:lvl1pPr indent="-304800" lvl="0" marL="457200">
              <a:lnSpc>
                <a:spcPct val="100000"/>
              </a:lnSpc>
              <a:spcBef>
                <a:spcPts val="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1pPr>
            <a:lvl2pPr indent="-304800" lvl="1" marL="914400">
              <a:lnSpc>
                <a:spcPct val="100000"/>
              </a:lnSpc>
              <a:spcBef>
                <a:spcPts val="80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2pPr>
            <a:lvl3pPr indent="-304800" lvl="2" marL="1371600">
              <a:lnSpc>
                <a:spcPct val="100000"/>
              </a:lnSpc>
              <a:spcBef>
                <a:spcPts val="80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3pPr>
            <a:lvl4pPr indent="-304800" lvl="3" marL="1828800">
              <a:lnSpc>
                <a:spcPct val="100000"/>
              </a:lnSpc>
              <a:spcBef>
                <a:spcPts val="80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4pPr>
            <a:lvl5pPr indent="-304800" lvl="4" marL="2286000">
              <a:lnSpc>
                <a:spcPct val="100000"/>
              </a:lnSpc>
              <a:spcBef>
                <a:spcPts val="80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5pPr>
            <a:lvl6pPr indent="-304800" lvl="5" marL="2743200">
              <a:lnSpc>
                <a:spcPct val="100000"/>
              </a:lnSpc>
              <a:spcBef>
                <a:spcPts val="80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6pPr>
            <a:lvl7pPr indent="-304800" lvl="6" marL="3200400">
              <a:lnSpc>
                <a:spcPct val="100000"/>
              </a:lnSpc>
              <a:spcBef>
                <a:spcPts val="80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7pPr>
            <a:lvl8pPr indent="-304800" lvl="7" marL="3657600">
              <a:lnSpc>
                <a:spcPct val="100000"/>
              </a:lnSpc>
              <a:spcBef>
                <a:spcPts val="80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8pPr>
            <a:lvl9pPr indent="-304800" lvl="8" marL="4114800">
              <a:lnSpc>
                <a:spcPct val="100000"/>
              </a:lnSpc>
              <a:spcBef>
                <a:spcPts val="800"/>
              </a:spcBef>
              <a:spcAft>
                <a:spcPts val="80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9pPr>
          </a:lstStyle>
          <a:p/>
        </p:txBody>
      </p:sp>
      <p:sp>
        <p:nvSpPr>
          <p:cNvPr id="255" name="Google Shape;255;p16"/>
          <p:cNvSpPr txBox="1"/>
          <p:nvPr>
            <p:ph idx="8" type="subTitle"/>
          </p:nvPr>
        </p:nvSpPr>
        <p:spPr>
          <a:xfrm>
            <a:off x="238800" y="2720113"/>
            <a:ext cx="2824500" cy="1458300"/>
          </a:xfrm>
          <a:prstGeom prst="rect">
            <a:avLst/>
          </a:prstGeom>
        </p:spPr>
        <p:txBody>
          <a:bodyPr anchorCtr="0" anchor="t" bIns="91425" lIns="0" spcFirstLastPara="1" rIns="91425" wrap="square" tIns="0">
            <a:noAutofit/>
          </a:bodyPr>
          <a:lstStyle>
            <a:lvl1pPr lvl="0">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2pPr>
            <a:lvl3pPr lvl="2">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3pPr>
            <a:lvl4pPr lvl="3">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4pPr>
            <a:lvl5pPr lvl="4">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5pPr>
            <a:lvl6pPr lvl="5">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6pPr>
            <a:lvl7pPr lvl="6">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7pPr>
            <a:lvl8pPr lvl="7">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8pPr>
            <a:lvl9pPr lvl="8">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9pPr>
          </a:lstStyle>
          <a:p/>
        </p:txBody>
      </p:sp>
      <p:sp>
        <p:nvSpPr>
          <p:cNvPr id="256" name="Google Shape;256;p16"/>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57" name="Google Shape;257;p16"/>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phics">
  <p:cSld name="CUSTOM_2">
    <p:spTree>
      <p:nvGrpSpPr>
        <p:cNvPr id="258" name="Shape 258"/>
        <p:cNvGrpSpPr/>
        <p:nvPr/>
      </p:nvGrpSpPr>
      <p:grpSpPr>
        <a:xfrm>
          <a:off x="0" y="0"/>
          <a:ext cx="0" cy="0"/>
          <a:chOff x="0" y="0"/>
          <a:chExt cx="0" cy="0"/>
        </a:xfrm>
      </p:grpSpPr>
      <p:sp>
        <p:nvSpPr>
          <p:cNvPr id="259" name="Google Shape;259;p17"/>
          <p:cNvSpPr txBox="1"/>
          <p:nvPr>
            <p:ph idx="1"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60" name="Google Shape;260;p17"/>
          <p:cNvSpPr txBox="1"/>
          <p:nvPr>
            <p:ph idx="2"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61" name="Google Shape;261;p17"/>
          <p:cNvSpPr txBox="1"/>
          <p:nvPr>
            <p:ph idx="3"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cxnSp>
        <p:nvCxnSpPr>
          <p:cNvPr id="262" name="Google Shape;262;p17"/>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263" name="Google Shape;263;p17"/>
          <p:cNvSpPr/>
          <p:nvPr/>
        </p:nvSpPr>
        <p:spPr>
          <a:xfrm>
            <a:off x="228600" y="1395962"/>
            <a:ext cx="2101200" cy="3054000"/>
          </a:xfrm>
          <a:prstGeom prst="roundRect">
            <a:avLst>
              <a:gd fmla="val 9631"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64" name="Google Shape;264;p17"/>
          <p:cNvSpPr/>
          <p:nvPr/>
        </p:nvSpPr>
        <p:spPr>
          <a:xfrm>
            <a:off x="2423700" y="1395962"/>
            <a:ext cx="3198600" cy="3054000"/>
          </a:xfrm>
          <a:prstGeom prst="roundRect">
            <a:avLst>
              <a:gd fmla="val 674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65" name="Google Shape;265;p17"/>
          <p:cNvSpPr/>
          <p:nvPr/>
        </p:nvSpPr>
        <p:spPr>
          <a:xfrm>
            <a:off x="5716850" y="1395962"/>
            <a:ext cx="3198600" cy="1758300"/>
          </a:xfrm>
          <a:prstGeom prst="roundRect">
            <a:avLst>
              <a:gd fmla="val 9631"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66" name="Google Shape;266;p17"/>
          <p:cNvSpPr/>
          <p:nvPr/>
        </p:nvSpPr>
        <p:spPr>
          <a:xfrm>
            <a:off x="5716200" y="3231390"/>
            <a:ext cx="3198600" cy="1217400"/>
          </a:xfrm>
          <a:prstGeom prst="roundRect">
            <a:avLst>
              <a:gd fmla="val 1360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67" name="Google Shape;267;p17"/>
          <p:cNvSpPr/>
          <p:nvPr>
            <p:ph idx="4" type="pic"/>
          </p:nvPr>
        </p:nvSpPr>
        <p:spPr>
          <a:xfrm>
            <a:off x="381950" y="993050"/>
            <a:ext cx="850500" cy="850500"/>
          </a:xfrm>
          <a:prstGeom prst="ellipse">
            <a:avLst/>
          </a:prstGeom>
          <a:noFill/>
          <a:ln cap="flat" cmpd="sng" w="9525">
            <a:solidFill>
              <a:schemeClr val="accent3"/>
            </a:solidFill>
            <a:prstDash val="solid"/>
            <a:round/>
            <a:headEnd len="sm" w="sm" type="none"/>
            <a:tailEnd len="sm" w="sm" type="none"/>
          </a:ln>
        </p:spPr>
      </p:sp>
      <p:sp>
        <p:nvSpPr>
          <p:cNvPr id="268" name="Google Shape;268;p17"/>
          <p:cNvSpPr txBox="1"/>
          <p:nvPr>
            <p:ph idx="5" type="subTitle"/>
          </p:nvPr>
        </p:nvSpPr>
        <p:spPr>
          <a:xfrm>
            <a:off x="381950" y="2062875"/>
            <a:ext cx="1786500" cy="236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200"/>
              <a:buFont typeface="Urbanist"/>
              <a:buNone/>
              <a:defRPr b="1" sz="1200">
                <a:solidFill>
                  <a:schemeClr val="dk1"/>
                </a:solidFill>
              </a:defRPr>
            </a:lvl1pPr>
            <a:lvl2pPr lvl="1">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2pPr>
            <a:lvl3pPr lvl="2">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3pPr>
            <a:lvl4pPr lvl="3">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4pPr>
            <a:lvl5pPr lvl="4">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5pPr>
            <a:lvl6pPr lvl="5">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6pPr>
            <a:lvl7pPr lvl="6">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7pPr>
            <a:lvl8pPr lvl="7">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8pPr>
            <a:lvl9pPr lvl="8">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9pPr>
          </a:lstStyle>
          <a:p/>
        </p:txBody>
      </p:sp>
      <p:sp>
        <p:nvSpPr>
          <p:cNvPr id="269" name="Google Shape;269;p17"/>
          <p:cNvSpPr txBox="1"/>
          <p:nvPr>
            <p:ph idx="6" type="body"/>
          </p:nvPr>
        </p:nvSpPr>
        <p:spPr>
          <a:xfrm>
            <a:off x="381950" y="2453500"/>
            <a:ext cx="1786500" cy="15363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Urbanist"/>
              <a:buChar char="●"/>
              <a:defRPr sz="1000">
                <a:solidFill>
                  <a:schemeClr val="dk1"/>
                </a:solidFill>
              </a:defRPr>
            </a:lvl1pPr>
            <a:lvl2pPr indent="-292100" lvl="1" marL="914400">
              <a:spcBef>
                <a:spcPts val="0"/>
              </a:spcBef>
              <a:spcAft>
                <a:spcPts val="0"/>
              </a:spcAft>
              <a:buClr>
                <a:schemeClr val="dk1"/>
              </a:buClr>
              <a:buSzPts val="1000"/>
              <a:buFont typeface="Urbanist"/>
              <a:buChar char="○"/>
              <a:defRPr sz="1000">
                <a:solidFill>
                  <a:schemeClr val="dk1"/>
                </a:solidFill>
              </a:defRPr>
            </a:lvl2pPr>
            <a:lvl3pPr indent="-292100" lvl="2" marL="1371600">
              <a:spcBef>
                <a:spcPts val="0"/>
              </a:spcBef>
              <a:spcAft>
                <a:spcPts val="0"/>
              </a:spcAft>
              <a:buClr>
                <a:schemeClr val="dk1"/>
              </a:buClr>
              <a:buSzPts val="1000"/>
              <a:buFont typeface="Urbanist"/>
              <a:buChar char="■"/>
              <a:defRPr sz="1000">
                <a:solidFill>
                  <a:schemeClr val="dk1"/>
                </a:solidFill>
              </a:defRPr>
            </a:lvl3pPr>
            <a:lvl4pPr indent="-292100" lvl="3" marL="1828800">
              <a:spcBef>
                <a:spcPts val="0"/>
              </a:spcBef>
              <a:spcAft>
                <a:spcPts val="0"/>
              </a:spcAft>
              <a:buClr>
                <a:schemeClr val="dk1"/>
              </a:buClr>
              <a:buSzPts val="1000"/>
              <a:buFont typeface="Urbanist"/>
              <a:buChar char="●"/>
              <a:defRPr sz="1000">
                <a:solidFill>
                  <a:schemeClr val="dk1"/>
                </a:solidFill>
              </a:defRPr>
            </a:lvl4pPr>
            <a:lvl5pPr indent="-292100" lvl="4" marL="2286000">
              <a:spcBef>
                <a:spcPts val="0"/>
              </a:spcBef>
              <a:spcAft>
                <a:spcPts val="0"/>
              </a:spcAft>
              <a:buClr>
                <a:schemeClr val="dk1"/>
              </a:buClr>
              <a:buSzPts val="1000"/>
              <a:buFont typeface="Urbanist"/>
              <a:buChar char="○"/>
              <a:defRPr sz="1000">
                <a:solidFill>
                  <a:schemeClr val="dk1"/>
                </a:solidFill>
              </a:defRPr>
            </a:lvl5pPr>
            <a:lvl6pPr indent="-292100" lvl="5" marL="2743200">
              <a:spcBef>
                <a:spcPts val="0"/>
              </a:spcBef>
              <a:spcAft>
                <a:spcPts val="0"/>
              </a:spcAft>
              <a:buClr>
                <a:schemeClr val="dk1"/>
              </a:buClr>
              <a:buSzPts val="1000"/>
              <a:buFont typeface="Urbanist"/>
              <a:buChar char="■"/>
              <a:defRPr sz="1000">
                <a:solidFill>
                  <a:schemeClr val="dk1"/>
                </a:solidFill>
              </a:defRPr>
            </a:lvl6pPr>
            <a:lvl7pPr indent="-292100" lvl="6" marL="3200400">
              <a:spcBef>
                <a:spcPts val="0"/>
              </a:spcBef>
              <a:spcAft>
                <a:spcPts val="0"/>
              </a:spcAft>
              <a:buClr>
                <a:schemeClr val="dk1"/>
              </a:buClr>
              <a:buSzPts val="1000"/>
              <a:buFont typeface="Urbanist"/>
              <a:buChar char="●"/>
              <a:defRPr sz="1000">
                <a:solidFill>
                  <a:schemeClr val="dk1"/>
                </a:solidFill>
              </a:defRPr>
            </a:lvl7pPr>
            <a:lvl8pPr indent="-292100" lvl="7" marL="3657600">
              <a:spcBef>
                <a:spcPts val="0"/>
              </a:spcBef>
              <a:spcAft>
                <a:spcPts val="0"/>
              </a:spcAft>
              <a:buClr>
                <a:schemeClr val="dk1"/>
              </a:buClr>
              <a:buSzPts val="1000"/>
              <a:buFont typeface="Urbanist"/>
              <a:buChar char="○"/>
              <a:defRPr sz="1000">
                <a:solidFill>
                  <a:schemeClr val="dk1"/>
                </a:solidFill>
              </a:defRPr>
            </a:lvl8pPr>
            <a:lvl9pPr indent="-292100" lvl="8" marL="4114800">
              <a:spcBef>
                <a:spcPts val="0"/>
              </a:spcBef>
              <a:spcAft>
                <a:spcPts val="0"/>
              </a:spcAft>
              <a:buClr>
                <a:schemeClr val="dk1"/>
              </a:buClr>
              <a:buSzPts val="1000"/>
              <a:buFont typeface="Urbanist"/>
              <a:buChar char="■"/>
              <a:defRPr sz="1000">
                <a:solidFill>
                  <a:schemeClr val="dk1"/>
                </a:solidFill>
              </a:defRPr>
            </a:lvl9pPr>
          </a:lstStyle>
          <a:p/>
        </p:txBody>
      </p:sp>
      <p:sp>
        <p:nvSpPr>
          <p:cNvPr id="270" name="Google Shape;270;p17"/>
          <p:cNvSpPr txBox="1"/>
          <p:nvPr>
            <p:ph idx="7" type="subTitle"/>
          </p:nvPr>
        </p:nvSpPr>
        <p:spPr>
          <a:xfrm>
            <a:off x="2580250" y="1528150"/>
            <a:ext cx="2911500" cy="22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Urbanist"/>
              <a:buNone/>
              <a:defRPr b="1" sz="1000"/>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p:txBody>
      </p:sp>
      <p:sp>
        <p:nvSpPr>
          <p:cNvPr id="271" name="Google Shape;271;p17"/>
          <p:cNvSpPr txBox="1"/>
          <p:nvPr>
            <p:ph idx="8" type="body"/>
          </p:nvPr>
        </p:nvSpPr>
        <p:spPr>
          <a:xfrm>
            <a:off x="2580250" y="1791652"/>
            <a:ext cx="2911500" cy="610500"/>
          </a:xfrm>
          <a:prstGeom prst="rect">
            <a:avLst/>
          </a:prstGeom>
        </p:spPr>
        <p:txBody>
          <a:bodyPr anchorCtr="0" anchor="t" bIns="0" lIns="0" spcFirstLastPara="1" rIns="0" wrap="square" tIns="0">
            <a:noAutofit/>
          </a:bodyPr>
          <a:lstStyle>
            <a:lvl1pPr indent="-292100" lvl="0" marL="457200">
              <a:lnSpc>
                <a:spcPct val="100000"/>
              </a:lnSpc>
              <a:spcBef>
                <a:spcPts val="0"/>
              </a:spcBef>
              <a:spcAft>
                <a:spcPts val="0"/>
              </a:spcAft>
              <a:buSzPts val="1000"/>
              <a:buChar char="●"/>
              <a:defRPr sz="1000"/>
            </a:lvl1pPr>
            <a:lvl2pPr indent="-292100" lvl="1" marL="914400">
              <a:lnSpc>
                <a:spcPct val="100000"/>
              </a:lnSpc>
              <a:spcBef>
                <a:spcPts val="800"/>
              </a:spcBef>
              <a:spcAft>
                <a:spcPts val="0"/>
              </a:spcAft>
              <a:buSzPts val="1000"/>
              <a:buChar char="○"/>
              <a:defRPr sz="1000"/>
            </a:lvl2pPr>
            <a:lvl3pPr indent="-292100" lvl="2" marL="1371600">
              <a:lnSpc>
                <a:spcPct val="100000"/>
              </a:lnSpc>
              <a:spcBef>
                <a:spcPts val="800"/>
              </a:spcBef>
              <a:spcAft>
                <a:spcPts val="0"/>
              </a:spcAft>
              <a:buSzPts val="1000"/>
              <a:buChar char="■"/>
              <a:defRPr sz="1000"/>
            </a:lvl3pPr>
            <a:lvl4pPr indent="-292100" lvl="3" marL="1828800">
              <a:lnSpc>
                <a:spcPct val="100000"/>
              </a:lnSpc>
              <a:spcBef>
                <a:spcPts val="800"/>
              </a:spcBef>
              <a:spcAft>
                <a:spcPts val="0"/>
              </a:spcAft>
              <a:buSzPts val="1000"/>
              <a:buChar char="●"/>
              <a:defRPr sz="1000"/>
            </a:lvl4pPr>
            <a:lvl5pPr indent="-292100" lvl="4" marL="2286000">
              <a:lnSpc>
                <a:spcPct val="100000"/>
              </a:lnSpc>
              <a:spcBef>
                <a:spcPts val="800"/>
              </a:spcBef>
              <a:spcAft>
                <a:spcPts val="0"/>
              </a:spcAft>
              <a:buSzPts val="1000"/>
              <a:buChar char="○"/>
              <a:defRPr sz="1000"/>
            </a:lvl5pPr>
            <a:lvl6pPr indent="-292100" lvl="5" marL="2743200">
              <a:lnSpc>
                <a:spcPct val="100000"/>
              </a:lnSpc>
              <a:spcBef>
                <a:spcPts val="800"/>
              </a:spcBef>
              <a:spcAft>
                <a:spcPts val="0"/>
              </a:spcAft>
              <a:buSzPts val="1000"/>
              <a:buChar char="■"/>
              <a:defRPr sz="1000"/>
            </a:lvl6pPr>
            <a:lvl7pPr indent="-292100" lvl="6" marL="3200400">
              <a:lnSpc>
                <a:spcPct val="100000"/>
              </a:lnSpc>
              <a:spcBef>
                <a:spcPts val="800"/>
              </a:spcBef>
              <a:spcAft>
                <a:spcPts val="0"/>
              </a:spcAft>
              <a:buSzPts val="1000"/>
              <a:buChar char="●"/>
              <a:defRPr sz="1000"/>
            </a:lvl7pPr>
            <a:lvl8pPr indent="-292100" lvl="7" marL="3657600">
              <a:lnSpc>
                <a:spcPct val="100000"/>
              </a:lnSpc>
              <a:spcBef>
                <a:spcPts val="800"/>
              </a:spcBef>
              <a:spcAft>
                <a:spcPts val="0"/>
              </a:spcAft>
              <a:buSzPts val="1000"/>
              <a:buChar char="○"/>
              <a:defRPr sz="1000"/>
            </a:lvl8pPr>
            <a:lvl9pPr indent="-292100" lvl="8" marL="4114800">
              <a:lnSpc>
                <a:spcPct val="100000"/>
              </a:lnSpc>
              <a:spcBef>
                <a:spcPts val="800"/>
              </a:spcBef>
              <a:spcAft>
                <a:spcPts val="800"/>
              </a:spcAft>
              <a:buSzPts val="1000"/>
              <a:buChar char="■"/>
              <a:defRPr sz="1000"/>
            </a:lvl9pPr>
          </a:lstStyle>
          <a:p/>
        </p:txBody>
      </p:sp>
      <p:cxnSp>
        <p:nvCxnSpPr>
          <p:cNvPr id="272" name="Google Shape;272;p17"/>
          <p:cNvCxnSpPr/>
          <p:nvPr/>
        </p:nvCxnSpPr>
        <p:spPr>
          <a:xfrm>
            <a:off x="2423700" y="2531312"/>
            <a:ext cx="3194400" cy="0"/>
          </a:xfrm>
          <a:prstGeom prst="straightConnector1">
            <a:avLst/>
          </a:prstGeom>
          <a:noFill/>
          <a:ln cap="flat" cmpd="sng" w="9525">
            <a:solidFill>
              <a:schemeClr val="dk1"/>
            </a:solidFill>
            <a:prstDash val="solid"/>
            <a:round/>
            <a:headEnd len="med" w="med" type="none"/>
            <a:tailEnd len="med" w="med" type="none"/>
          </a:ln>
        </p:spPr>
      </p:cxnSp>
      <p:cxnSp>
        <p:nvCxnSpPr>
          <p:cNvPr id="273" name="Google Shape;273;p17"/>
          <p:cNvCxnSpPr/>
          <p:nvPr/>
        </p:nvCxnSpPr>
        <p:spPr>
          <a:xfrm>
            <a:off x="2423700" y="3583537"/>
            <a:ext cx="3194400" cy="0"/>
          </a:xfrm>
          <a:prstGeom prst="straightConnector1">
            <a:avLst/>
          </a:prstGeom>
          <a:noFill/>
          <a:ln cap="flat" cmpd="sng" w="9525">
            <a:solidFill>
              <a:schemeClr val="dk1"/>
            </a:solidFill>
            <a:prstDash val="solid"/>
            <a:round/>
            <a:headEnd len="med" w="med" type="none"/>
            <a:tailEnd len="med" w="med" type="none"/>
          </a:ln>
        </p:spPr>
      </p:cxnSp>
      <p:sp>
        <p:nvSpPr>
          <p:cNvPr id="274" name="Google Shape;274;p17"/>
          <p:cNvSpPr txBox="1"/>
          <p:nvPr>
            <p:ph idx="9" type="subTitle"/>
          </p:nvPr>
        </p:nvSpPr>
        <p:spPr>
          <a:xfrm>
            <a:off x="2580250" y="2660457"/>
            <a:ext cx="2911500" cy="22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Urbanist"/>
              <a:buNone/>
              <a:defRPr b="1" sz="1000"/>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p:txBody>
      </p:sp>
      <p:sp>
        <p:nvSpPr>
          <p:cNvPr id="275" name="Google Shape;275;p17"/>
          <p:cNvSpPr txBox="1"/>
          <p:nvPr>
            <p:ph idx="13" type="body"/>
          </p:nvPr>
        </p:nvSpPr>
        <p:spPr>
          <a:xfrm>
            <a:off x="2580250" y="2931046"/>
            <a:ext cx="2911500" cy="6105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sp>
        <p:nvSpPr>
          <p:cNvPr id="276" name="Google Shape;276;p17"/>
          <p:cNvSpPr/>
          <p:nvPr/>
        </p:nvSpPr>
        <p:spPr>
          <a:xfrm flipH="1">
            <a:off x="2600988" y="3992942"/>
            <a:ext cx="681000" cy="2736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None/>
            </a:pPr>
            <a:r>
              <a:t/>
            </a:r>
            <a:endParaRPr b="1" sz="800">
              <a:solidFill>
                <a:schemeClr val="dk1"/>
              </a:solidFill>
              <a:latin typeface="Urbanist"/>
              <a:ea typeface="Urbanist"/>
              <a:cs typeface="Urbanist"/>
              <a:sym typeface="Urbanist"/>
            </a:endParaRPr>
          </a:p>
        </p:txBody>
      </p:sp>
      <p:sp>
        <p:nvSpPr>
          <p:cNvPr id="277" name="Google Shape;277;p17"/>
          <p:cNvSpPr/>
          <p:nvPr/>
        </p:nvSpPr>
        <p:spPr>
          <a:xfrm flipH="1">
            <a:off x="3654625" y="3992942"/>
            <a:ext cx="681000" cy="2736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None/>
            </a:pPr>
            <a:r>
              <a:t/>
            </a:r>
            <a:endParaRPr b="1" sz="800">
              <a:solidFill>
                <a:schemeClr val="dk1"/>
              </a:solidFill>
              <a:latin typeface="Urbanist"/>
              <a:ea typeface="Urbanist"/>
              <a:cs typeface="Urbanist"/>
              <a:sym typeface="Urbanist"/>
            </a:endParaRPr>
          </a:p>
        </p:txBody>
      </p:sp>
      <p:sp>
        <p:nvSpPr>
          <p:cNvPr id="278" name="Google Shape;278;p17"/>
          <p:cNvSpPr/>
          <p:nvPr/>
        </p:nvSpPr>
        <p:spPr>
          <a:xfrm flipH="1">
            <a:off x="4602650" y="3992942"/>
            <a:ext cx="681000" cy="2736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None/>
            </a:pPr>
            <a:r>
              <a:t/>
            </a:r>
            <a:endParaRPr b="1" sz="800">
              <a:solidFill>
                <a:schemeClr val="dk1"/>
              </a:solidFill>
              <a:latin typeface="Urbanist"/>
              <a:ea typeface="Urbanist"/>
              <a:cs typeface="Urbanist"/>
              <a:sym typeface="Urbanist"/>
            </a:endParaRPr>
          </a:p>
        </p:txBody>
      </p:sp>
      <p:sp>
        <p:nvSpPr>
          <p:cNvPr id="279" name="Google Shape;279;p17"/>
          <p:cNvSpPr txBox="1"/>
          <p:nvPr>
            <p:ph idx="14" type="subTitle"/>
          </p:nvPr>
        </p:nvSpPr>
        <p:spPr>
          <a:xfrm>
            <a:off x="2567250" y="3671882"/>
            <a:ext cx="2911500" cy="22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Urbanist"/>
              <a:buNone/>
              <a:defRPr b="1" sz="1000"/>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p:txBody>
      </p:sp>
      <p:sp>
        <p:nvSpPr>
          <p:cNvPr id="280" name="Google Shape;280;p17"/>
          <p:cNvSpPr txBox="1"/>
          <p:nvPr>
            <p:ph idx="15" type="subTitle"/>
          </p:nvPr>
        </p:nvSpPr>
        <p:spPr>
          <a:xfrm>
            <a:off x="5877425" y="1528157"/>
            <a:ext cx="2911500" cy="22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Urbanist"/>
              <a:buNone/>
              <a:defRPr b="1" sz="1000"/>
            </a:lvl1pPr>
            <a:lvl2pPr lvl="1">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2pPr>
            <a:lvl3pPr lvl="2">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3pPr>
            <a:lvl4pPr lvl="3">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4pPr>
            <a:lvl5pPr lvl="4">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5pPr>
            <a:lvl6pPr lvl="5">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6pPr>
            <a:lvl7pPr lvl="6">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7pPr>
            <a:lvl8pPr lvl="7">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8pPr>
            <a:lvl9pPr lvl="8">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9pPr>
          </a:lstStyle>
          <a:p/>
        </p:txBody>
      </p:sp>
      <p:sp>
        <p:nvSpPr>
          <p:cNvPr id="281" name="Google Shape;281;p17"/>
          <p:cNvSpPr txBox="1"/>
          <p:nvPr>
            <p:ph idx="16" type="subTitle"/>
          </p:nvPr>
        </p:nvSpPr>
        <p:spPr>
          <a:xfrm>
            <a:off x="5877425" y="1781107"/>
            <a:ext cx="2911500" cy="228600"/>
          </a:xfrm>
          <a:prstGeom prst="rect">
            <a:avLst/>
          </a:prstGeom>
        </p:spPr>
        <p:txBody>
          <a:bodyPr anchorCtr="0" anchor="t" bIns="0" lIns="0" spcFirstLastPara="1" rIns="0" wrap="square" tIns="0">
            <a:noAutofit/>
          </a:bodyPr>
          <a:lstStyle>
            <a:lvl1pPr lvl="0">
              <a:spcBef>
                <a:spcPts val="0"/>
              </a:spcBef>
              <a:spcAft>
                <a:spcPts val="0"/>
              </a:spcAft>
              <a:buClr>
                <a:schemeClr val="accent3"/>
              </a:buClr>
              <a:buSzPts val="800"/>
              <a:buFont typeface="Urbanist"/>
              <a:buNone/>
              <a:defRPr b="1" sz="800">
                <a:solidFill>
                  <a:schemeClr val="accent3"/>
                </a:solidFill>
              </a:defRPr>
            </a:lvl1pPr>
            <a:lvl2pPr lvl="1">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2pPr>
            <a:lvl3pPr lvl="2">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3pPr>
            <a:lvl4pPr lvl="3">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4pPr>
            <a:lvl5pPr lvl="4">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5pPr>
            <a:lvl6pPr lvl="5">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6pPr>
            <a:lvl7pPr lvl="6">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7pPr>
            <a:lvl8pPr lvl="7">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8pPr>
            <a:lvl9pPr lvl="8">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9pPr>
          </a:lstStyle>
          <a:p/>
        </p:txBody>
      </p:sp>
      <p:sp>
        <p:nvSpPr>
          <p:cNvPr id="282" name="Google Shape;282;p17"/>
          <p:cNvSpPr txBox="1"/>
          <p:nvPr>
            <p:ph idx="17" type="subTitle"/>
          </p:nvPr>
        </p:nvSpPr>
        <p:spPr>
          <a:xfrm>
            <a:off x="5877425" y="2219182"/>
            <a:ext cx="2911500" cy="228600"/>
          </a:xfrm>
          <a:prstGeom prst="rect">
            <a:avLst/>
          </a:prstGeom>
        </p:spPr>
        <p:txBody>
          <a:bodyPr anchorCtr="0" anchor="t" bIns="0" lIns="0" spcFirstLastPara="1" rIns="0" wrap="square" tIns="0">
            <a:noAutofit/>
          </a:bodyPr>
          <a:lstStyle>
            <a:lvl1pPr lvl="0">
              <a:spcBef>
                <a:spcPts val="0"/>
              </a:spcBef>
              <a:spcAft>
                <a:spcPts val="0"/>
              </a:spcAft>
              <a:buClr>
                <a:schemeClr val="accent3"/>
              </a:buClr>
              <a:buSzPts val="800"/>
              <a:buFont typeface="Urbanist"/>
              <a:buNone/>
              <a:defRPr b="1" sz="800">
                <a:solidFill>
                  <a:schemeClr val="accent3"/>
                </a:solidFill>
              </a:defRPr>
            </a:lvl1pPr>
            <a:lvl2pPr lvl="1">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2pPr>
            <a:lvl3pPr lvl="2">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3pPr>
            <a:lvl4pPr lvl="3">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4pPr>
            <a:lvl5pPr lvl="4">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5pPr>
            <a:lvl6pPr lvl="5">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6pPr>
            <a:lvl7pPr lvl="6">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7pPr>
            <a:lvl8pPr lvl="7">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8pPr>
            <a:lvl9pPr lvl="8">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9pPr>
          </a:lstStyle>
          <a:p/>
        </p:txBody>
      </p:sp>
      <p:sp>
        <p:nvSpPr>
          <p:cNvPr id="283" name="Google Shape;283;p17"/>
          <p:cNvSpPr txBox="1"/>
          <p:nvPr>
            <p:ph idx="18" type="subTitle"/>
          </p:nvPr>
        </p:nvSpPr>
        <p:spPr>
          <a:xfrm>
            <a:off x="5877425" y="2657257"/>
            <a:ext cx="2911500" cy="228600"/>
          </a:xfrm>
          <a:prstGeom prst="rect">
            <a:avLst/>
          </a:prstGeom>
        </p:spPr>
        <p:txBody>
          <a:bodyPr anchorCtr="0" anchor="t" bIns="0" lIns="0" spcFirstLastPara="1" rIns="0" wrap="square" tIns="0">
            <a:noAutofit/>
          </a:bodyPr>
          <a:lstStyle>
            <a:lvl1pPr lvl="0">
              <a:spcBef>
                <a:spcPts val="0"/>
              </a:spcBef>
              <a:spcAft>
                <a:spcPts val="0"/>
              </a:spcAft>
              <a:buClr>
                <a:schemeClr val="accent3"/>
              </a:buClr>
              <a:buSzPts val="800"/>
              <a:buFont typeface="Urbanist"/>
              <a:buNone/>
              <a:defRPr b="1" sz="800">
                <a:solidFill>
                  <a:schemeClr val="accent3"/>
                </a:solidFill>
              </a:defRPr>
            </a:lvl1pPr>
            <a:lvl2pPr lvl="1">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2pPr>
            <a:lvl3pPr lvl="2">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3pPr>
            <a:lvl4pPr lvl="3">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4pPr>
            <a:lvl5pPr lvl="4">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5pPr>
            <a:lvl6pPr lvl="5">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6pPr>
            <a:lvl7pPr lvl="6">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7pPr>
            <a:lvl8pPr lvl="7">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8pPr>
            <a:lvl9pPr lvl="8">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9pPr>
          </a:lstStyle>
          <a:p/>
        </p:txBody>
      </p:sp>
      <p:sp>
        <p:nvSpPr>
          <p:cNvPr id="284" name="Google Shape;284;p17"/>
          <p:cNvSpPr txBox="1"/>
          <p:nvPr>
            <p:ph idx="19" type="subTitle"/>
          </p:nvPr>
        </p:nvSpPr>
        <p:spPr>
          <a:xfrm>
            <a:off x="5877425" y="3354932"/>
            <a:ext cx="2911500" cy="22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Urbanist"/>
              <a:buNone/>
              <a:defRPr b="1" sz="1000"/>
            </a:lvl1pPr>
            <a:lvl2pPr lvl="1">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2pPr>
            <a:lvl3pPr lvl="2">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3pPr>
            <a:lvl4pPr lvl="3">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4pPr>
            <a:lvl5pPr lvl="4">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5pPr>
            <a:lvl6pPr lvl="5">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6pPr>
            <a:lvl7pPr lvl="6">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7pPr>
            <a:lvl8pPr lvl="7">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8pPr>
            <a:lvl9pPr lvl="8">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9pPr>
          </a:lstStyle>
          <a:p/>
        </p:txBody>
      </p:sp>
      <p:sp>
        <p:nvSpPr>
          <p:cNvPr id="285" name="Google Shape;285;p17"/>
          <p:cNvSpPr txBox="1"/>
          <p:nvPr>
            <p:ph idx="20" type="subTitle"/>
          </p:nvPr>
        </p:nvSpPr>
        <p:spPr>
          <a:xfrm>
            <a:off x="228600" y="228600"/>
            <a:ext cx="2920800" cy="228600"/>
          </a:xfrm>
          <a:prstGeom prst="rect">
            <a:avLst/>
          </a:prstGeom>
        </p:spPr>
        <p:txBody>
          <a:bodyPr anchorCtr="0" anchor="t" bIns="0" lIns="0" spcFirstLastPara="1" rIns="0" wrap="square" tIns="0">
            <a:noAutofit/>
          </a:bodyPr>
          <a:lstStyle>
            <a:lvl1pPr lvl="0">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9pPr>
          </a:lstStyle>
          <a:p/>
        </p:txBody>
      </p:sp>
      <p:sp>
        <p:nvSpPr>
          <p:cNvPr id="286" name="Google Shape;286;p17"/>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87" name="Google Shape;287;p17"/>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ilestones">
  <p:cSld name="CUSTOM_4">
    <p:spTree>
      <p:nvGrpSpPr>
        <p:cNvPr id="288" name="Shape 288"/>
        <p:cNvGrpSpPr/>
        <p:nvPr/>
      </p:nvGrpSpPr>
      <p:grpSpPr>
        <a:xfrm>
          <a:off x="0" y="0"/>
          <a:ext cx="0" cy="0"/>
          <a:chOff x="0" y="0"/>
          <a:chExt cx="0" cy="0"/>
        </a:xfrm>
      </p:grpSpPr>
      <p:sp>
        <p:nvSpPr>
          <p:cNvPr id="289" name="Google Shape;289;p18"/>
          <p:cNvSpPr txBox="1"/>
          <p:nvPr>
            <p:ph idx="1" type="body"/>
          </p:nvPr>
        </p:nvSpPr>
        <p:spPr>
          <a:xfrm>
            <a:off x="2054000" y="2952175"/>
            <a:ext cx="1377600" cy="937800"/>
          </a:xfrm>
          <a:prstGeom prst="rect">
            <a:avLst/>
          </a:prstGeom>
        </p:spPr>
        <p:txBody>
          <a:bodyPr anchorCtr="0" anchor="t" bIns="0" lIns="0" spcFirstLastPara="1" rIns="0" wrap="square" tIns="0">
            <a:spAutoFit/>
          </a:bodyPr>
          <a:lstStyle>
            <a:lvl1pPr indent="-292100" lvl="0" marL="457200">
              <a:lnSpc>
                <a:spcPct val="100000"/>
              </a:lnSpc>
              <a:spcBef>
                <a:spcPts val="0"/>
              </a:spcBef>
              <a:spcAft>
                <a:spcPts val="0"/>
              </a:spcAft>
              <a:buSzPts val="1000"/>
              <a:buChar char="●"/>
              <a:defRPr sz="1000"/>
            </a:lvl1pPr>
            <a:lvl2pPr indent="-292100" lvl="1" marL="914400">
              <a:lnSpc>
                <a:spcPct val="100000"/>
              </a:lnSpc>
              <a:spcBef>
                <a:spcPts val="800"/>
              </a:spcBef>
              <a:spcAft>
                <a:spcPts val="0"/>
              </a:spcAft>
              <a:buSzPts val="1000"/>
              <a:buChar char="○"/>
              <a:defRPr sz="1000"/>
            </a:lvl2pPr>
            <a:lvl3pPr indent="-292100" lvl="2" marL="1371600">
              <a:lnSpc>
                <a:spcPct val="100000"/>
              </a:lnSpc>
              <a:spcBef>
                <a:spcPts val="800"/>
              </a:spcBef>
              <a:spcAft>
                <a:spcPts val="0"/>
              </a:spcAft>
              <a:buSzPts val="1000"/>
              <a:buChar char="■"/>
              <a:defRPr sz="1000"/>
            </a:lvl3pPr>
            <a:lvl4pPr indent="-292100" lvl="3" marL="1828800">
              <a:lnSpc>
                <a:spcPct val="100000"/>
              </a:lnSpc>
              <a:spcBef>
                <a:spcPts val="800"/>
              </a:spcBef>
              <a:spcAft>
                <a:spcPts val="0"/>
              </a:spcAft>
              <a:buSzPts val="1000"/>
              <a:buChar char="●"/>
              <a:defRPr sz="1000"/>
            </a:lvl4pPr>
            <a:lvl5pPr indent="-292100" lvl="4" marL="2286000">
              <a:lnSpc>
                <a:spcPct val="100000"/>
              </a:lnSpc>
              <a:spcBef>
                <a:spcPts val="800"/>
              </a:spcBef>
              <a:spcAft>
                <a:spcPts val="0"/>
              </a:spcAft>
              <a:buSzPts val="1000"/>
              <a:buChar char="○"/>
              <a:defRPr sz="1000"/>
            </a:lvl5pPr>
            <a:lvl6pPr indent="-292100" lvl="5" marL="2743200">
              <a:lnSpc>
                <a:spcPct val="100000"/>
              </a:lnSpc>
              <a:spcBef>
                <a:spcPts val="800"/>
              </a:spcBef>
              <a:spcAft>
                <a:spcPts val="0"/>
              </a:spcAft>
              <a:buSzPts val="1000"/>
              <a:buChar char="■"/>
              <a:defRPr sz="1000"/>
            </a:lvl6pPr>
            <a:lvl7pPr indent="-292100" lvl="6" marL="3200400">
              <a:lnSpc>
                <a:spcPct val="100000"/>
              </a:lnSpc>
              <a:spcBef>
                <a:spcPts val="800"/>
              </a:spcBef>
              <a:spcAft>
                <a:spcPts val="0"/>
              </a:spcAft>
              <a:buSzPts val="1000"/>
              <a:buChar char="●"/>
              <a:defRPr sz="1000"/>
            </a:lvl7pPr>
            <a:lvl8pPr indent="-292100" lvl="7" marL="3657600">
              <a:lnSpc>
                <a:spcPct val="100000"/>
              </a:lnSpc>
              <a:spcBef>
                <a:spcPts val="800"/>
              </a:spcBef>
              <a:spcAft>
                <a:spcPts val="0"/>
              </a:spcAft>
              <a:buSzPts val="1000"/>
              <a:buChar char="○"/>
              <a:defRPr sz="1000"/>
            </a:lvl8pPr>
            <a:lvl9pPr indent="-292100" lvl="8" marL="4114800">
              <a:lnSpc>
                <a:spcPct val="100000"/>
              </a:lnSpc>
              <a:spcBef>
                <a:spcPts val="800"/>
              </a:spcBef>
              <a:spcAft>
                <a:spcPts val="800"/>
              </a:spcAft>
              <a:buSzPts val="1000"/>
              <a:buChar char="■"/>
              <a:defRPr sz="1000"/>
            </a:lvl9pPr>
          </a:lstStyle>
          <a:p/>
        </p:txBody>
      </p:sp>
      <p:sp>
        <p:nvSpPr>
          <p:cNvPr id="290" name="Google Shape;290;p18"/>
          <p:cNvSpPr txBox="1"/>
          <p:nvPr>
            <p:ph idx="2" type="body"/>
          </p:nvPr>
        </p:nvSpPr>
        <p:spPr>
          <a:xfrm>
            <a:off x="246150" y="2952175"/>
            <a:ext cx="1458000" cy="8121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sp>
        <p:nvSpPr>
          <p:cNvPr id="291" name="Google Shape;291;p18"/>
          <p:cNvSpPr txBox="1"/>
          <p:nvPr>
            <p:ph idx="3" type="subTitle"/>
          </p:nvPr>
        </p:nvSpPr>
        <p:spPr>
          <a:xfrm>
            <a:off x="3829950" y="2667925"/>
            <a:ext cx="1339800" cy="1443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Urbanist SemiBold"/>
              <a:buNone/>
              <a:defRPr sz="1200">
                <a:latin typeface="Urbanist SemiBold"/>
                <a:ea typeface="Urbanist SemiBold"/>
                <a:cs typeface="Urbanist SemiBold"/>
                <a:sym typeface="Urbanist SemiBold"/>
              </a:defRPr>
            </a:lvl1pPr>
            <a:lvl2pPr lvl="1">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9pPr>
          </a:lstStyle>
          <a:p/>
        </p:txBody>
      </p:sp>
      <p:sp>
        <p:nvSpPr>
          <p:cNvPr id="292" name="Google Shape;292;p18"/>
          <p:cNvSpPr txBox="1"/>
          <p:nvPr>
            <p:ph idx="4" type="body"/>
          </p:nvPr>
        </p:nvSpPr>
        <p:spPr>
          <a:xfrm>
            <a:off x="3848250" y="2952163"/>
            <a:ext cx="1458000" cy="8121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sp>
        <p:nvSpPr>
          <p:cNvPr id="293" name="Google Shape;293;p18"/>
          <p:cNvSpPr txBox="1"/>
          <p:nvPr>
            <p:ph idx="5" type="subTitle"/>
          </p:nvPr>
        </p:nvSpPr>
        <p:spPr>
          <a:xfrm>
            <a:off x="2077400" y="4218350"/>
            <a:ext cx="1377600" cy="144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accent3"/>
              </a:buClr>
              <a:buSzPts val="1000"/>
              <a:buFont typeface="Urbanist"/>
              <a:buNone/>
              <a:defRPr sz="1000">
                <a:solidFill>
                  <a:schemeClr val="accent3"/>
                </a:solidFill>
              </a:defRPr>
            </a:lvl1pPr>
            <a:lvl2pPr lvl="1"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2pPr>
            <a:lvl3pPr lvl="2"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3pPr>
            <a:lvl4pPr lvl="3"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4pPr>
            <a:lvl5pPr lvl="4"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5pPr>
            <a:lvl6pPr lvl="5"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6pPr>
            <a:lvl7pPr lvl="6"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7pPr>
            <a:lvl8pPr lvl="7"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8pPr>
            <a:lvl9pPr lvl="8"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9pPr>
          </a:lstStyle>
          <a:p/>
        </p:txBody>
      </p:sp>
      <p:sp>
        <p:nvSpPr>
          <p:cNvPr id="294" name="Google Shape;294;p18"/>
          <p:cNvSpPr txBox="1"/>
          <p:nvPr>
            <p:ph idx="6" type="body"/>
          </p:nvPr>
        </p:nvSpPr>
        <p:spPr>
          <a:xfrm>
            <a:off x="5634175" y="2952175"/>
            <a:ext cx="1458000" cy="8121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sp>
        <p:nvSpPr>
          <p:cNvPr id="295" name="Google Shape;295;p18"/>
          <p:cNvSpPr txBox="1"/>
          <p:nvPr>
            <p:ph idx="7"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96" name="Google Shape;296;p18"/>
          <p:cNvSpPr txBox="1"/>
          <p:nvPr>
            <p:ph idx="8"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97" name="Google Shape;297;p18"/>
          <p:cNvSpPr txBox="1"/>
          <p:nvPr>
            <p:ph idx="9"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cxnSp>
        <p:nvCxnSpPr>
          <p:cNvPr id="298" name="Google Shape;298;p18"/>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299" name="Google Shape;299;p18"/>
          <p:cNvSpPr txBox="1"/>
          <p:nvPr>
            <p:ph type="title"/>
          </p:nvPr>
        </p:nvSpPr>
        <p:spPr>
          <a:xfrm>
            <a:off x="228600" y="613525"/>
            <a:ext cx="6841500" cy="753000"/>
          </a:xfrm>
          <a:prstGeom prst="rect">
            <a:avLst/>
          </a:prstGeom>
        </p:spPr>
        <p:txBody>
          <a:bodyPr anchorCtr="0" anchor="t" bIns="91425" lIns="0" spcFirstLastPara="1" rIns="91425" wrap="square" tIns="0">
            <a:spAutoFit/>
          </a:bodyPr>
          <a:lstStyle>
            <a:lvl1pPr lvl="0">
              <a:lnSpc>
                <a:spcPct val="85000"/>
              </a:lnSpc>
              <a:spcBef>
                <a:spcPts val="0"/>
              </a:spcBef>
              <a:spcAft>
                <a:spcPts val="0"/>
              </a:spcAft>
              <a:buNone/>
              <a:defRPr sz="3400">
                <a:solidFill>
                  <a:schemeClr val="dk2"/>
                </a:solidFill>
              </a:defRPr>
            </a:lvl1pPr>
            <a:lvl2pPr lvl="1">
              <a:lnSpc>
                <a:spcPct val="85000"/>
              </a:lnSpc>
              <a:spcBef>
                <a:spcPts val="0"/>
              </a:spcBef>
              <a:spcAft>
                <a:spcPts val="0"/>
              </a:spcAft>
              <a:buNone/>
              <a:defRPr sz="3600">
                <a:solidFill>
                  <a:schemeClr val="dk2"/>
                </a:solidFill>
              </a:defRPr>
            </a:lvl2pPr>
            <a:lvl3pPr lvl="2">
              <a:lnSpc>
                <a:spcPct val="85000"/>
              </a:lnSpc>
              <a:spcBef>
                <a:spcPts val="0"/>
              </a:spcBef>
              <a:spcAft>
                <a:spcPts val="0"/>
              </a:spcAft>
              <a:buNone/>
              <a:defRPr sz="3600">
                <a:solidFill>
                  <a:schemeClr val="dk2"/>
                </a:solidFill>
              </a:defRPr>
            </a:lvl3pPr>
            <a:lvl4pPr lvl="3">
              <a:lnSpc>
                <a:spcPct val="85000"/>
              </a:lnSpc>
              <a:spcBef>
                <a:spcPts val="0"/>
              </a:spcBef>
              <a:spcAft>
                <a:spcPts val="0"/>
              </a:spcAft>
              <a:buNone/>
              <a:defRPr sz="3600">
                <a:solidFill>
                  <a:schemeClr val="dk2"/>
                </a:solidFill>
              </a:defRPr>
            </a:lvl4pPr>
            <a:lvl5pPr lvl="4">
              <a:lnSpc>
                <a:spcPct val="85000"/>
              </a:lnSpc>
              <a:spcBef>
                <a:spcPts val="0"/>
              </a:spcBef>
              <a:spcAft>
                <a:spcPts val="0"/>
              </a:spcAft>
              <a:buNone/>
              <a:defRPr sz="3600">
                <a:solidFill>
                  <a:schemeClr val="dk2"/>
                </a:solidFill>
              </a:defRPr>
            </a:lvl5pPr>
            <a:lvl6pPr lvl="5">
              <a:lnSpc>
                <a:spcPct val="85000"/>
              </a:lnSpc>
              <a:spcBef>
                <a:spcPts val="0"/>
              </a:spcBef>
              <a:spcAft>
                <a:spcPts val="0"/>
              </a:spcAft>
              <a:buNone/>
              <a:defRPr sz="3600">
                <a:solidFill>
                  <a:schemeClr val="dk2"/>
                </a:solidFill>
              </a:defRPr>
            </a:lvl6pPr>
            <a:lvl7pPr lvl="6">
              <a:lnSpc>
                <a:spcPct val="85000"/>
              </a:lnSpc>
              <a:spcBef>
                <a:spcPts val="0"/>
              </a:spcBef>
              <a:spcAft>
                <a:spcPts val="0"/>
              </a:spcAft>
              <a:buNone/>
              <a:defRPr sz="3600">
                <a:solidFill>
                  <a:schemeClr val="dk2"/>
                </a:solidFill>
              </a:defRPr>
            </a:lvl7pPr>
            <a:lvl8pPr lvl="7">
              <a:lnSpc>
                <a:spcPct val="85000"/>
              </a:lnSpc>
              <a:spcBef>
                <a:spcPts val="0"/>
              </a:spcBef>
              <a:spcAft>
                <a:spcPts val="0"/>
              </a:spcAft>
              <a:buNone/>
              <a:defRPr sz="3600">
                <a:solidFill>
                  <a:schemeClr val="dk2"/>
                </a:solidFill>
              </a:defRPr>
            </a:lvl8pPr>
            <a:lvl9pPr lvl="8">
              <a:lnSpc>
                <a:spcPct val="85000"/>
              </a:lnSpc>
              <a:spcBef>
                <a:spcPts val="0"/>
              </a:spcBef>
              <a:spcAft>
                <a:spcPts val="0"/>
              </a:spcAft>
              <a:buNone/>
              <a:defRPr sz="3600">
                <a:solidFill>
                  <a:schemeClr val="dk2"/>
                </a:solidFill>
              </a:defRPr>
            </a:lvl9pPr>
          </a:lstStyle>
          <a:p/>
        </p:txBody>
      </p:sp>
      <p:sp>
        <p:nvSpPr>
          <p:cNvPr id="300" name="Google Shape;300;p18"/>
          <p:cNvSpPr txBox="1"/>
          <p:nvPr>
            <p:ph idx="13" type="subTitle"/>
          </p:nvPr>
        </p:nvSpPr>
        <p:spPr>
          <a:xfrm>
            <a:off x="277500" y="4218350"/>
            <a:ext cx="1377600" cy="144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1000"/>
              <a:buFont typeface="Urbanist"/>
              <a:buNone/>
              <a:defRPr sz="1000">
                <a:solidFill>
                  <a:schemeClr val="dk1"/>
                </a:solidFill>
              </a:defRPr>
            </a:lvl1pPr>
            <a:lvl2pPr lvl="1"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2pPr>
            <a:lvl3pPr lvl="2"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3pPr>
            <a:lvl4pPr lvl="3"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4pPr>
            <a:lvl5pPr lvl="4"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5pPr>
            <a:lvl6pPr lvl="5"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6pPr>
            <a:lvl7pPr lvl="6"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7pPr>
            <a:lvl8pPr lvl="7"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8pPr>
            <a:lvl9pPr lvl="8"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9pPr>
          </a:lstStyle>
          <a:p/>
        </p:txBody>
      </p:sp>
      <p:sp>
        <p:nvSpPr>
          <p:cNvPr id="301" name="Google Shape;301;p18"/>
          <p:cNvSpPr txBox="1"/>
          <p:nvPr>
            <p:ph idx="14" type="subTitle"/>
          </p:nvPr>
        </p:nvSpPr>
        <p:spPr>
          <a:xfrm>
            <a:off x="3877300" y="4218350"/>
            <a:ext cx="1377600" cy="144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accent3"/>
              </a:buClr>
              <a:buSzPts val="1000"/>
              <a:buFont typeface="Urbanist"/>
              <a:buNone/>
              <a:defRPr sz="1000">
                <a:solidFill>
                  <a:schemeClr val="accent3"/>
                </a:solidFill>
              </a:defRPr>
            </a:lvl1pPr>
            <a:lvl2pPr lvl="1"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2pPr>
            <a:lvl3pPr lvl="2"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3pPr>
            <a:lvl4pPr lvl="3"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4pPr>
            <a:lvl5pPr lvl="4"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5pPr>
            <a:lvl6pPr lvl="5"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6pPr>
            <a:lvl7pPr lvl="6"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7pPr>
            <a:lvl8pPr lvl="7"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8pPr>
            <a:lvl9pPr lvl="8"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9pPr>
          </a:lstStyle>
          <a:p/>
        </p:txBody>
      </p:sp>
      <p:sp>
        <p:nvSpPr>
          <p:cNvPr id="302" name="Google Shape;302;p18"/>
          <p:cNvSpPr txBox="1"/>
          <p:nvPr>
            <p:ph idx="15" type="subTitle"/>
          </p:nvPr>
        </p:nvSpPr>
        <p:spPr>
          <a:xfrm>
            <a:off x="5677200" y="4218350"/>
            <a:ext cx="1377600" cy="144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accent3"/>
              </a:buClr>
              <a:buSzPts val="1000"/>
              <a:buFont typeface="Urbanist"/>
              <a:buNone/>
              <a:defRPr sz="1000">
                <a:solidFill>
                  <a:schemeClr val="accent3"/>
                </a:solidFill>
              </a:defRPr>
            </a:lvl1pPr>
            <a:lvl2pPr lvl="1"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2pPr>
            <a:lvl3pPr lvl="2"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3pPr>
            <a:lvl4pPr lvl="3"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4pPr>
            <a:lvl5pPr lvl="4"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5pPr>
            <a:lvl6pPr lvl="5"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6pPr>
            <a:lvl7pPr lvl="6"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7pPr>
            <a:lvl8pPr lvl="7"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8pPr>
            <a:lvl9pPr lvl="8"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9pPr>
          </a:lstStyle>
          <a:p/>
        </p:txBody>
      </p:sp>
      <p:sp>
        <p:nvSpPr>
          <p:cNvPr id="303" name="Google Shape;303;p18"/>
          <p:cNvSpPr txBox="1"/>
          <p:nvPr>
            <p:ph idx="16" type="subTitle"/>
          </p:nvPr>
        </p:nvSpPr>
        <p:spPr>
          <a:xfrm>
            <a:off x="7477100" y="4218350"/>
            <a:ext cx="1377600" cy="144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accent3"/>
              </a:buClr>
              <a:buSzPts val="1000"/>
              <a:buFont typeface="Urbanist"/>
              <a:buNone/>
              <a:defRPr sz="1000">
                <a:solidFill>
                  <a:schemeClr val="accent3"/>
                </a:solidFill>
              </a:defRPr>
            </a:lvl1pPr>
            <a:lvl2pPr lvl="1"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2pPr>
            <a:lvl3pPr lvl="2"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3pPr>
            <a:lvl4pPr lvl="3"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4pPr>
            <a:lvl5pPr lvl="4"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5pPr>
            <a:lvl6pPr lvl="5"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6pPr>
            <a:lvl7pPr lvl="6"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7pPr>
            <a:lvl8pPr lvl="7"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8pPr>
            <a:lvl9pPr lvl="8"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9pPr>
          </a:lstStyle>
          <a:p/>
        </p:txBody>
      </p:sp>
      <p:sp>
        <p:nvSpPr>
          <p:cNvPr id="304" name="Google Shape;304;p18"/>
          <p:cNvSpPr txBox="1"/>
          <p:nvPr>
            <p:ph idx="17" type="subTitle"/>
          </p:nvPr>
        </p:nvSpPr>
        <p:spPr>
          <a:xfrm>
            <a:off x="238800" y="2667925"/>
            <a:ext cx="1339800" cy="144300"/>
          </a:xfrm>
          <a:prstGeom prst="rect">
            <a:avLst/>
          </a:prstGeom>
        </p:spPr>
        <p:txBody>
          <a:bodyPr anchorCtr="0" anchor="t" bIns="91425" lIns="0" spcFirstLastPara="1" rIns="91425" wrap="square" tIns="0">
            <a:noAutofit/>
          </a:bodyPr>
          <a:lstStyle>
            <a:lvl1pPr lvl="0">
              <a:spcBef>
                <a:spcPts val="0"/>
              </a:spcBef>
              <a:spcAft>
                <a:spcPts val="0"/>
              </a:spcAft>
              <a:buClr>
                <a:schemeClr val="accent3"/>
              </a:buClr>
              <a:buSzPts val="1200"/>
              <a:buFont typeface="Urbanist"/>
              <a:buNone/>
              <a:defRPr b="1" sz="1200">
                <a:solidFill>
                  <a:schemeClr val="accent3"/>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5" name="Google Shape;305;p18"/>
          <p:cNvSpPr txBox="1"/>
          <p:nvPr>
            <p:ph idx="18" type="subTitle"/>
          </p:nvPr>
        </p:nvSpPr>
        <p:spPr>
          <a:xfrm>
            <a:off x="2034375" y="2667925"/>
            <a:ext cx="1339800" cy="1443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Urbanist SemiBold"/>
              <a:buNone/>
              <a:defRPr sz="1200">
                <a:latin typeface="Urbanist SemiBold"/>
                <a:ea typeface="Urbanist SemiBold"/>
                <a:cs typeface="Urbanist SemiBold"/>
                <a:sym typeface="Urbanist SemiBold"/>
              </a:defRPr>
            </a:lvl1pPr>
            <a:lvl2pPr lvl="1">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9pPr>
          </a:lstStyle>
          <a:p/>
        </p:txBody>
      </p:sp>
      <p:sp>
        <p:nvSpPr>
          <p:cNvPr id="306" name="Google Shape;306;p18"/>
          <p:cNvSpPr txBox="1"/>
          <p:nvPr>
            <p:ph idx="19" type="subTitle"/>
          </p:nvPr>
        </p:nvSpPr>
        <p:spPr>
          <a:xfrm>
            <a:off x="5645375" y="2667925"/>
            <a:ext cx="1339800" cy="1443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Urbanist SemiBold"/>
              <a:buNone/>
              <a:defRPr sz="1200">
                <a:latin typeface="Urbanist SemiBold"/>
                <a:ea typeface="Urbanist SemiBold"/>
                <a:cs typeface="Urbanist SemiBold"/>
                <a:sym typeface="Urbanist SemiBold"/>
              </a:defRPr>
            </a:lvl1pPr>
            <a:lvl2pPr lvl="1">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9pPr>
          </a:lstStyle>
          <a:p/>
        </p:txBody>
      </p:sp>
      <p:sp>
        <p:nvSpPr>
          <p:cNvPr id="307" name="Google Shape;307;p18"/>
          <p:cNvSpPr txBox="1"/>
          <p:nvPr>
            <p:ph idx="20" type="subTitle"/>
          </p:nvPr>
        </p:nvSpPr>
        <p:spPr>
          <a:xfrm>
            <a:off x="7460789" y="2667925"/>
            <a:ext cx="1339800" cy="1443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Urbanist SemiBold"/>
              <a:buNone/>
              <a:defRPr sz="1200">
                <a:latin typeface="Urbanist SemiBold"/>
                <a:ea typeface="Urbanist SemiBold"/>
                <a:cs typeface="Urbanist SemiBold"/>
                <a:sym typeface="Urbanist SemiBold"/>
              </a:defRPr>
            </a:lvl1pPr>
            <a:lvl2pPr lvl="1">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9pPr>
          </a:lstStyle>
          <a:p/>
        </p:txBody>
      </p:sp>
      <p:sp>
        <p:nvSpPr>
          <p:cNvPr id="308" name="Google Shape;308;p18"/>
          <p:cNvSpPr txBox="1"/>
          <p:nvPr>
            <p:ph idx="21" type="subTitle"/>
          </p:nvPr>
        </p:nvSpPr>
        <p:spPr>
          <a:xfrm>
            <a:off x="372900" y="2029450"/>
            <a:ext cx="314100" cy="338700"/>
          </a:xfrm>
          <a:prstGeom prst="rect">
            <a:avLst/>
          </a:prstGeom>
        </p:spPr>
        <p:txBody>
          <a:bodyPr anchorCtr="0" anchor="t" bIns="0" lIns="0" spcFirstLastPara="1" rIns="0" wrap="square" tIns="0">
            <a:noAutofit/>
          </a:bodyPr>
          <a:lstStyle>
            <a:lvl1pPr lvl="0" algn="ctr">
              <a:spcBef>
                <a:spcPts val="0"/>
              </a:spcBef>
              <a:spcAft>
                <a:spcPts val="0"/>
              </a:spcAft>
              <a:buClr>
                <a:schemeClr val="dk1"/>
              </a:buClr>
              <a:buSzPts val="1600"/>
              <a:buFont typeface="Urbanist"/>
              <a:buNone/>
              <a:defRPr b="1">
                <a:solidFill>
                  <a:schemeClr val="dk1"/>
                </a:solidFill>
              </a:defRPr>
            </a:lvl1pPr>
            <a:lvl2pPr lvl="1" algn="ctr">
              <a:spcBef>
                <a:spcPts val="0"/>
              </a:spcBef>
              <a:spcAft>
                <a:spcPts val="0"/>
              </a:spcAft>
              <a:buSzPts val="1600"/>
              <a:buNone/>
              <a:defRPr sz="1600"/>
            </a:lvl2pPr>
            <a:lvl3pPr lvl="2" algn="ctr">
              <a:spcBef>
                <a:spcPts val="0"/>
              </a:spcBef>
              <a:spcAft>
                <a:spcPts val="0"/>
              </a:spcAft>
              <a:buSzPts val="1600"/>
              <a:buNone/>
              <a:defRPr sz="1600"/>
            </a:lvl3pPr>
            <a:lvl4pPr lvl="3" algn="ctr">
              <a:spcBef>
                <a:spcPts val="0"/>
              </a:spcBef>
              <a:spcAft>
                <a:spcPts val="0"/>
              </a:spcAft>
              <a:buSzPts val="1600"/>
              <a:buNone/>
              <a:defRPr sz="1600"/>
            </a:lvl4pPr>
            <a:lvl5pPr lvl="4" algn="ctr">
              <a:spcBef>
                <a:spcPts val="0"/>
              </a:spcBef>
              <a:spcAft>
                <a:spcPts val="0"/>
              </a:spcAft>
              <a:buSzPts val="1600"/>
              <a:buNone/>
              <a:defRPr sz="1600"/>
            </a:lvl5pPr>
            <a:lvl6pPr lvl="5" algn="ctr">
              <a:spcBef>
                <a:spcPts val="0"/>
              </a:spcBef>
              <a:spcAft>
                <a:spcPts val="0"/>
              </a:spcAft>
              <a:buSzPts val="1600"/>
              <a:buNone/>
              <a:defRPr sz="1600"/>
            </a:lvl6pPr>
            <a:lvl7pPr lvl="6" algn="ctr">
              <a:spcBef>
                <a:spcPts val="0"/>
              </a:spcBef>
              <a:spcAft>
                <a:spcPts val="0"/>
              </a:spcAft>
              <a:buSzPts val="1600"/>
              <a:buNone/>
              <a:defRPr sz="1600"/>
            </a:lvl7pPr>
            <a:lvl8pPr lvl="7" algn="ctr">
              <a:spcBef>
                <a:spcPts val="0"/>
              </a:spcBef>
              <a:spcAft>
                <a:spcPts val="0"/>
              </a:spcAft>
              <a:buSzPts val="1600"/>
              <a:buNone/>
              <a:defRPr sz="1600"/>
            </a:lvl8pPr>
            <a:lvl9pPr lvl="8" algn="ctr">
              <a:spcBef>
                <a:spcPts val="0"/>
              </a:spcBef>
              <a:spcAft>
                <a:spcPts val="0"/>
              </a:spcAft>
              <a:buSzPts val="1600"/>
              <a:buNone/>
              <a:defRPr sz="1600"/>
            </a:lvl9pPr>
          </a:lstStyle>
          <a:p/>
        </p:txBody>
      </p:sp>
      <p:sp>
        <p:nvSpPr>
          <p:cNvPr id="309" name="Google Shape;309;p18"/>
          <p:cNvSpPr txBox="1"/>
          <p:nvPr>
            <p:ph idx="22" type="subTitle"/>
          </p:nvPr>
        </p:nvSpPr>
        <p:spPr>
          <a:xfrm>
            <a:off x="2178663" y="2027390"/>
            <a:ext cx="314100" cy="338700"/>
          </a:xfrm>
          <a:prstGeom prst="rect">
            <a:avLst/>
          </a:prstGeom>
        </p:spPr>
        <p:txBody>
          <a:bodyPr anchorCtr="0" anchor="t" bIns="0" lIns="0" spcFirstLastPara="1" rIns="0" wrap="square" tIns="0">
            <a:noAutofit/>
          </a:bodyPr>
          <a:lstStyle>
            <a:lvl1pPr lvl="0" algn="ctr">
              <a:spcBef>
                <a:spcPts val="0"/>
              </a:spcBef>
              <a:spcAft>
                <a:spcPts val="0"/>
              </a:spcAft>
              <a:buClr>
                <a:schemeClr val="accent3"/>
              </a:buClr>
              <a:buSzPts val="1600"/>
              <a:buFont typeface="Urbanist"/>
              <a:buNone/>
              <a:defRPr b="1">
                <a:solidFill>
                  <a:schemeClr val="accent3"/>
                </a:solidFill>
              </a:defRPr>
            </a:lvl1pPr>
            <a:lvl2pPr lvl="1" algn="ctr">
              <a:spcBef>
                <a:spcPts val="0"/>
              </a:spcBef>
              <a:spcAft>
                <a:spcPts val="0"/>
              </a:spcAft>
              <a:buClr>
                <a:schemeClr val="accent3"/>
              </a:buClr>
              <a:buSzPts val="1600"/>
              <a:buNone/>
              <a:defRPr b="1" sz="1600">
                <a:solidFill>
                  <a:schemeClr val="accent3"/>
                </a:solidFill>
              </a:defRPr>
            </a:lvl2pPr>
            <a:lvl3pPr lvl="2" algn="ctr">
              <a:spcBef>
                <a:spcPts val="0"/>
              </a:spcBef>
              <a:spcAft>
                <a:spcPts val="0"/>
              </a:spcAft>
              <a:buClr>
                <a:schemeClr val="accent3"/>
              </a:buClr>
              <a:buSzPts val="1600"/>
              <a:buNone/>
              <a:defRPr b="1" sz="1600">
                <a:solidFill>
                  <a:schemeClr val="accent3"/>
                </a:solidFill>
              </a:defRPr>
            </a:lvl3pPr>
            <a:lvl4pPr lvl="3" algn="ctr">
              <a:spcBef>
                <a:spcPts val="0"/>
              </a:spcBef>
              <a:spcAft>
                <a:spcPts val="0"/>
              </a:spcAft>
              <a:buClr>
                <a:schemeClr val="accent3"/>
              </a:buClr>
              <a:buSzPts val="1600"/>
              <a:buNone/>
              <a:defRPr b="1" sz="1600">
                <a:solidFill>
                  <a:schemeClr val="accent3"/>
                </a:solidFill>
              </a:defRPr>
            </a:lvl4pPr>
            <a:lvl5pPr lvl="4" algn="ctr">
              <a:spcBef>
                <a:spcPts val="0"/>
              </a:spcBef>
              <a:spcAft>
                <a:spcPts val="0"/>
              </a:spcAft>
              <a:buClr>
                <a:schemeClr val="accent3"/>
              </a:buClr>
              <a:buSzPts val="1600"/>
              <a:buNone/>
              <a:defRPr b="1" sz="1600">
                <a:solidFill>
                  <a:schemeClr val="accent3"/>
                </a:solidFill>
              </a:defRPr>
            </a:lvl5pPr>
            <a:lvl6pPr lvl="5" algn="ctr">
              <a:spcBef>
                <a:spcPts val="0"/>
              </a:spcBef>
              <a:spcAft>
                <a:spcPts val="0"/>
              </a:spcAft>
              <a:buClr>
                <a:schemeClr val="accent3"/>
              </a:buClr>
              <a:buSzPts val="1600"/>
              <a:buNone/>
              <a:defRPr b="1" sz="1600">
                <a:solidFill>
                  <a:schemeClr val="accent3"/>
                </a:solidFill>
              </a:defRPr>
            </a:lvl6pPr>
            <a:lvl7pPr lvl="6" algn="ctr">
              <a:spcBef>
                <a:spcPts val="0"/>
              </a:spcBef>
              <a:spcAft>
                <a:spcPts val="0"/>
              </a:spcAft>
              <a:buClr>
                <a:schemeClr val="accent3"/>
              </a:buClr>
              <a:buSzPts val="1600"/>
              <a:buNone/>
              <a:defRPr b="1" sz="1600">
                <a:solidFill>
                  <a:schemeClr val="accent3"/>
                </a:solidFill>
              </a:defRPr>
            </a:lvl7pPr>
            <a:lvl8pPr lvl="7" algn="ctr">
              <a:spcBef>
                <a:spcPts val="0"/>
              </a:spcBef>
              <a:spcAft>
                <a:spcPts val="0"/>
              </a:spcAft>
              <a:buClr>
                <a:schemeClr val="accent3"/>
              </a:buClr>
              <a:buSzPts val="1600"/>
              <a:buNone/>
              <a:defRPr b="1" sz="1600">
                <a:solidFill>
                  <a:schemeClr val="accent3"/>
                </a:solidFill>
              </a:defRPr>
            </a:lvl8pPr>
            <a:lvl9pPr lvl="8" algn="ctr">
              <a:spcBef>
                <a:spcPts val="0"/>
              </a:spcBef>
              <a:spcAft>
                <a:spcPts val="0"/>
              </a:spcAft>
              <a:buClr>
                <a:schemeClr val="accent3"/>
              </a:buClr>
              <a:buSzPts val="1600"/>
              <a:buNone/>
              <a:defRPr b="1" sz="1600">
                <a:solidFill>
                  <a:schemeClr val="accent3"/>
                </a:solidFill>
              </a:defRPr>
            </a:lvl9pPr>
          </a:lstStyle>
          <a:p/>
        </p:txBody>
      </p:sp>
      <p:sp>
        <p:nvSpPr>
          <p:cNvPr id="310" name="Google Shape;310;p18"/>
          <p:cNvSpPr txBox="1"/>
          <p:nvPr>
            <p:ph idx="23" type="subTitle"/>
          </p:nvPr>
        </p:nvSpPr>
        <p:spPr>
          <a:xfrm>
            <a:off x="3974250" y="2027390"/>
            <a:ext cx="314100" cy="338700"/>
          </a:xfrm>
          <a:prstGeom prst="rect">
            <a:avLst/>
          </a:prstGeom>
        </p:spPr>
        <p:txBody>
          <a:bodyPr anchorCtr="0" anchor="t" bIns="0" lIns="0" spcFirstLastPara="1" rIns="0" wrap="square" tIns="0">
            <a:noAutofit/>
          </a:bodyPr>
          <a:lstStyle>
            <a:lvl1pPr lvl="0" algn="ctr">
              <a:spcBef>
                <a:spcPts val="0"/>
              </a:spcBef>
              <a:spcAft>
                <a:spcPts val="0"/>
              </a:spcAft>
              <a:buClr>
                <a:schemeClr val="accent3"/>
              </a:buClr>
              <a:buSzPts val="1600"/>
              <a:buFont typeface="Urbanist"/>
              <a:buNone/>
              <a:defRPr b="1">
                <a:solidFill>
                  <a:schemeClr val="accent3"/>
                </a:solidFill>
              </a:defRPr>
            </a:lvl1pPr>
            <a:lvl2pPr lvl="1" algn="ctr">
              <a:spcBef>
                <a:spcPts val="0"/>
              </a:spcBef>
              <a:spcAft>
                <a:spcPts val="0"/>
              </a:spcAft>
              <a:buClr>
                <a:schemeClr val="accent3"/>
              </a:buClr>
              <a:buSzPts val="1600"/>
              <a:buNone/>
              <a:defRPr b="1" sz="1600">
                <a:solidFill>
                  <a:schemeClr val="accent3"/>
                </a:solidFill>
              </a:defRPr>
            </a:lvl2pPr>
            <a:lvl3pPr lvl="2" algn="ctr">
              <a:spcBef>
                <a:spcPts val="0"/>
              </a:spcBef>
              <a:spcAft>
                <a:spcPts val="0"/>
              </a:spcAft>
              <a:buClr>
                <a:schemeClr val="accent3"/>
              </a:buClr>
              <a:buSzPts val="1600"/>
              <a:buNone/>
              <a:defRPr b="1" sz="1600">
                <a:solidFill>
                  <a:schemeClr val="accent3"/>
                </a:solidFill>
              </a:defRPr>
            </a:lvl3pPr>
            <a:lvl4pPr lvl="3" algn="ctr">
              <a:spcBef>
                <a:spcPts val="0"/>
              </a:spcBef>
              <a:spcAft>
                <a:spcPts val="0"/>
              </a:spcAft>
              <a:buClr>
                <a:schemeClr val="accent3"/>
              </a:buClr>
              <a:buSzPts val="1600"/>
              <a:buNone/>
              <a:defRPr b="1" sz="1600">
                <a:solidFill>
                  <a:schemeClr val="accent3"/>
                </a:solidFill>
              </a:defRPr>
            </a:lvl4pPr>
            <a:lvl5pPr lvl="4" algn="ctr">
              <a:spcBef>
                <a:spcPts val="0"/>
              </a:spcBef>
              <a:spcAft>
                <a:spcPts val="0"/>
              </a:spcAft>
              <a:buClr>
                <a:schemeClr val="accent3"/>
              </a:buClr>
              <a:buSzPts val="1600"/>
              <a:buNone/>
              <a:defRPr b="1" sz="1600">
                <a:solidFill>
                  <a:schemeClr val="accent3"/>
                </a:solidFill>
              </a:defRPr>
            </a:lvl5pPr>
            <a:lvl6pPr lvl="5" algn="ctr">
              <a:spcBef>
                <a:spcPts val="0"/>
              </a:spcBef>
              <a:spcAft>
                <a:spcPts val="0"/>
              </a:spcAft>
              <a:buClr>
                <a:schemeClr val="accent3"/>
              </a:buClr>
              <a:buSzPts val="1600"/>
              <a:buNone/>
              <a:defRPr b="1" sz="1600">
                <a:solidFill>
                  <a:schemeClr val="accent3"/>
                </a:solidFill>
              </a:defRPr>
            </a:lvl6pPr>
            <a:lvl7pPr lvl="6" algn="ctr">
              <a:spcBef>
                <a:spcPts val="0"/>
              </a:spcBef>
              <a:spcAft>
                <a:spcPts val="0"/>
              </a:spcAft>
              <a:buClr>
                <a:schemeClr val="accent3"/>
              </a:buClr>
              <a:buSzPts val="1600"/>
              <a:buNone/>
              <a:defRPr b="1" sz="1600">
                <a:solidFill>
                  <a:schemeClr val="accent3"/>
                </a:solidFill>
              </a:defRPr>
            </a:lvl7pPr>
            <a:lvl8pPr lvl="7" algn="ctr">
              <a:spcBef>
                <a:spcPts val="0"/>
              </a:spcBef>
              <a:spcAft>
                <a:spcPts val="0"/>
              </a:spcAft>
              <a:buClr>
                <a:schemeClr val="accent3"/>
              </a:buClr>
              <a:buSzPts val="1600"/>
              <a:buNone/>
              <a:defRPr b="1" sz="1600">
                <a:solidFill>
                  <a:schemeClr val="accent3"/>
                </a:solidFill>
              </a:defRPr>
            </a:lvl8pPr>
            <a:lvl9pPr lvl="8" algn="ctr">
              <a:spcBef>
                <a:spcPts val="0"/>
              </a:spcBef>
              <a:spcAft>
                <a:spcPts val="0"/>
              </a:spcAft>
              <a:buClr>
                <a:schemeClr val="accent3"/>
              </a:buClr>
              <a:buSzPts val="1600"/>
              <a:buNone/>
              <a:defRPr b="1" sz="1600">
                <a:solidFill>
                  <a:schemeClr val="accent3"/>
                </a:solidFill>
              </a:defRPr>
            </a:lvl9pPr>
          </a:lstStyle>
          <a:p/>
        </p:txBody>
      </p:sp>
      <p:sp>
        <p:nvSpPr>
          <p:cNvPr id="311" name="Google Shape;311;p18"/>
          <p:cNvSpPr txBox="1"/>
          <p:nvPr>
            <p:ph idx="24" type="subTitle"/>
          </p:nvPr>
        </p:nvSpPr>
        <p:spPr>
          <a:xfrm>
            <a:off x="5789675" y="2027390"/>
            <a:ext cx="314100" cy="338700"/>
          </a:xfrm>
          <a:prstGeom prst="rect">
            <a:avLst/>
          </a:prstGeom>
        </p:spPr>
        <p:txBody>
          <a:bodyPr anchorCtr="0" anchor="t" bIns="0" lIns="0" spcFirstLastPara="1" rIns="0" wrap="square" tIns="0">
            <a:noAutofit/>
          </a:bodyPr>
          <a:lstStyle>
            <a:lvl1pPr lvl="0" algn="ctr">
              <a:spcBef>
                <a:spcPts val="0"/>
              </a:spcBef>
              <a:spcAft>
                <a:spcPts val="0"/>
              </a:spcAft>
              <a:buClr>
                <a:schemeClr val="accent3"/>
              </a:buClr>
              <a:buSzPts val="1600"/>
              <a:buFont typeface="Urbanist"/>
              <a:buNone/>
              <a:defRPr b="1">
                <a:solidFill>
                  <a:schemeClr val="accent3"/>
                </a:solidFill>
              </a:defRPr>
            </a:lvl1pPr>
            <a:lvl2pPr lvl="1" algn="ctr">
              <a:spcBef>
                <a:spcPts val="0"/>
              </a:spcBef>
              <a:spcAft>
                <a:spcPts val="0"/>
              </a:spcAft>
              <a:buClr>
                <a:schemeClr val="accent3"/>
              </a:buClr>
              <a:buSzPts val="1600"/>
              <a:buNone/>
              <a:defRPr b="1" sz="1600">
                <a:solidFill>
                  <a:schemeClr val="accent3"/>
                </a:solidFill>
              </a:defRPr>
            </a:lvl2pPr>
            <a:lvl3pPr lvl="2" algn="ctr">
              <a:spcBef>
                <a:spcPts val="0"/>
              </a:spcBef>
              <a:spcAft>
                <a:spcPts val="0"/>
              </a:spcAft>
              <a:buClr>
                <a:schemeClr val="accent3"/>
              </a:buClr>
              <a:buSzPts val="1600"/>
              <a:buNone/>
              <a:defRPr b="1" sz="1600">
                <a:solidFill>
                  <a:schemeClr val="accent3"/>
                </a:solidFill>
              </a:defRPr>
            </a:lvl3pPr>
            <a:lvl4pPr lvl="3" algn="ctr">
              <a:spcBef>
                <a:spcPts val="0"/>
              </a:spcBef>
              <a:spcAft>
                <a:spcPts val="0"/>
              </a:spcAft>
              <a:buClr>
                <a:schemeClr val="accent3"/>
              </a:buClr>
              <a:buSzPts val="1600"/>
              <a:buNone/>
              <a:defRPr b="1" sz="1600">
                <a:solidFill>
                  <a:schemeClr val="accent3"/>
                </a:solidFill>
              </a:defRPr>
            </a:lvl4pPr>
            <a:lvl5pPr lvl="4" algn="ctr">
              <a:spcBef>
                <a:spcPts val="0"/>
              </a:spcBef>
              <a:spcAft>
                <a:spcPts val="0"/>
              </a:spcAft>
              <a:buClr>
                <a:schemeClr val="accent3"/>
              </a:buClr>
              <a:buSzPts val="1600"/>
              <a:buNone/>
              <a:defRPr b="1" sz="1600">
                <a:solidFill>
                  <a:schemeClr val="accent3"/>
                </a:solidFill>
              </a:defRPr>
            </a:lvl5pPr>
            <a:lvl6pPr lvl="5" algn="ctr">
              <a:spcBef>
                <a:spcPts val="0"/>
              </a:spcBef>
              <a:spcAft>
                <a:spcPts val="0"/>
              </a:spcAft>
              <a:buClr>
                <a:schemeClr val="accent3"/>
              </a:buClr>
              <a:buSzPts val="1600"/>
              <a:buNone/>
              <a:defRPr b="1" sz="1600">
                <a:solidFill>
                  <a:schemeClr val="accent3"/>
                </a:solidFill>
              </a:defRPr>
            </a:lvl6pPr>
            <a:lvl7pPr lvl="6" algn="ctr">
              <a:spcBef>
                <a:spcPts val="0"/>
              </a:spcBef>
              <a:spcAft>
                <a:spcPts val="0"/>
              </a:spcAft>
              <a:buClr>
                <a:schemeClr val="accent3"/>
              </a:buClr>
              <a:buSzPts val="1600"/>
              <a:buNone/>
              <a:defRPr b="1" sz="1600">
                <a:solidFill>
                  <a:schemeClr val="accent3"/>
                </a:solidFill>
              </a:defRPr>
            </a:lvl7pPr>
            <a:lvl8pPr lvl="7" algn="ctr">
              <a:spcBef>
                <a:spcPts val="0"/>
              </a:spcBef>
              <a:spcAft>
                <a:spcPts val="0"/>
              </a:spcAft>
              <a:buClr>
                <a:schemeClr val="accent3"/>
              </a:buClr>
              <a:buSzPts val="1600"/>
              <a:buNone/>
              <a:defRPr b="1" sz="1600">
                <a:solidFill>
                  <a:schemeClr val="accent3"/>
                </a:solidFill>
              </a:defRPr>
            </a:lvl8pPr>
            <a:lvl9pPr lvl="8" algn="ctr">
              <a:spcBef>
                <a:spcPts val="0"/>
              </a:spcBef>
              <a:spcAft>
                <a:spcPts val="0"/>
              </a:spcAft>
              <a:buClr>
                <a:schemeClr val="accent3"/>
              </a:buClr>
              <a:buSzPts val="1600"/>
              <a:buNone/>
              <a:defRPr b="1" sz="1600">
                <a:solidFill>
                  <a:schemeClr val="accent3"/>
                </a:solidFill>
              </a:defRPr>
            </a:lvl9pPr>
          </a:lstStyle>
          <a:p/>
        </p:txBody>
      </p:sp>
      <p:sp>
        <p:nvSpPr>
          <p:cNvPr id="312" name="Google Shape;312;p18"/>
          <p:cNvSpPr txBox="1"/>
          <p:nvPr>
            <p:ph idx="25" type="subTitle"/>
          </p:nvPr>
        </p:nvSpPr>
        <p:spPr>
          <a:xfrm>
            <a:off x="7605089" y="2027390"/>
            <a:ext cx="314100" cy="338700"/>
          </a:xfrm>
          <a:prstGeom prst="rect">
            <a:avLst/>
          </a:prstGeom>
        </p:spPr>
        <p:txBody>
          <a:bodyPr anchorCtr="0" anchor="t" bIns="0" lIns="0" spcFirstLastPara="1" rIns="0" wrap="square" tIns="0">
            <a:noAutofit/>
          </a:bodyPr>
          <a:lstStyle>
            <a:lvl1pPr lvl="0" algn="ctr">
              <a:spcBef>
                <a:spcPts val="0"/>
              </a:spcBef>
              <a:spcAft>
                <a:spcPts val="0"/>
              </a:spcAft>
              <a:buClr>
                <a:schemeClr val="accent3"/>
              </a:buClr>
              <a:buSzPts val="1600"/>
              <a:buFont typeface="Urbanist"/>
              <a:buNone/>
              <a:defRPr b="1">
                <a:solidFill>
                  <a:schemeClr val="accent3"/>
                </a:solidFill>
              </a:defRPr>
            </a:lvl1pPr>
            <a:lvl2pPr lvl="1" algn="ctr">
              <a:spcBef>
                <a:spcPts val="0"/>
              </a:spcBef>
              <a:spcAft>
                <a:spcPts val="0"/>
              </a:spcAft>
              <a:buClr>
                <a:schemeClr val="accent3"/>
              </a:buClr>
              <a:buSzPts val="1600"/>
              <a:buNone/>
              <a:defRPr b="1" sz="1600">
                <a:solidFill>
                  <a:schemeClr val="accent3"/>
                </a:solidFill>
              </a:defRPr>
            </a:lvl2pPr>
            <a:lvl3pPr lvl="2" algn="ctr">
              <a:spcBef>
                <a:spcPts val="0"/>
              </a:spcBef>
              <a:spcAft>
                <a:spcPts val="0"/>
              </a:spcAft>
              <a:buClr>
                <a:schemeClr val="accent3"/>
              </a:buClr>
              <a:buSzPts val="1600"/>
              <a:buNone/>
              <a:defRPr b="1" sz="1600">
                <a:solidFill>
                  <a:schemeClr val="accent3"/>
                </a:solidFill>
              </a:defRPr>
            </a:lvl3pPr>
            <a:lvl4pPr lvl="3" algn="ctr">
              <a:spcBef>
                <a:spcPts val="0"/>
              </a:spcBef>
              <a:spcAft>
                <a:spcPts val="0"/>
              </a:spcAft>
              <a:buClr>
                <a:schemeClr val="accent3"/>
              </a:buClr>
              <a:buSzPts val="1600"/>
              <a:buNone/>
              <a:defRPr b="1" sz="1600">
                <a:solidFill>
                  <a:schemeClr val="accent3"/>
                </a:solidFill>
              </a:defRPr>
            </a:lvl4pPr>
            <a:lvl5pPr lvl="4" algn="ctr">
              <a:spcBef>
                <a:spcPts val="0"/>
              </a:spcBef>
              <a:spcAft>
                <a:spcPts val="0"/>
              </a:spcAft>
              <a:buClr>
                <a:schemeClr val="accent3"/>
              </a:buClr>
              <a:buSzPts val="1600"/>
              <a:buNone/>
              <a:defRPr b="1" sz="1600">
                <a:solidFill>
                  <a:schemeClr val="accent3"/>
                </a:solidFill>
              </a:defRPr>
            </a:lvl5pPr>
            <a:lvl6pPr lvl="5" algn="ctr">
              <a:spcBef>
                <a:spcPts val="0"/>
              </a:spcBef>
              <a:spcAft>
                <a:spcPts val="0"/>
              </a:spcAft>
              <a:buClr>
                <a:schemeClr val="accent3"/>
              </a:buClr>
              <a:buSzPts val="1600"/>
              <a:buNone/>
              <a:defRPr b="1" sz="1600">
                <a:solidFill>
                  <a:schemeClr val="accent3"/>
                </a:solidFill>
              </a:defRPr>
            </a:lvl6pPr>
            <a:lvl7pPr lvl="6" algn="ctr">
              <a:spcBef>
                <a:spcPts val="0"/>
              </a:spcBef>
              <a:spcAft>
                <a:spcPts val="0"/>
              </a:spcAft>
              <a:buClr>
                <a:schemeClr val="accent3"/>
              </a:buClr>
              <a:buSzPts val="1600"/>
              <a:buNone/>
              <a:defRPr b="1" sz="1600">
                <a:solidFill>
                  <a:schemeClr val="accent3"/>
                </a:solidFill>
              </a:defRPr>
            </a:lvl7pPr>
            <a:lvl8pPr lvl="7" algn="ctr">
              <a:spcBef>
                <a:spcPts val="0"/>
              </a:spcBef>
              <a:spcAft>
                <a:spcPts val="0"/>
              </a:spcAft>
              <a:buClr>
                <a:schemeClr val="accent3"/>
              </a:buClr>
              <a:buSzPts val="1600"/>
              <a:buNone/>
              <a:defRPr b="1" sz="1600">
                <a:solidFill>
                  <a:schemeClr val="accent3"/>
                </a:solidFill>
              </a:defRPr>
            </a:lvl8pPr>
            <a:lvl9pPr lvl="8" algn="ctr">
              <a:spcBef>
                <a:spcPts val="0"/>
              </a:spcBef>
              <a:spcAft>
                <a:spcPts val="0"/>
              </a:spcAft>
              <a:buClr>
                <a:schemeClr val="accent3"/>
              </a:buClr>
              <a:buSzPts val="1600"/>
              <a:buNone/>
              <a:defRPr b="1" sz="1600">
                <a:solidFill>
                  <a:schemeClr val="accent3"/>
                </a:solidFill>
              </a:defRPr>
            </a:lvl9pPr>
          </a:lstStyle>
          <a:p/>
        </p:txBody>
      </p:sp>
      <p:sp>
        <p:nvSpPr>
          <p:cNvPr id="313" name="Google Shape;313;p18"/>
          <p:cNvSpPr txBox="1"/>
          <p:nvPr>
            <p:ph idx="26" type="body"/>
          </p:nvPr>
        </p:nvSpPr>
        <p:spPr>
          <a:xfrm>
            <a:off x="7450350" y="2952175"/>
            <a:ext cx="1458000" cy="8121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sp>
        <p:nvSpPr>
          <p:cNvPr id="314" name="Google Shape;314;p18"/>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315" name="Google Shape;315;p18"/>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etrics ">
  <p:cSld name="CUSTOM_5">
    <p:spTree>
      <p:nvGrpSpPr>
        <p:cNvPr id="316" name="Shape 316"/>
        <p:cNvGrpSpPr/>
        <p:nvPr/>
      </p:nvGrpSpPr>
      <p:grpSpPr>
        <a:xfrm>
          <a:off x="0" y="0"/>
          <a:ext cx="0" cy="0"/>
          <a:chOff x="0" y="0"/>
          <a:chExt cx="0" cy="0"/>
        </a:xfrm>
      </p:grpSpPr>
      <p:sp>
        <p:nvSpPr>
          <p:cNvPr id="317" name="Google Shape;317;p19"/>
          <p:cNvSpPr txBox="1"/>
          <p:nvPr>
            <p:ph idx="1"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318" name="Google Shape;318;p19"/>
          <p:cNvSpPr txBox="1"/>
          <p:nvPr>
            <p:ph idx="2"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319" name="Google Shape;319;p19"/>
          <p:cNvSpPr txBox="1"/>
          <p:nvPr>
            <p:ph idx="3"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cxnSp>
        <p:nvCxnSpPr>
          <p:cNvPr id="320" name="Google Shape;320;p19"/>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321" name="Google Shape;321;p19"/>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322" name="Google Shape;322;p19"/>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323" name="Google Shape;323;p19"/>
          <p:cNvSpPr txBox="1"/>
          <p:nvPr>
            <p:ph idx="4" type="subTitle"/>
          </p:nvPr>
        </p:nvSpPr>
        <p:spPr>
          <a:xfrm>
            <a:off x="6314800" y="458325"/>
            <a:ext cx="2294700" cy="3300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600"/>
              <a:buFont typeface="Urbanist"/>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4" name="Google Shape;324;p19"/>
          <p:cNvSpPr txBox="1"/>
          <p:nvPr>
            <p:ph type="title"/>
          </p:nvPr>
        </p:nvSpPr>
        <p:spPr>
          <a:xfrm>
            <a:off x="237650" y="746900"/>
            <a:ext cx="2834700" cy="25908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3000"/>
              <a:buFont typeface="Urbanist"/>
              <a:buNone/>
              <a:defRPr>
                <a:latin typeface="Urbanist"/>
                <a:ea typeface="Urbanist"/>
                <a:cs typeface="Urbanist"/>
                <a:sym typeface="Urbanist"/>
              </a:defRPr>
            </a:lvl1pPr>
            <a:lvl2pPr lvl="1">
              <a:spcBef>
                <a:spcPts val="0"/>
              </a:spcBef>
              <a:spcAft>
                <a:spcPts val="0"/>
              </a:spcAft>
              <a:buClr>
                <a:schemeClr val="lt1"/>
              </a:buClr>
              <a:buSzPts val="3000"/>
              <a:buFont typeface="Urbanist"/>
              <a:buNone/>
              <a:defRPr/>
            </a:lvl2pPr>
            <a:lvl3pPr lvl="2">
              <a:spcBef>
                <a:spcPts val="0"/>
              </a:spcBef>
              <a:spcAft>
                <a:spcPts val="0"/>
              </a:spcAft>
              <a:buClr>
                <a:schemeClr val="lt1"/>
              </a:buClr>
              <a:buSzPts val="3000"/>
              <a:buFont typeface="Urbanist"/>
              <a:buNone/>
              <a:defRPr/>
            </a:lvl3pPr>
            <a:lvl4pPr lvl="3">
              <a:spcBef>
                <a:spcPts val="0"/>
              </a:spcBef>
              <a:spcAft>
                <a:spcPts val="0"/>
              </a:spcAft>
              <a:buClr>
                <a:schemeClr val="lt1"/>
              </a:buClr>
              <a:buSzPts val="3000"/>
              <a:buFont typeface="Urbanist"/>
              <a:buNone/>
              <a:defRPr/>
            </a:lvl4pPr>
            <a:lvl5pPr lvl="4">
              <a:spcBef>
                <a:spcPts val="0"/>
              </a:spcBef>
              <a:spcAft>
                <a:spcPts val="0"/>
              </a:spcAft>
              <a:buClr>
                <a:schemeClr val="lt1"/>
              </a:buClr>
              <a:buSzPts val="3000"/>
              <a:buFont typeface="Urbanist"/>
              <a:buNone/>
              <a:defRPr/>
            </a:lvl5pPr>
            <a:lvl6pPr lvl="5">
              <a:spcBef>
                <a:spcPts val="0"/>
              </a:spcBef>
              <a:spcAft>
                <a:spcPts val="0"/>
              </a:spcAft>
              <a:buClr>
                <a:schemeClr val="lt1"/>
              </a:buClr>
              <a:buSzPts val="3000"/>
              <a:buFont typeface="Urbanist"/>
              <a:buNone/>
              <a:defRPr/>
            </a:lvl6pPr>
            <a:lvl7pPr lvl="6">
              <a:spcBef>
                <a:spcPts val="0"/>
              </a:spcBef>
              <a:spcAft>
                <a:spcPts val="0"/>
              </a:spcAft>
              <a:buClr>
                <a:schemeClr val="lt1"/>
              </a:buClr>
              <a:buSzPts val="3000"/>
              <a:buFont typeface="Urbanist"/>
              <a:buNone/>
              <a:defRPr/>
            </a:lvl7pPr>
            <a:lvl8pPr lvl="7">
              <a:spcBef>
                <a:spcPts val="0"/>
              </a:spcBef>
              <a:spcAft>
                <a:spcPts val="0"/>
              </a:spcAft>
              <a:buClr>
                <a:schemeClr val="lt1"/>
              </a:buClr>
              <a:buSzPts val="3000"/>
              <a:buFont typeface="Urbanist"/>
              <a:buNone/>
              <a:defRPr/>
            </a:lvl8pPr>
            <a:lvl9pPr lvl="8">
              <a:spcBef>
                <a:spcPts val="0"/>
              </a:spcBef>
              <a:spcAft>
                <a:spcPts val="0"/>
              </a:spcAft>
              <a:buClr>
                <a:schemeClr val="lt1"/>
              </a:buClr>
              <a:buSzPts val="3000"/>
              <a:buFont typeface="Urbanist"/>
              <a:buNone/>
              <a:defRPr/>
            </a:lvl9pPr>
          </a:lstStyle>
          <a:p/>
        </p:txBody>
      </p:sp>
      <p:sp>
        <p:nvSpPr>
          <p:cNvPr id="325" name="Google Shape;325;p19"/>
          <p:cNvSpPr txBox="1"/>
          <p:nvPr>
            <p:ph idx="5" type="subTitle"/>
          </p:nvPr>
        </p:nvSpPr>
        <p:spPr>
          <a:xfrm>
            <a:off x="229175" y="229175"/>
            <a:ext cx="2834700" cy="3300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Urbanist"/>
              <a:buNone/>
              <a:defRPr sz="1200"/>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326" name="Google Shape;326;p19"/>
          <p:cNvSpPr txBox="1"/>
          <p:nvPr>
            <p:ph idx="6" type="subTitle"/>
          </p:nvPr>
        </p:nvSpPr>
        <p:spPr>
          <a:xfrm>
            <a:off x="3437500" y="882725"/>
            <a:ext cx="2294700" cy="5007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Urbanist"/>
              <a:buNone/>
              <a:defRPr sz="1200"/>
            </a:lvl1pPr>
            <a:lvl2pPr lvl="1">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2pPr>
            <a:lvl3pPr lvl="2">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3pPr>
            <a:lvl4pPr lvl="3">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4pPr>
            <a:lvl5pPr lvl="4">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5pPr>
            <a:lvl6pPr lvl="5">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6pPr>
            <a:lvl7pPr lvl="6">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7pPr>
            <a:lvl8pPr lvl="7">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8pPr>
            <a:lvl9pPr lvl="8">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9pPr>
          </a:lstStyle>
          <a:p/>
        </p:txBody>
      </p:sp>
      <p:sp>
        <p:nvSpPr>
          <p:cNvPr id="327" name="Google Shape;327;p19"/>
          <p:cNvSpPr txBox="1"/>
          <p:nvPr>
            <p:ph idx="7" type="title"/>
          </p:nvPr>
        </p:nvSpPr>
        <p:spPr>
          <a:xfrm>
            <a:off x="3611850" y="1848195"/>
            <a:ext cx="1924200" cy="5940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6200"/>
              <a:buNone/>
              <a:defRPr sz="6200"/>
            </a:lvl1pPr>
            <a:lvl2pPr lvl="1">
              <a:spcBef>
                <a:spcPts val="0"/>
              </a:spcBef>
              <a:spcAft>
                <a:spcPts val="0"/>
              </a:spcAft>
              <a:buClr>
                <a:schemeClr val="lt1"/>
              </a:buClr>
              <a:buSzPts val="6200"/>
              <a:buNone/>
              <a:defRPr sz="6200"/>
            </a:lvl2pPr>
            <a:lvl3pPr lvl="2">
              <a:spcBef>
                <a:spcPts val="0"/>
              </a:spcBef>
              <a:spcAft>
                <a:spcPts val="0"/>
              </a:spcAft>
              <a:buClr>
                <a:schemeClr val="lt1"/>
              </a:buClr>
              <a:buSzPts val="6200"/>
              <a:buNone/>
              <a:defRPr sz="6200"/>
            </a:lvl3pPr>
            <a:lvl4pPr lvl="3">
              <a:spcBef>
                <a:spcPts val="0"/>
              </a:spcBef>
              <a:spcAft>
                <a:spcPts val="0"/>
              </a:spcAft>
              <a:buClr>
                <a:schemeClr val="lt1"/>
              </a:buClr>
              <a:buSzPts val="6200"/>
              <a:buNone/>
              <a:defRPr sz="6200"/>
            </a:lvl4pPr>
            <a:lvl5pPr lvl="4">
              <a:spcBef>
                <a:spcPts val="0"/>
              </a:spcBef>
              <a:spcAft>
                <a:spcPts val="0"/>
              </a:spcAft>
              <a:buClr>
                <a:schemeClr val="lt1"/>
              </a:buClr>
              <a:buSzPts val="6200"/>
              <a:buNone/>
              <a:defRPr sz="6200"/>
            </a:lvl5pPr>
            <a:lvl6pPr lvl="5">
              <a:spcBef>
                <a:spcPts val="0"/>
              </a:spcBef>
              <a:spcAft>
                <a:spcPts val="0"/>
              </a:spcAft>
              <a:buClr>
                <a:schemeClr val="lt1"/>
              </a:buClr>
              <a:buSzPts val="6200"/>
              <a:buNone/>
              <a:defRPr sz="6200"/>
            </a:lvl6pPr>
            <a:lvl7pPr lvl="6">
              <a:spcBef>
                <a:spcPts val="0"/>
              </a:spcBef>
              <a:spcAft>
                <a:spcPts val="0"/>
              </a:spcAft>
              <a:buClr>
                <a:schemeClr val="lt1"/>
              </a:buClr>
              <a:buSzPts val="6200"/>
              <a:buNone/>
              <a:defRPr sz="6200"/>
            </a:lvl7pPr>
            <a:lvl8pPr lvl="7">
              <a:spcBef>
                <a:spcPts val="0"/>
              </a:spcBef>
              <a:spcAft>
                <a:spcPts val="0"/>
              </a:spcAft>
              <a:buClr>
                <a:schemeClr val="lt1"/>
              </a:buClr>
              <a:buSzPts val="6200"/>
              <a:buNone/>
              <a:defRPr sz="6200"/>
            </a:lvl8pPr>
            <a:lvl9pPr lvl="8">
              <a:spcBef>
                <a:spcPts val="0"/>
              </a:spcBef>
              <a:spcAft>
                <a:spcPts val="0"/>
              </a:spcAft>
              <a:buClr>
                <a:schemeClr val="lt1"/>
              </a:buClr>
              <a:buSzPts val="6200"/>
              <a:buNone/>
              <a:defRPr sz="6200"/>
            </a:lvl9pPr>
          </a:lstStyle>
          <a:p/>
        </p:txBody>
      </p:sp>
      <p:sp>
        <p:nvSpPr>
          <p:cNvPr id="328" name="Google Shape;328;p19"/>
          <p:cNvSpPr txBox="1"/>
          <p:nvPr>
            <p:ph idx="8" type="title"/>
          </p:nvPr>
        </p:nvSpPr>
        <p:spPr>
          <a:xfrm>
            <a:off x="3611850" y="3250202"/>
            <a:ext cx="1920300" cy="5943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6200"/>
              <a:buFont typeface="Urbanist"/>
              <a:buNone/>
              <a:defRPr sz="6200">
                <a:latin typeface="Urbanist"/>
                <a:ea typeface="Urbanist"/>
                <a:cs typeface="Urbanist"/>
                <a:sym typeface="Urbanist"/>
              </a:defRPr>
            </a:lvl1pPr>
            <a:lvl2pPr lvl="1">
              <a:spcBef>
                <a:spcPts val="0"/>
              </a:spcBef>
              <a:spcAft>
                <a:spcPts val="0"/>
              </a:spcAft>
              <a:buClr>
                <a:schemeClr val="lt1"/>
              </a:buClr>
              <a:buSzPts val="3000"/>
              <a:buFont typeface="Urbanist"/>
              <a:buNone/>
              <a:defRPr/>
            </a:lvl2pPr>
            <a:lvl3pPr lvl="2">
              <a:spcBef>
                <a:spcPts val="0"/>
              </a:spcBef>
              <a:spcAft>
                <a:spcPts val="0"/>
              </a:spcAft>
              <a:buClr>
                <a:schemeClr val="lt1"/>
              </a:buClr>
              <a:buSzPts val="3000"/>
              <a:buFont typeface="Urbanist"/>
              <a:buNone/>
              <a:defRPr/>
            </a:lvl3pPr>
            <a:lvl4pPr lvl="3">
              <a:spcBef>
                <a:spcPts val="0"/>
              </a:spcBef>
              <a:spcAft>
                <a:spcPts val="0"/>
              </a:spcAft>
              <a:buClr>
                <a:schemeClr val="lt1"/>
              </a:buClr>
              <a:buSzPts val="3000"/>
              <a:buFont typeface="Urbanist"/>
              <a:buNone/>
              <a:defRPr/>
            </a:lvl4pPr>
            <a:lvl5pPr lvl="4">
              <a:spcBef>
                <a:spcPts val="0"/>
              </a:spcBef>
              <a:spcAft>
                <a:spcPts val="0"/>
              </a:spcAft>
              <a:buClr>
                <a:schemeClr val="lt1"/>
              </a:buClr>
              <a:buSzPts val="3000"/>
              <a:buFont typeface="Urbanist"/>
              <a:buNone/>
              <a:defRPr/>
            </a:lvl5pPr>
            <a:lvl6pPr lvl="5">
              <a:spcBef>
                <a:spcPts val="0"/>
              </a:spcBef>
              <a:spcAft>
                <a:spcPts val="0"/>
              </a:spcAft>
              <a:buClr>
                <a:schemeClr val="lt1"/>
              </a:buClr>
              <a:buSzPts val="3000"/>
              <a:buFont typeface="Urbanist"/>
              <a:buNone/>
              <a:defRPr/>
            </a:lvl6pPr>
            <a:lvl7pPr lvl="6">
              <a:spcBef>
                <a:spcPts val="0"/>
              </a:spcBef>
              <a:spcAft>
                <a:spcPts val="0"/>
              </a:spcAft>
              <a:buClr>
                <a:schemeClr val="lt1"/>
              </a:buClr>
              <a:buSzPts val="3000"/>
              <a:buFont typeface="Urbanist"/>
              <a:buNone/>
              <a:defRPr/>
            </a:lvl7pPr>
            <a:lvl8pPr lvl="7">
              <a:spcBef>
                <a:spcPts val="0"/>
              </a:spcBef>
              <a:spcAft>
                <a:spcPts val="0"/>
              </a:spcAft>
              <a:buClr>
                <a:schemeClr val="lt1"/>
              </a:buClr>
              <a:buSzPts val="3000"/>
              <a:buFont typeface="Urbanist"/>
              <a:buNone/>
              <a:defRPr/>
            </a:lvl8pPr>
            <a:lvl9pPr lvl="8">
              <a:spcBef>
                <a:spcPts val="0"/>
              </a:spcBef>
              <a:spcAft>
                <a:spcPts val="0"/>
              </a:spcAft>
              <a:buClr>
                <a:schemeClr val="lt1"/>
              </a:buClr>
              <a:buSzPts val="3000"/>
              <a:buFont typeface="Urbanist"/>
              <a:buNone/>
              <a:defRPr/>
            </a:lvl9pPr>
          </a:lstStyle>
          <a:p/>
        </p:txBody>
      </p:sp>
      <p:sp>
        <p:nvSpPr>
          <p:cNvPr id="329" name="Google Shape;329;p19"/>
          <p:cNvSpPr txBox="1"/>
          <p:nvPr>
            <p:ph idx="9" type="subTitle"/>
          </p:nvPr>
        </p:nvSpPr>
        <p:spPr>
          <a:xfrm>
            <a:off x="3611850" y="2707575"/>
            <a:ext cx="2120400" cy="1683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000"/>
              <a:buFont typeface="Urbanist"/>
              <a:buNone/>
              <a:defRPr sz="1000"/>
            </a:lvl1pPr>
            <a:lvl2pPr lvl="1">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2pPr>
            <a:lvl3pPr lvl="2">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3pPr>
            <a:lvl4pPr lvl="3">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4pPr>
            <a:lvl5pPr lvl="4">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5pPr>
            <a:lvl6pPr lvl="5">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6pPr>
            <a:lvl7pPr lvl="6">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7pPr>
            <a:lvl8pPr lvl="7">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8pPr>
            <a:lvl9pPr lvl="8">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9pPr>
          </a:lstStyle>
          <a:p/>
        </p:txBody>
      </p:sp>
      <p:sp>
        <p:nvSpPr>
          <p:cNvPr id="330" name="Google Shape;330;p19"/>
          <p:cNvSpPr txBox="1"/>
          <p:nvPr>
            <p:ph idx="13" type="subTitle"/>
          </p:nvPr>
        </p:nvSpPr>
        <p:spPr>
          <a:xfrm>
            <a:off x="3611850" y="4076800"/>
            <a:ext cx="2120400" cy="1683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000"/>
              <a:buFont typeface="Urbanist"/>
              <a:buNone/>
              <a:defRPr sz="1000"/>
            </a:lvl1pPr>
            <a:lvl2pPr lvl="1">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2pPr>
            <a:lvl3pPr lvl="2">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3pPr>
            <a:lvl4pPr lvl="3">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4pPr>
            <a:lvl5pPr lvl="4">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5pPr>
            <a:lvl6pPr lvl="5">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6pPr>
            <a:lvl7pPr lvl="6">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7pPr>
            <a:lvl8pPr lvl="7">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8pPr>
            <a:lvl9pPr lvl="8">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9pPr>
          </a:lstStyle>
          <a:p/>
        </p:txBody>
      </p:sp>
      <p:sp>
        <p:nvSpPr>
          <p:cNvPr id="331" name="Google Shape;331;p19"/>
          <p:cNvSpPr txBox="1"/>
          <p:nvPr>
            <p:ph idx="14" type="subTitle"/>
          </p:nvPr>
        </p:nvSpPr>
        <p:spPr>
          <a:xfrm>
            <a:off x="6258900" y="3267725"/>
            <a:ext cx="2478300" cy="5007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Urbanist"/>
              <a:buNone/>
              <a:defRPr sz="1200"/>
            </a:lvl1pPr>
            <a:lvl2pPr lvl="1">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2pPr>
            <a:lvl3pPr lvl="2">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3pPr>
            <a:lvl4pPr lvl="3">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4pPr>
            <a:lvl5pPr lvl="4">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5pPr>
            <a:lvl6pPr lvl="5">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6pPr>
            <a:lvl7pPr lvl="6">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7pPr>
            <a:lvl8pPr lvl="7">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8pPr>
            <a:lvl9pPr lvl="8">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9pPr>
          </a:lstStyle>
          <a:p/>
        </p:txBody>
      </p:sp>
      <p:sp>
        <p:nvSpPr>
          <p:cNvPr id="332" name="Google Shape;332;p19"/>
          <p:cNvSpPr txBox="1"/>
          <p:nvPr>
            <p:ph idx="15" type="subTitle"/>
          </p:nvPr>
        </p:nvSpPr>
        <p:spPr>
          <a:xfrm>
            <a:off x="6258900" y="3955225"/>
            <a:ext cx="2478300" cy="330000"/>
          </a:xfrm>
          <a:prstGeom prst="rect">
            <a:avLst/>
          </a:prstGeom>
        </p:spPr>
        <p:txBody>
          <a:bodyPr anchorCtr="0" anchor="t" bIns="91425" lIns="0" spcFirstLastPara="1" rIns="91425" wrap="square" tIns="0">
            <a:noAutofit/>
          </a:bodyPr>
          <a:lstStyle>
            <a:lvl1pPr lvl="0">
              <a:spcBef>
                <a:spcPts val="0"/>
              </a:spcBef>
              <a:spcAft>
                <a:spcPts val="0"/>
              </a:spcAft>
              <a:buClr>
                <a:schemeClr val="accent3"/>
              </a:buClr>
              <a:buSzPts val="1600"/>
              <a:buFont typeface="Urbanist"/>
              <a:buNone/>
              <a:defRPr b="1" u="sng">
                <a:solidFill>
                  <a:schemeClr val="accent3"/>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333" name="Shape 333"/>
        <p:cNvGrpSpPr/>
        <p:nvPr/>
      </p:nvGrpSpPr>
      <p:grpSpPr>
        <a:xfrm>
          <a:off x="0" y="0"/>
          <a:ext cx="0" cy="0"/>
          <a:chOff x="0" y="0"/>
          <a:chExt cx="0" cy="0"/>
        </a:xfrm>
      </p:grpSpPr>
      <p:sp>
        <p:nvSpPr>
          <p:cNvPr id="334" name="Google Shape;334;p20"/>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335" name="Google Shape;335;p20"/>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336" name="Shape 336"/>
        <p:cNvGrpSpPr/>
        <p:nvPr/>
      </p:nvGrpSpPr>
      <p:grpSpPr>
        <a:xfrm>
          <a:off x="0" y="0"/>
          <a:ext cx="0" cy="0"/>
          <a:chOff x="0" y="0"/>
          <a:chExt cx="0" cy="0"/>
        </a:xfrm>
      </p:grpSpPr>
      <p:sp>
        <p:nvSpPr>
          <p:cNvPr id="337" name="Google Shape;337;p21"/>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338" name="Shape 338"/>
        <p:cNvGrpSpPr/>
        <p:nvPr/>
      </p:nvGrpSpPr>
      <p:grpSpPr>
        <a:xfrm>
          <a:off x="0" y="0"/>
          <a:ext cx="0" cy="0"/>
          <a:chOff x="0" y="0"/>
          <a:chExt cx="0" cy="0"/>
        </a:xfrm>
      </p:grpSpPr>
      <p:sp>
        <p:nvSpPr>
          <p:cNvPr id="339" name="Google Shape;339;p2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40" name="Google Shape;340;p22"/>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341" name="Shape 341"/>
        <p:cNvGrpSpPr/>
        <p:nvPr/>
      </p:nvGrpSpPr>
      <p:grpSpPr>
        <a:xfrm>
          <a:off x="0" y="0"/>
          <a:ext cx="0" cy="0"/>
          <a:chOff x="0" y="0"/>
          <a:chExt cx="0" cy="0"/>
        </a:xfrm>
      </p:grpSpPr>
      <p:sp>
        <p:nvSpPr>
          <p:cNvPr id="342" name="Google Shape;342;p2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43" name="Google Shape;343;p23"/>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44" name="Google Shape;344;p23"/>
          <p:cNvSpPr txBox="1"/>
          <p:nvPr>
            <p:ph idx="2" type="body"/>
          </p:nvPr>
        </p:nvSpPr>
        <p:spPr>
          <a:xfrm>
            <a:off x="4832400" y="1152475"/>
            <a:ext cx="3999900" cy="34164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Char char="●"/>
              <a:defRPr sz="1400"/>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345" name="Shape 345"/>
        <p:cNvGrpSpPr/>
        <p:nvPr/>
      </p:nvGrpSpPr>
      <p:grpSpPr>
        <a:xfrm>
          <a:off x="0" y="0"/>
          <a:ext cx="0" cy="0"/>
          <a:chOff x="0" y="0"/>
          <a:chExt cx="0" cy="0"/>
        </a:xfrm>
      </p:grpSpPr>
      <p:sp>
        <p:nvSpPr>
          <p:cNvPr id="346" name="Google Shape;346;p2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347" name="Shape 347"/>
        <p:cNvGrpSpPr/>
        <p:nvPr/>
      </p:nvGrpSpPr>
      <p:grpSpPr>
        <a:xfrm>
          <a:off x="0" y="0"/>
          <a:ext cx="0" cy="0"/>
          <a:chOff x="0" y="0"/>
          <a:chExt cx="0" cy="0"/>
        </a:xfrm>
      </p:grpSpPr>
      <p:sp>
        <p:nvSpPr>
          <p:cNvPr id="348" name="Google Shape;348;p25"/>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49" name="Google Shape;349;p25"/>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350" name="Shape 350"/>
        <p:cNvGrpSpPr/>
        <p:nvPr/>
      </p:nvGrpSpPr>
      <p:grpSpPr>
        <a:xfrm>
          <a:off x="0" y="0"/>
          <a:ext cx="0" cy="0"/>
          <a:chOff x="0" y="0"/>
          <a:chExt cx="0" cy="0"/>
        </a:xfrm>
      </p:grpSpPr>
      <p:sp>
        <p:nvSpPr>
          <p:cNvPr id="351" name="Google Shape;351;p26"/>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352" name="Shape 352"/>
        <p:cNvGrpSpPr/>
        <p:nvPr/>
      </p:nvGrpSpPr>
      <p:grpSpPr>
        <a:xfrm>
          <a:off x="0" y="0"/>
          <a:ext cx="0" cy="0"/>
          <a:chOff x="0" y="0"/>
          <a:chExt cx="0" cy="0"/>
        </a:xfrm>
      </p:grpSpPr>
      <p:sp>
        <p:nvSpPr>
          <p:cNvPr id="353" name="Google Shape;353;p27"/>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54" name="Google Shape;354;p27"/>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355" name="Google Shape;355;p27"/>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356" name="Shape 356"/>
        <p:cNvGrpSpPr/>
        <p:nvPr/>
      </p:nvGrpSpPr>
      <p:grpSpPr>
        <a:xfrm>
          <a:off x="0" y="0"/>
          <a:ext cx="0" cy="0"/>
          <a:chOff x="0" y="0"/>
          <a:chExt cx="0" cy="0"/>
        </a:xfrm>
      </p:grpSpPr>
      <p:sp>
        <p:nvSpPr>
          <p:cNvPr id="357" name="Google Shape;357;p28"/>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spcBef>
                <a:spcPts val="0"/>
              </a:spcBef>
              <a:spcAft>
                <a:spcPts val="0"/>
              </a:spcAft>
              <a:buSzPts val="1200"/>
              <a:buNone/>
              <a:defRPr/>
            </a:lvl1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358" name="Shape 358"/>
        <p:cNvGrpSpPr/>
        <p:nvPr/>
      </p:nvGrpSpPr>
      <p:grpSpPr>
        <a:xfrm>
          <a:off x="0" y="0"/>
          <a:ext cx="0" cy="0"/>
          <a:chOff x="0" y="0"/>
          <a:chExt cx="0" cy="0"/>
        </a:xfrm>
      </p:grpSpPr>
      <p:sp>
        <p:nvSpPr>
          <p:cNvPr id="359" name="Google Shape;359;p29"/>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360" name="Google Shape;360;p29"/>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04800" lvl="0" marL="457200" algn="ctr">
              <a:spcBef>
                <a:spcPts val="0"/>
              </a:spcBef>
              <a:spcAft>
                <a:spcPts val="0"/>
              </a:spcAft>
              <a:buSzPts val="1200"/>
              <a:buChar char="●"/>
              <a:defRPr/>
            </a:lvl1pPr>
            <a:lvl2pPr indent="-304800" lvl="1" marL="914400" algn="ctr">
              <a:spcBef>
                <a:spcPts val="0"/>
              </a:spcBef>
              <a:spcAft>
                <a:spcPts val="0"/>
              </a:spcAft>
              <a:buSzPts val="1200"/>
              <a:buChar char="○"/>
              <a:defRPr/>
            </a:lvl2pPr>
            <a:lvl3pPr indent="-304800" lvl="2" marL="1371600" algn="ctr">
              <a:spcBef>
                <a:spcPts val="0"/>
              </a:spcBef>
              <a:spcAft>
                <a:spcPts val="0"/>
              </a:spcAft>
              <a:buSzPts val="1200"/>
              <a:buChar char="■"/>
              <a:defRPr/>
            </a:lvl3pPr>
            <a:lvl4pPr indent="-304800" lvl="3" marL="1828800" algn="ctr">
              <a:spcBef>
                <a:spcPts val="0"/>
              </a:spcBef>
              <a:spcAft>
                <a:spcPts val="0"/>
              </a:spcAft>
              <a:buSzPts val="1200"/>
              <a:buChar char="●"/>
              <a:defRPr/>
            </a:lvl4pPr>
            <a:lvl5pPr indent="-304800" lvl="4" marL="2286000" algn="ctr">
              <a:spcBef>
                <a:spcPts val="0"/>
              </a:spcBef>
              <a:spcAft>
                <a:spcPts val="0"/>
              </a:spcAft>
              <a:buSzPts val="1200"/>
              <a:buChar char="○"/>
              <a:defRPr/>
            </a:lvl5pPr>
            <a:lvl6pPr indent="-304800" lvl="5" marL="2743200" algn="ctr">
              <a:spcBef>
                <a:spcPts val="0"/>
              </a:spcBef>
              <a:spcAft>
                <a:spcPts val="0"/>
              </a:spcAft>
              <a:buSzPts val="1200"/>
              <a:buChar char="■"/>
              <a:defRPr/>
            </a:lvl6pPr>
            <a:lvl7pPr indent="-304800" lvl="6" marL="3200400" algn="ctr">
              <a:spcBef>
                <a:spcPts val="0"/>
              </a:spcBef>
              <a:spcAft>
                <a:spcPts val="0"/>
              </a:spcAft>
              <a:buSzPts val="1200"/>
              <a:buChar char="●"/>
              <a:defRPr/>
            </a:lvl7pPr>
            <a:lvl8pPr indent="-304800" lvl="7" marL="3657600" algn="ctr">
              <a:spcBef>
                <a:spcPts val="0"/>
              </a:spcBef>
              <a:spcAft>
                <a:spcPts val="0"/>
              </a:spcAft>
              <a:buSzPts val="1200"/>
              <a:buChar char="○"/>
              <a:defRPr/>
            </a:lvl8pPr>
            <a:lvl9pPr indent="-304800" lvl="8" marL="4114800" algn="ctr">
              <a:spcBef>
                <a:spcPts val="0"/>
              </a:spcBef>
              <a:spcAft>
                <a:spcPts val="0"/>
              </a:spcAft>
              <a:buSzPts val="1200"/>
              <a:buChar char="■"/>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361" name="Shape 361"/>
        <p:cNvGrpSpPr/>
        <p:nvPr/>
      </p:nvGrpSpPr>
      <p:grpSpPr>
        <a:xfrm>
          <a:off x="0" y="0"/>
          <a:ext cx="0" cy="0"/>
          <a:chOff x="0" y="0"/>
          <a:chExt cx="0" cy="0"/>
        </a:xfrm>
      </p:grpSpPr>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362" name="Shape 362"/>
        <p:cNvGrpSpPr/>
        <p:nvPr/>
      </p:nvGrpSpPr>
      <p:grpSpPr>
        <a:xfrm>
          <a:off x="0" y="0"/>
          <a:ext cx="0" cy="0"/>
          <a:chOff x="0" y="0"/>
          <a:chExt cx="0" cy="0"/>
        </a:xfrm>
      </p:grpSpPr>
      <p:sp>
        <p:nvSpPr>
          <p:cNvPr id="363" name="Google Shape;363;p31"/>
          <p:cNvSpPr txBox="1"/>
          <p:nvPr>
            <p:ph type="title"/>
          </p:nvPr>
        </p:nvSpPr>
        <p:spPr>
          <a:xfrm>
            <a:off x="677325" y="1832775"/>
            <a:ext cx="3217200" cy="1484100"/>
          </a:xfrm>
          <a:prstGeom prst="rect">
            <a:avLst/>
          </a:prstGeom>
        </p:spPr>
        <p:txBody>
          <a:bodyPr anchorCtr="0" anchor="ctr" bIns="91425" lIns="91425" spcFirstLastPara="1" rIns="91425" wrap="square" tIns="91425">
            <a:noAutofit/>
          </a:bodyPr>
          <a:lstStyle>
            <a:lvl1pPr lvl="0">
              <a:spcBef>
                <a:spcPts val="0"/>
              </a:spcBef>
              <a:spcAft>
                <a:spcPts val="0"/>
              </a:spcAft>
              <a:buSzPts val="4200"/>
              <a:buNone/>
              <a:defRPr sz="4200"/>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64" name="Google Shape;364;p31"/>
          <p:cNvSpPr txBox="1"/>
          <p:nvPr>
            <p:ph idx="1" type="subTitle"/>
          </p:nvPr>
        </p:nvSpPr>
        <p:spPr>
          <a:xfrm>
            <a:off x="4406650" y="39375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65" name="Google Shape;365;p31"/>
          <p:cNvSpPr txBox="1"/>
          <p:nvPr>
            <p:ph idx="2" type="subTitle"/>
          </p:nvPr>
        </p:nvSpPr>
        <p:spPr>
          <a:xfrm>
            <a:off x="4406650" y="115170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66" name="Google Shape;366;p31"/>
          <p:cNvSpPr txBox="1"/>
          <p:nvPr>
            <p:ph idx="3" type="subTitle"/>
          </p:nvPr>
        </p:nvSpPr>
        <p:spPr>
          <a:xfrm>
            <a:off x="4406650" y="342557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67" name="Google Shape;367;p31"/>
          <p:cNvSpPr txBox="1"/>
          <p:nvPr>
            <p:ph idx="4" type="subTitle"/>
          </p:nvPr>
        </p:nvSpPr>
        <p:spPr>
          <a:xfrm>
            <a:off x="4406650" y="190966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68" name="Google Shape;368;p31"/>
          <p:cNvSpPr txBox="1"/>
          <p:nvPr>
            <p:ph idx="5" type="subTitle"/>
          </p:nvPr>
        </p:nvSpPr>
        <p:spPr>
          <a:xfrm>
            <a:off x="4406650" y="418352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69" name="Google Shape;369;p31"/>
          <p:cNvSpPr txBox="1"/>
          <p:nvPr>
            <p:ph idx="6" type="subTitle"/>
          </p:nvPr>
        </p:nvSpPr>
        <p:spPr>
          <a:xfrm>
            <a:off x="4406650" y="266761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370" name="Shape 370"/>
        <p:cNvGrpSpPr/>
        <p:nvPr/>
      </p:nvGrpSpPr>
      <p:grpSpPr>
        <a:xfrm>
          <a:off x="0" y="0"/>
          <a:ext cx="0" cy="0"/>
          <a:chOff x="0" y="0"/>
          <a:chExt cx="0" cy="0"/>
        </a:xfrm>
      </p:grpSpPr>
      <p:sp>
        <p:nvSpPr>
          <p:cNvPr id="371" name="Google Shape;371;p3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72" name="Google Shape;372;p32"/>
          <p:cNvSpPr txBox="1"/>
          <p:nvPr>
            <p:ph idx="1" type="body"/>
          </p:nvPr>
        </p:nvSpPr>
        <p:spPr>
          <a:xfrm>
            <a:off x="311700" y="1152475"/>
            <a:ext cx="4473900" cy="34164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373" name="Google Shape;373;p32"/>
          <p:cNvSpPr/>
          <p:nvPr>
            <p:ph idx="2" type="pic"/>
          </p:nvPr>
        </p:nvSpPr>
        <p:spPr>
          <a:xfrm>
            <a:off x="4992024" y="1152775"/>
            <a:ext cx="3840300" cy="3416400"/>
          </a:xfrm>
          <a:prstGeom prst="rect">
            <a:avLst/>
          </a:prstGeom>
          <a:noFill/>
          <a:ln>
            <a:noFill/>
          </a:ln>
        </p:spPr>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374" name="Shape 374"/>
        <p:cNvGrpSpPr/>
        <p:nvPr/>
      </p:nvGrpSpPr>
      <p:grpSpPr>
        <a:xfrm>
          <a:off x="0" y="0"/>
          <a:ext cx="0" cy="0"/>
          <a:chOff x="0" y="0"/>
          <a:chExt cx="0" cy="0"/>
        </a:xfrm>
      </p:grpSpPr>
      <p:sp>
        <p:nvSpPr>
          <p:cNvPr id="375" name="Google Shape;375;p33"/>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76" name="Google Shape;376;p33"/>
          <p:cNvSpPr txBox="1"/>
          <p:nvPr>
            <p:ph idx="1" type="body"/>
          </p:nvPr>
        </p:nvSpPr>
        <p:spPr>
          <a:xfrm>
            <a:off x="483150" y="2237788"/>
            <a:ext cx="3619800" cy="23736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377" name="Google Shape;377;p33"/>
          <p:cNvSpPr txBox="1"/>
          <p:nvPr>
            <p:ph idx="2" type="body"/>
          </p:nvPr>
        </p:nvSpPr>
        <p:spPr>
          <a:xfrm>
            <a:off x="5048000" y="2237788"/>
            <a:ext cx="36198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78" name="Google Shape;378;p33"/>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79" name="Google Shape;379;p33"/>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380" name="Shape 380"/>
        <p:cNvGrpSpPr/>
        <p:nvPr/>
      </p:nvGrpSpPr>
      <p:grpSpPr>
        <a:xfrm>
          <a:off x="0" y="0"/>
          <a:ext cx="0" cy="0"/>
          <a:chOff x="0" y="0"/>
          <a:chExt cx="0" cy="0"/>
        </a:xfrm>
      </p:grpSpPr>
      <p:sp>
        <p:nvSpPr>
          <p:cNvPr id="381" name="Google Shape;381;p34"/>
          <p:cNvSpPr txBox="1"/>
          <p:nvPr>
            <p:ph idx="1" type="body"/>
          </p:nvPr>
        </p:nvSpPr>
        <p:spPr>
          <a:xfrm>
            <a:off x="483175" y="2417500"/>
            <a:ext cx="2455500" cy="23736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382" name="Google Shape;382;p34"/>
          <p:cNvSpPr txBox="1"/>
          <p:nvPr>
            <p:ph idx="2" type="body"/>
          </p:nvPr>
        </p:nvSpPr>
        <p:spPr>
          <a:xfrm>
            <a:off x="334772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83" name="Google Shape;383;p34"/>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84" name="Google Shape;384;p34"/>
          <p:cNvSpPr txBox="1"/>
          <p:nvPr>
            <p:ph idx="3"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85" name="Google Shape;385;p34"/>
          <p:cNvSpPr txBox="1"/>
          <p:nvPr>
            <p:ph idx="4"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86" name="Google Shape;386;p34"/>
          <p:cNvSpPr txBox="1"/>
          <p:nvPr>
            <p:ph idx="5"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87" name="Google Shape;387;p34"/>
          <p:cNvSpPr txBox="1"/>
          <p:nvPr>
            <p:ph idx="6" type="body"/>
          </p:nvPr>
        </p:nvSpPr>
        <p:spPr>
          <a:xfrm>
            <a:off x="621227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388" name="Shape 388"/>
        <p:cNvGrpSpPr/>
        <p:nvPr/>
      </p:nvGrpSpPr>
      <p:grpSpPr>
        <a:xfrm>
          <a:off x="0" y="0"/>
          <a:ext cx="0" cy="0"/>
          <a:chOff x="0" y="0"/>
          <a:chExt cx="0" cy="0"/>
        </a:xfrm>
      </p:grpSpPr>
      <p:sp>
        <p:nvSpPr>
          <p:cNvPr id="389" name="Google Shape;389;p35"/>
          <p:cNvSpPr txBox="1"/>
          <p:nvPr>
            <p:ph idx="1" type="body"/>
          </p:nvPr>
        </p:nvSpPr>
        <p:spPr>
          <a:xfrm>
            <a:off x="366725" y="1759093"/>
            <a:ext cx="3838500" cy="11385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Char char="●"/>
              <a:defRPr sz="1400"/>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390" name="Google Shape;390;p35"/>
          <p:cNvSpPr txBox="1"/>
          <p:nvPr>
            <p:ph idx="2" type="body"/>
          </p:nvPr>
        </p:nvSpPr>
        <p:spPr>
          <a:xfrm>
            <a:off x="4938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91" name="Google Shape;391;p35"/>
          <p:cNvSpPr txBox="1"/>
          <p:nvPr>
            <p:ph idx="3" type="body"/>
          </p:nvPr>
        </p:nvSpPr>
        <p:spPr>
          <a:xfrm>
            <a:off x="366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92" name="Google Shape;392;p35"/>
          <p:cNvSpPr txBox="1"/>
          <p:nvPr>
            <p:ph idx="4" type="body"/>
          </p:nvPr>
        </p:nvSpPr>
        <p:spPr>
          <a:xfrm>
            <a:off x="4938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93" name="Google Shape;393;p35"/>
          <p:cNvSpPr txBox="1"/>
          <p:nvPr>
            <p:ph type="title"/>
          </p:nvPr>
        </p:nvSpPr>
        <p:spPr>
          <a:xfrm>
            <a:off x="366750"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94" name="Google Shape;394;p35"/>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95" name="Google Shape;395;p35"/>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96" name="Google Shape;396;p35"/>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97" name="Google Shape;397;p35"/>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398" name="Shape 398"/>
        <p:cNvGrpSpPr/>
        <p:nvPr/>
      </p:nvGrpSpPr>
      <p:grpSpPr>
        <a:xfrm>
          <a:off x="0" y="0"/>
          <a:ext cx="0" cy="0"/>
          <a:chOff x="0" y="0"/>
          <a:chExt cx="0" cy="0"/>
        </a:xfrm>
      </p:grpSpPr>
      <p:sp>
        <p:nvSpPr>
          <p:cNvPr id="399" name="Google Shape;399;p3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00" name="Google Shape;400;p36"/>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401" name="Shape 401"/>
        <p:cNvGrpSpPr/>
        <p:nvPr/>
      </p:nvGrpSpPr>
      <p:grpSpPr>
        <a:xfrm>
          <a:off x="0" y="0"/>
          <a:ext cx="0" cy="0"/>
          <a:chOff x="0" y="0"/>
          <a:chExt cx="0" cy="0"/>
        </a:xfrm>
      </p:grpSpPr>
      <p:sp>
        <p:nvSpPr>
          <p:cNvPr id="402" name="Google Shape;402;p37"/>
          <p:cNvSpPr txBox="1"/>
          <p:nvPr>
            <p:ph idx="1" type="body"/>
          </p:nvPr>
        </p:nvSpPr>
        <p:spPr>
          <a:xfrm>
            <a:off x="311700" y="4080225"/>
            <a:ext cx="4027500" cy="9261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03" name="Google Shape;403;p37"/>
          <p:cNvSpPr/>
          <p:nvPr>
            <p:ph idx="2" type="pic"/>
          </p:nvPr>
        </p:nvSpPr>
        <p:spPr>
          <a:xfrm>
            <a:off x="4804825" y="1133300"/>
            <a:ext cx="4027500" cy="2392800"/>
          </a:xfrm>
          <a:prstGeom prst="rect">
            <a:avLst/>
          </a:prstGeom>
          <a:noFill/>
          <a:ln>
            <a:noFill/>
          </a:ln>
        </p:spPr>
      </p:sp>
      <p:sp>
        <p:nvSpPr>
          <p:cNvPr id="404" name="Google Shape;404;p37"/>
          <p:cNvSpPr/>
          <p:nvPr>
            <p:ph idx="3" type="pic"/>
          </p:nvPr>
        </p:nvSpPr>
        <p:spPr>
          <a:xfrm>
            <a:off x="311725" y="1133300"/>
            <a:ext cx="4027500" cy="2392800"/>
          </a:xfrm>
          <a:prstGeom prst="rect">
            <a:avLst/>
          </a:prstGeom>
          <a:noFill/>
          <a:ln>
            <a:noFill/>
          </a:ln>
        </p:spPr>
      </p:sp>
      <p:sp>
        <p:nvSpPr>
          <p:cNvPr id="405" name="Google Shape;405;p37"/>
          <p:cNvSpPr txBox="1"/>
          <p:nvPr>
            <p:ph idx="4" type="body"/>
          </p:nvPr>
        </p:nvSpPr>
        <p:spPr>
          <a:xfrm>
            <a:off x="4804825"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06" name="Google Shape;406;p3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07" name="Google Shape;407;p37"/>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08" name="Google Shape;408;p37"/>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409" name="Shape 409"/>
        <p:cNvGrpSpPr/>
        <p:nvPr/>
      </p:nvGrpSpPr>
      <p:grpSpPr>
        <a:xfrm>
          <a:off x="0" y="0"/>
          <a:ext cx="0" cy="0"/>
          <a:chOff x="0" y="0"/>
          <a:chExt cx="0" cy="0"/>
        </a:xfrm>
      </p:grpSpPr>
      <p:sp>
        <p:nvSpPr>
          <p:cNvPr id="410" name="Google Shape;410;p38"/>
          <p:cNvSpPr txBox="1"/>
          <p:nvPr>
            <p:ph idx="1" type="body"/>
          </p:nvPr>
        </p:nvSpPr>
        <p:spPr>
          <a:xfrm>
            <a:off x="311700" y="3911700"/>
            <a:ext cx="2627100" cy="10185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11" name="Google Shape;411;p38"/>
          <p:cNvSpPr/>
          <p:nvPr>
            <p:ph idx="2" type="pic"/>
          </p:nvPr>
        </p:nvSpPr>
        <p:spPr>
          <a:xfrm>
            <a:off x="6205225" y="1128325"/>
            <a:ext cx="2627100" cy="2273100"/>
          </a:xfrm>
          <a:prstGeom prst="rect">
            <a:avLst/>
          </a:prstGeom>
          <a:noFill/>
          <a:ln>
            <a:noFill/>
          </a:ln>
        </p:spPr>
      </p:sp>
      <p:sp>
        <p:nvSpPr>
          <p:cNvPr id="412" name="Google Shape;412;p38"/>
          <p:cNvSpPr/>
          <p:nvPr>
            <p:ph idx="3" type="pic"/>
          </p:nvPr>
        </p:nvSpPr>
        <p:spPr>
          <a:xfrm>
            <a:off x="311725" y="1128325"/>
            <a:ext cx="2627100" cy="2273100"/>
          </a:xfrm>
          <a:prstGeom prst="rect">
            <a:avLst/>
          </a:prstGeom>
          <a:noFill/>
          <a:ln>
            <a:noFill/>
          </a:ln>
        </p:spPr>
      </p:sp>
      <p:sp>
        <p:nvSpPr>
          <p:cNvPr id="413" name="Google Shape;413;p38"/>
          <p:cNvSpPr txBox="1"/>
          <p:nvPr>
            <p:ph idx="4" type="body"/>
          </p:nvPr>
        </p:nvSpPr>
        <p:spPr>
          <a:xfrm>
            <a:off x="6205225"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14" name="Google Shape;414;p38"/>
          <p:cNvSpPr/>
          <p:nvPr>
            <p:ph idx="5" type="pic"/>
          </p:nvPr>
        </p:nvSpPr>
        <p:spPr>
          <a:xfrm>
            <a:off x="3255250" y="1128325"/>
            <a:ext cx="2627100" cy="2273100"/>
          </a:xfrm>
          <a:prstGeom prst="rect">
            <a:avLst/>
          </a:prstGeom>
          <a:noFill/>
          <a:ln>
            <a:noFill/>
          </a:ln>
        </p:spPr>
      </p:sp>
      <p:sp>
        <p:nvSpPr>
          <p:cNvPr id="415" name="Google Shape;415;p38"/>
          <p:cNvSpPr txBox="1"/>
          <p:nvPr>
            <p:ph idx="6" type="body"/>
          </p:nvPr>
        </p:nvSpPr>
        <p:spPr>
          <a:xfrm>
            <a:off x="325525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16" name="Google Shape;416;p3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17" name="Google Shape;417;p38"/>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18" name="Google Shape;418;p38"/>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19" name="Google Shape;419;p38"/>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420" name="Shape 420"/>
        <p:cNvGrpSpPr/>
        <p:nvPr/>
      </p:nvGrpSpPr>
      <p:grpSpPr>
        <a:xfrm>
          <a:off x="0" y="0"/>
          <a:ext cx="0" cy="0"/>
          <a:chOff x="0" y="0"/>
          <a:chExt cx="0" cy="0"/>
        </a:xfrm>
      </p:grpSpPr>
      <p:sp>
        <p:nvSpPr>
          <p:cNvPr id="421" name="Google Shape;421;p39"/>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422" name="Shape 422"/>
        <p:cNvGrpSpPr/>
        <p:nvPr/>
      </p:nvGrpSpPr>
      <p:grpSpPr>
        <a:xfrm>
          <a:off x="0" y="0"/>
          <a:ext cx="0" cy="0"/>
          <a:chOff x="0" y="0"/>
          <a:chExt cx="0" cy="0"/>
        </a:xfrm>
      </p:grpSpPr>
      <p:sp>
        <p:nvSpPr>
          <p:cNvPr id="423" name="Google Shape;423;p40"/>
          <p:cNvSpPr/>
          <p:nvPr>
            <p:ph idx="2" type="pic"/>
          </p:nvPr>
        </p:nvSpPr>
        <p:spPr>
          <a:xfrm>
            <a:off x="3389600" y="118913"/>
            <a:ext cx="1643700" cy="1535100"/>
          </a:xfrm>
          <a:prstGeom prst="rect">
            <a:avLst/>
          </a:prstGeom>
          <a:noFill/>
          <a:ln>
            <a:noFill/>
          </a:ln>
        </p:spPr>
      </p:sp>
      <p:sp>
        <p:nvSpPr>
          <p:cNvPr id="424" name="Google Shape;424;p40"/>
          <p:cNvSpPr/>
          <p:nvPr>
            <p:ph idx="3" type="pic"/>
          </p:nvPr>
        </p:nvSpPr>
        <p:spPr>
          <a:xfrm>
            <a:off x="5195935" y="118913"/>
            <a:ext cx="1643700" cy="1535100"/>
          </a:xfrm>
          <a:prstGeom prst="rect">
            <a:avLst/>
          </a:prstGeom>
          <a:noFill/>
          <a:ln>
            <a:noFill/>
          </a:ln>
        </p:spPr>
      </p:sp>
      <p:sp>
        <p:nvSpPr>
          <p:cNvPr id="425" name="Google Shape;425;p40"/>
          <p:cNvSpPr/>
          <p:nvPr>
            <p:ph idx="4" type="pic"/>
          </p:nvPr>
        </p:nvSpPr>
        <p:spPr>
          <a:xfrm>
            <a:off x="7002270" y="118913"/>
            <a:ext cx="1643700" cy="1535100"/>
          </a:xfrm>
          <a:prstGeom prst="rect">
            <a:avLst/>
          </a:prstGeom>
          <a:noFill/>
          <a:ln>
            <a:noFill/>
          </a:ln>
        </p:spPr>
      </p:sp>
      <p:sp>
        <p:nvSpPr>
          <p:cNvPr id="426" name="Google Shape;426;p40"/>
          <p:cNvSpPr/>
          <p:nvPr>
            <p:ph idx="5" type="pic"/>
          </p:nvPr>
        </p:nvSpPr>
        <p:spPr>
          <a:xfrm>
            <a:off x="3389588" y="1804212"/>
            <a:ext cx="1643700" cy="1535100"/>
          </a:xfrm>
          <a:prstGeom prst="rect">
            <a:avLst/>
          </a:prstGeom>
          <a:noFill/>
          <a:ln>
            <a:noFill/>
          </a:ln>
        </p:spPr>
      </p:sp>
      <p:sp>
        <p:nvSpPr>
          <p:cNvPr id="427" name="Google Shape;427;p40"/>
          <p:cNvSpPr/>
          <p:nvPr>
            <p:ph idx="6" type="pic"/>
          </p:nvPr>
        </p:nvSpPr>
        <p:spPr>
          <a:xfrm>
            <a:off x="5195922" y="1804212"/>
            <a:ext cx="1643700" cy="1535100"/>
          </a:xfrm>
          <a:prstGeom prst="rect">
            <a:avLst/>
          </a:prstGeom>
          <a:noFill/>
          <a:ln>
            <a:noFill/>
          </a:ln>
        </p:spPr>
      </p:sp>
      <p:sp>
        <p:nvSpPr>
          <p:cNvPr id="428" name="Google Shape;428;p40"/>
          <p:cNvSpPr/>
          <p:nvPr>
            <p:ph idx="7" type="pic"/>
          </p:nvPr>
        </p:nvSpPr>
        <p:spPr>
          <a:xfrm>
            <a:off x="7002257" y="1804212"/>
            <a:ext cx="1643700" cy="1535100"/>
          </a:xfrm>
          <a:prstGeom prst="rect">
            <a:avLst/>
          </a:prstGeom>
          <a:noFill/>
          <a:ln>
            <a:noFill/>
          </a:ln>
        </p:spPr>
      </p:sp>
      <p:sp>
        <p:nvSpPr>
          <p:cNvPr id="429" name="Google Shape;429;p40"/>
          <p:cNvSpPr txBox="1"/>
          <p:nvPr>
            <p:ph type="title"/>
          </p:nvPr>
        </p:nvSpPr>
        <p:spPr>
          <a:xfrm>
            <a:off x="351550" y="445025"/>
            <a:ext cx="2596800" cy="1706400"/>
          </a:xfrm>
          <a:prstGeom prst="rect">
            <a:avLst/>
          </a:prstGeom>
        </p:spPr>
        <p:txBody>
          <a:bodyPr anchorCtr="0" anchor="t" bIns="91425" lIns="91425" spcFirstLastPara="1" rIns="91425" wrap="square" tIns="91425">
            <a:sp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30" name="Google Shape;430;p40"/>
          <p:cNvSpPr/>
          <p:nvPr>
            <p:ph idx="8" type="pic"/>
          </p:nvPr>
        </p:nvSpPr>
        <p:spPr>
          <a:xfrm>
            <a:off x="3389588" y="3489487"/>
            <a:ext cx="1643700" cy="1535100"/>
          </a:xfrm>
          <a:prstGeom prst="rect">
            <a:avLst/>
          </a:prstGeom>
          <a:noFill/>
          <a:ln>
            <a:noFill/>
          </a:ln>
        </p:spPr>
      </p:sp>
      <p:sp>
        <p:nvSpPr>
          <p:cNvPr id="431" name="Google Shape;431;p40"/>
          <p:cNvSpPr/>
          <p:nvPr>
            <p:ph idx="9" type="pic"/>
          </p:nvPr>
        </p:nvSpPr>
        <p:spPr>
          <a:xfrm>
            <a:off x="5195922" y="3489487"/>
            <a:ext cx="1643700" cy="1535100"/>
          </a:xfrm>
          <a:prstGeom prst="rect">
            <a:avLst/>
          </a:prstGeom>
          <a:noFill/>
          <a:ln>
            <a:noFill/>
          </a:ln>
        </p:spPr>
      </p:sp>
      <p:sp>
        <p:nvSpPr>
          <p:cNvPr id="432" name="Google Shape;432;p40"/>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 Alt 1">
  <p:cSld name="CUSTOM_7_1_1_1_1_1_1_1_1_1_1_1_1_1_1_1_1">
    <p:spTree>
      <p:nvGrpSpPr>
        <p:cNvPr id="438" name="Shape 438"/>
        <p:cNvGrpSpPr/>
        <p:nvPr/>
      </p:nvGrpSpPr>
      <p:grpSpPr>
        <a:xfrm>
          <a:off x="0" y="0"/>
          <a:ext cx="0" cy="0"/>
          <a:chOff x="0" y="0"/>
          <a:chExt cx="0" cy="0"/>
        </a:xfrm>
      </p:grpSpPr>
      <p:pic>
        <p:nvPicPr>
          <p:cNvPr id="439" name="Google Shape;439;p42"/>
          <p:cNvPicPr preferRelativeResize="0"/>
          <p:nvPr/>
        </p:nvPicPr>
        <p:blipFill>
          <a:blip r:embed="rId2">
            <a:alphaModFix/>
          </a:blip>
          <a:stretch>
            <a:fillRect/>
          </a:stretch>
        </p:blipFill>
        <p:spPr>
          <a:xfrm>
            <a:off x="0" y="0"/>
            <a:ext cx="9144003" cy="5143501"/>
          </a:xfrm>
          <a:prstGeom prst="rect">
            <a:avLst/>
          </a:prstGeom>
          <a:noFill/>
          <a:ln>
            <a:noFill/>
          </a:ln>
        </p:spPr>
      </p:pic>
      <p:sp>
        <p:nvSpPr>
          <p:cNvPr id="440" name="Google Shape;440;p42"/>
          <p:cNvSpPr txBox="1"/>
          <p:nvPr>
            <p:ph idx="1" type="subTitle"/>
          </p:nvPr>
        </p:nvSpPr>
        <p:spPr>
          <a:xfrm>
            <a:off x="228225" y="1298200"/>
            <a:ext cx="2712000" cy="174300"/>
          </a:xfrm>
          <a:prstGeom prst="rect">
            <a:avLst/>
          </a:prstGeom>
        </p:spPr>
        <p:txBody>
          <a:bodyPr anchorCtr="0" anchor="t" bIns="0" lIns="0" spcFirstLastPara="1" rIns="0" wrap="square" tIns="0">
            <a:spAutoFit/>
          </a:bodyPr>
          <a:lstStyle>
            <a:lvl1pPr lvl="0">
              <a:spcBef>
                <a:spcPts val="0"/>
              </a:spcBef>
              <a:spcAft>
                <a:spcPts val="0"/>
              </a:spcAft>
              <a:buNone/>
              <a:defRPr sz="1200"/>
            </a:lvl1pPr>
            <a:lvl2pPr lvl="1">
              <a:spcBef>
                <a:spcPts val="0"/>
              </a:spcBef>
              <a:spcAft>
                <a:spcPts val="0"/>
              </a:spcAft>
              <a:buNone/>
              <a:defRPr sz="1200"/>
            </a:lvl2pPr>
            <a:lvl3pPr lvl="2">
              <a:spcBef>
                <a:spcPts val="0"/>
              </a:spcBef>
              <a:spcAft>
                <a:spcPts val="0"/>
              </a:spcAft>
              <a:buNone/>
              <a:defRPr sz="1200"/>
            </a:lvl3pPr>
            <a:lvl4pPr lvl="3">
              <a:spcBef>
                <a:spcPts val="0"/>
              </a:spcBef>
              <a:spcAft>
                <a:spcPts val="0"/>
              </a:spcAft>
              <a:buNone/>
              <a:defRPr sz="1200"/>
            </a:lvl4pPr>
            <a:lvl5pPr lvl="4">
              <a:spcBef>
                <a:spcPts val="0"/>
              </a:spcBef>
              <a:spcAft>
                <a:spcPts val="0"/>
              </a:spcAft>
              <a:buNone/>
              <a:defRPr sz="1200"/>
            </a:lvl5pPr>
            <a:lvl6pPr lvl="5">
              <a:spcBef>
                <a:spcPts val="0"/>
              </a:spcBef>
              <a:spcAft>
                <a:spcPts val="0"/>
              </a:spcAft>
              <a:buNone/>
              <a:defRPr sz="1200"/>
            </a:lvl6pPr>
            <a:lvl7pPr lvl="6">
              <a:spcBef>
                <a:spcPts val="0"/>
              </a:spcBef>
              <a:spcAft>
                <a:spcPts val="0"/>
              </a:spcAft>
              <a:buNone/>
              <a:defRPr sz="1200"/>
            </a:lvl7pPr>
            <a:lvl8pPr lvl="7">
              <a:spcBef>
                <a:spcPts val="0"/>
              </a:spcBef>
              <a:spcAft>
                <a:spcPts val="0"/>
              </a:spcAft>
              <a:buNone/>
              <a:defRPr sz="1200"/>
            </a:lvl8pPr>
            <a:lvl9pPr lvl="8">
              <a:spcBef>
                <a:spcPts val="0"/>
              </a:spcBef>
              <a:spcAft>
                <a:spcPts val="0"/>
              </a:spcAft>
              <a:buNone/>
              <a:defRPr sz="1200"/>
            </a:lvl9pPr>
          </a:lstStyle>
          <a:p/>
        </p:txBody>
      </p:sp>
      <p:sp>
        <p:nvSpPr>
          <p:cNvPr id="441" name="Google Shape;441;p42"/>
          <p:cNvSpPr txBox="1"/>
          <p:nvPr>
            <p:ph type="title"/>
          </p:nvPr>
        </p:nvSpPr>
        <p:spPr>
          <a:xfrm>
            <a:off x="228225" y="4579187"/>
            <a:ext cx="7310400" cy="4050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Figtree Light"/>
              <a:buNone/>
              <a:defRPr sz="800">
                <a:latin typeface="Figtree Light"/>
                <a:ea typeface="Figtree Light"/>
                <a:cs typeface="Figtree Light"/>
                <a:sym typeface="Figtree Light"/>
              </a:defRPr>
            </a:lvl1pPr>
            <a:lvl2pPr lvl="1">
              <a:spcBef>
                <a:spcPts val="0"/>
              </a:spcBef>
              <a:spcAft>
                <a:spcPts val="0"/>
              </a:spcAft>
              <a:buClr>
                <a:schemeClr val="dk1"/>
              </a:buClr>
              <a:buSzPts val="1400"/>
              <a:buNone/>
              <a:defRPr/>
            </a:lvl2pPr>
            <a:lvl3pPr lvl="2">
              <a:spcBef>
                <a:spcPts val="0"/>
              </a:spcBef>
              <a:spcAft>
                <a:spcPts val="0"/>
              </a:spcAft>
              <a:buClr>
                <a:schemeClr val="dk1"/>
              </a:buClr>
              <a:buSzPts val="1400"/>
              <a:buNone/>
              <a:defRPr/>
            </a:lvl3pPr>
            <a:lvl4pPr lvl="3">
              <a:spcBef>
                <a:spcPts val="0"/>
              </a:spcBef>
              <a:spcAft>
                <a:spcPts val="0"/>
              </a:spcAft>
              <a:buClr>
                <a:schemeClr val="dk1"/>
              </a:buClr>
              <a:buSzPts val="1400"/>
              <a:buNone/>
              <a:defRPr/>
            </a:lvl4pPr>
            <a:lvl5pPr lvl="4">
              <a:spcBef>
                <a:spcPts val="0"/>
              </a:spcBef>
              <a:spcAft>
                <a:spcPts val="0"/>
              </a:spcAft>
              <a:buClr>
                <a:schemeClr val="dk1"/>
              </a:buClr>
              <a:buSzPts val="1400"/>
              <a:buNone/>
              <a:defRPr/>
            </a:lvl5pPr>
            <a:lvl6pPr lvl="5">
              <a:spcBef>
                <a:spcPts val="0"/>
              </a:spcBef>
              <a:spcAft>
                <a:spcPts val="0"/>
              </a:spcAft>
              <a:buClr>
                <a:schemeClr val="dk1"/>
              </a:buClr>
              <a:buSzPts val="1400"/>
              <a:buNone/>
              <a:defRPr/>
            </a:lvl6pPr>
            <a:lvl7pPr lvl="6">
              <a:spcBef>
                <a:spcPts val="0"/>
              </a:spcBef>
              <a:spcAft>
                <a:spcPts val="0"/>
              </a:spcAft>
              <a:buClr>
                <a:schemeClr val="dk1"/>
              </a:buClr>
              <a:buSzPts val="1400"/>
              <a:buNone/>
              <a:defRPr/>
            </a:lvl7pPr>
            <a:lvl8pPr lvl="7">
              <a:spcBef>
                <a:spcPts val="0"/>
              </a:spcBef>
              <a:spcAft>
                <a:spcPts val="0"/>
              </a:spcAft>
              <a:buClr>
                <a:schemeClr val="dk1"/>
              </a:buClr>
              <a:buSzPts val="1400"/>
              <a:buNone/>
              <a:defRPr/>
            </a:lvl8pPr>
            <a:lvl9pPr lvl="8">
              <a:spcBef>
                <a:spcPts val="0"/>
              </a:spcBef>
              <a:spcAft>
                <a:spcPts val="0"/>
              </a:spcAft>
              <a:buClr>
                <a:schemeClr val="dk1"/>
              </a:buClr>
              <a:buSzPts val="1400"/>
              <a:buNone/>
              <a:defRPr/>
            </a:lvl9pPr>
          </a:lstStyle>
          <a:p/>
        </p:txBody>
      </p:sp>
      <p:sp>
        <p:nvSpPr>
          <p:cNvPr id="442" name="Google Shape;442;p42"/>
          <p:cNvSpPr txBox="1"/>
          <p:nvPr>
            <p:ph idx="2" type="subTitle"/>
          </p:nvPr>
        </p:nvSpPr>
        <p:spPr>
          <a:xfrm>
            <a:off x="228225" y="2260925"/>
            <a:ext cx="5340300" cy="267000"/>
          </a:xfrm>
          <a:prstGeom prst="rect">
            <a:avLst/>
          </a:prstGeom>
        </p:spPr>
        <p:txBody>
          <a:bodyPr anchorCtr="0" anchor="t" bIns="0" lIns="0" spcFirstLastPara="1" rIns="0" wrap="square" tIns="0">
            <a:spAutoFit/>
          </a:bodyPr>
          <a:lstStyle>
            <a:lvl1pPr lvl="0">
              <a:spcBef>
                <a:spcPts val="0"/>
              </a:spcBef>
              <a:spcAft>
                <a:spcPts val="0"/>
              </a:spcAft>
              <a:buNone/>
              <a:defRPr sz="1200">
                <a:solidFill>
                  <a:schemeClr val="dk2"/>
                </a:solidFill>
              </a:defRPr>
            </a:lvl1pPr>
            <a:lvl2pPr lvl="1">
              <a:spcBef>
                <a:spcPts val="0"/>
              </a:spcBef>
              <a:spcAft>
                <a:spcPts val="0"/>
              </a:spcAft>
              <a:buNone/>
              <a:defRPr sz="1200">
                <a:solidFill>
                  <a:schemeClr val="dk2"/>
                </a:solidFill>
              </a:defRPr>
            </a:lvl2pPr>
            <a:lvl3pPr lvl="2">
              <a:spcBef>
                <a:spcPts val="0"/>
              </a:spcBef>
              <a:spcAft>
                <a:spcPts val="0"/>
              </a:spcAft>
              <a:buNone/>
              <a:defRPr sz="1200">
                <a:solidFill>
                  <a:schemeClr val="dk2"/>
                </a:solidFill>
              </a:defRPr>
            </a:lvl3pPr>
            <a:lvl4pPr lvl="3">
              <a:spcBef>
                <a:spcPts val="0"/>
              </a:spcBef>
              <a:spcAft>
                <a:spcPts val="0"/>
              </a:spcAft>
              <a:buNone/>
              <a:defRPr sz="1200">
                <a:solidFill>
                  <a:schemeClr val="dk2"/>
                </a:solidFill>
              </a:defRPr>
            </a:lvl4pPr>
            <a:lvl5pPr lvl="4">
              <a:spcBef>
                <a:spcPts val="0"/>
              </a:spcBef>
              <a:spcAft>
                <a:spcPts val="0"/>
              </a:spcAft>
              <a:buNone/>
              <a:defRPr sz="1200">
                <a:solidFill>
                  <a:schemeClr val="dk2"/>
                </a:solidFill>
              </a:defRPr>
            </a:lvl5pPr>
            <a:lvl6pPr lvl="5">
              <a:spcBef>
                <a:spcPts val="0"/>
              </a:spcBef>
              <a:spcAft>
                <a:spcPts val="0"/>
              </a:spcAft>
              <a:buNone/>
              <a:defRPr sz="1200">
                <a:solidFill>
                  <a:schemeClr val="dk2"/>
                </a:solidFill>
              </a:defRPr>
            </a:lvl6pPr>
            <a:lvl7pPr lvl="6">
              <a:spcBef>
                <a:spcPts val="0"/>
              </a:spcBef>
              <a:spcAft>
                <a:spcPts val="0"/>
              </a:spcAft>
              <a:buNone/>
              <a:defRPr sz="1200">
                <a:solidFill>
                  <a:schemeClr val="dk2"/>
                </a:solidFill>
              </a:defRPr>
            </a:lvl7pPr>
            <a:lvl8pPr lvl="7">
              <a:spcBef>
                <a:spcPts val="0"/>
              </a:spcBef>
              <a:spcAft>
                <a:spcPts val="0"/>
              </a:spcAft>
              <a:buNone/>
              <a:defRPr sz="1200">
                <a:solidFill>
                  <a:schemeClr val="dk2"/>
                </a:solidFill>
              </a:defRPr>
            </a:lvl8pPr>
            <a:lvl9pPr lvl="8">
              <a:spcBef>
                <a:spcPts val="0"/>
              </a:spcBef>
              <a:spcAft>
                <a:spcPts val="0"/>
              </a:spcAft>
              <a:buNone/>
              <a:defRPr sz="1200">
                <a:solidFill>
                  <a:schemeClr val="dk2"/>
                </a:solidFill>
              </a:defRPr>
            </a:lvl9pPr>
          </a:lstStyle>
          <a:p/>
        </p:txBody>
      </p:sp>
      <p:sp>
        <p:nvSpPr>
          <p:cNvPr id="443" name="Google Shape;443;p42"/>
          <p:cNvSpPr txBox="1"/>
          <p:nvPr>
            <p:ph idx="3" type="title"/>
          </p:nvPr>
        </p:nvSpPr>
        <p:spPr>
          <a:xfrm>
            <a:off x="189618" y="1545733"/>
            <a:ext cx="8278500" cy="1444200"/>
          </a:xfrm>
          <a:prstGeom prst="rect">
            <a:avLst/>
          </a:prstGeom>
        </p:spPr>
        <p:txBody>
          <a:bodyPr anchorCtr="0" anchor="t" bIns="91425" lIns="0" spcFirstLastPara="1" rIns="91425" wrap="square" tIns="91425">
            <a:noAutofit/>
          </a:bodyPr>
          <a:lstStyle>
            <a:lvl1pPr lvl="0">
              <a:lnSpc>
                <a:spcPct val="80000"/>
              </a:lnSpc>
              <a:spcBef>
                <a:spcPts val="0"/>
              </a:spcBef>
              <a:spcAft>
                <a:spcPts val="0"/>
              </a:spcAft>
              <a:buClr>
                <a:schemeClr val="dk1"/>
              </a:buClr>
              <a:buSzPts val="8000"/>
              <a:buFont typeface="Figtree"/>
              <a:buNone/>
              <a:defRPr sz="8000"/>
            </a:lvl1pPr>
            <a:lvl2pPr lvl="1">
              <a:spcBef>
                <a:spcPts val="0"/>
              </a:spcBef>
              <a:spcAft>
                <a:spcPts val="0"/>
              </a:spcAft>
              <a:buClr>
                <a:schemeClr val="dk1"/>
              </a:buClr>
              <a:buSzPts val="8000"/>
              <a:buNone/>
              <a:defRPr sz="8000">
                <a:solidFill>
                  <a:schemeClr val="dk1"/>
                </a:solidFill>
              </a:defRPr>
            </a:lvl2pPr>
            <a:lvl3pPr lvl="2">
              <a:spcBef>
                <a:spcPts val="0"/>
              </a:spcBef>
              <a:spcAft>
                <a:spcPts val="0"/>
              </a:spcAft>
              <a:buClr>
                <a:schemeClr val="dk1"/>
              </a:buClr>
              <a:buSzPts val="8000"/>
              <a:buNone/>
              <a:defRPr sz="8000">
                <a:solidFill>
                  <a:schemeClr val="dk1"/>
                </a:solidFill>
              </a:defRPr>
            </a:lvl3pPr>
            <a:lvl4pPr lvl="3">
              <a:spcBef>
                <a:spcPts val="0"/>
              </a:spcBef>
              <a:spcAft>
                <a:spcPts val="0"/>
              </a:spcAft>
              <a:buClr>
                <a:schemeClr val="dk1"/>
              </a:buClr>
              <a:buSzPts val="8000"/>
              <a:buNone/>
              <a:defRPr sz="8000">
                <a:solidFill>
                  <a:schemeClr val="dk1"/>
                </a:solidFill>
              </a:defRPr>
            </a:lvl4pPr>
            <a:lvl5pPr lvl="4">
              <a:spcBef>
                <a:spcPts val="0"/>
              </a:spcBef>
              <a:spcAft>
                <a:spcPts val="0"/>
              </a:spcAft>
              <a:buClr>
                <a:schemeClr val="dk1"/>
              </a:buClr>
              <a:buSzPts val="8000"/>
              <a:buNone/>
              <a:defRPr sz="8000">
                <a:solidFill>
                  <a:schemeClr val="dk1"/>
                </a:solidFill>
              </a:defRPr>
            </a:lvl5pPr>
            <a:lvl6pPr lvl="5">
              <a:spcBef>
                <a:spcPts val="0"/>
              </a:spcBef>
              <a:spcAft>
                <a:spcPts val="0"/>
              </a:spcAft>
              <a:buClr>
                <a:schemeClr val="dk1"/>
              </a:buClr>
              <a:buSzPts val="8000"/>
              <a:buNone/>
              <a:defRPr sz="8000">
                <a:solidFill>
                  <a:schemeClr val="dk1"/>
                </a:solidFill>
              </a:defRPr>
            </a:lvl6pPr>
            <a:lvl7pPr lvl="6">
              <a:spcBef>
                <a:spcPts val="0"/>
              </a:spcBef>
              <a:spcAft>
                <a:spcPts val="0"/>
              </a:spcAft>
              <a:buClr>
                <a:schemeClr val="dk1"/>
              </a:buClr>
              <a:buSzPts val="8000"/>
              <a:buNone/>
              <a:defRPr sz="8000">
                <a:solidFill>
                  <a:schemeClr val="dk1"/>
                </a:solidFill>
              </a:defRPr>
            </a:lvl7pPr>
            <a:lvl8pPr lvl="7">
              <a:spcBef>
                <a:spcPts val="0"/>
              </a:spcBef>
              <a:spcAft>
                <a:spcPts val="0"/>
              </a:spcAft>
              <a:buClr>
                <a:schemeClr val="dk1"/>
              </a:buClr>
              <a:buSzPts val="8000"/>
              <a:buNone/>
              <a:defRPr sz="8000">
                <a:solidFill>
                  <a:schemeClr val="dk1"/>
                </a:solidFill>
              </a:defRPr>
            </a:lvl8pPr>
            <a:lvl9pPr lvl="8">
              <a:spcBef>
                <a:spcPts val="0"/>
              </a:spcBef>
              <a:spcAft>
                <a:spcPts val="0"/>
              </a:spcAft>
              <a:buClr>
                <a:schemeClr val="dk1"/>
              </a:buClr>
              <a:buSzPts val="8000"/>
              <a:buNone/>
              <a:defRPr sz="8000">
                <a:solidFill>
                  <a:schemeClr val="dk1"/>
                </a:solidFill>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 Alt 2">
  <p:cSld name="CUSTOM_1_1">
    <p:spTree>
      <p:nvGrpSpPr>
        <p:cNvPr id="444" name="Shape 444"/>
        <p:cNvGrpSpPr/>
        <p:nvPr/>
      </p:nvGrpSpPr>
      <p:grpSpPr>
        <a:xfrm>
          <a:off x="0" y="0"/>
          <a:ext cx="0" cy="0"/>
          <a:chOff x="0" y="0"/>
          <a:chExt cx="0" cy="0"/>
        </a:xfrm>
      </p:grpSpPr>
      <p:sp>
        <p:nvSpPr>
          <p:cNvPr id="445" name="Google Shape;445;p43"/>
          <p:cNvSpPr/>
          <p:nvPr/>
        </p:nvSpPr>
        <p:spPr>
          <a:xfrm>
            <a:off x="0" y="0"/>
            <a:ext cx="2406900" cy="2406900"/>
          </a:xfrm>
          <a:prstGeom prst="rect">
            <a:avLst/>
          </a:prstGeom>
          <a:gradFill>
            <a:gsLst>
              <a:gs pos="0">
                <a:schemeClr val="lt2"/>
              </a:gs>
              <a:gs pos="72000">
                <a:schemeClr val="lt1"/>
              </a:gs>
              <a:gs pos="100000">
                <a:schemeClr val="lt1"/>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446" name="Google Shape;446;p43"/>
          <p:cNvSpPr/>
          <p:nvPr/>
        </p:nvSpPr>
        <p:spPr>
          <a:xfrm>
            <a:off x="7172525" y="0"/>
            <a:ext cx="1971600" cy="5143500"/>
          </a:xfrm>
          <a:prstGeom prst="rect">
            <a:avLst/>
          </a:prstGeom>
          <a:gradFill>
            <a:gsLst>
              <a:gs pos="0">
                <a:schemeClr val="accent6"/>
              </a:gs>
              <a:gs pos="100000">
                <a:schemeClr val="lt2"/>
              </a:gs>
            </a:gsLst>
            <a:lin ang="540001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447" name="Google Shape;447;p43"/>
          <p:cNvSpPr txBox="1"/>
          <p:nvPr>
            <p:ph type="title"/>
          </p:nvPr>
        </p:nvSpPr>
        <p:spPr>
          <a:xfrm>
            <a:off x="3809850" y="1269500"/>
            <a:ext cx="2884500" cy="3681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200"/>
              <a:buFont typeface="Figtree"/>
              <a:buNone/>
              <a:defRPr sz="12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448" name="Google Shape;448;p43"/>
          <p:cNvSpPr txBox="1"/>
          <p:nvPr>
            <p:ph idx="2" type="title"/>
          </p:nvPr>
        </p:nvSpPr>
        <p:spPr>
          <a:xfrm>
            <a:off x="3154650" y="3495050"/>
            <a:ext cx="592800" cy="368100"/>
          </a:xfrm>
          <a:prstGeom prst="rect">
            <a:avLst/>
          </a:prstGeom>
        </p:spPr>
        <p:txBody>
          <a:bodyPr anchorCtr="0" anchor="t" bIns="91425" lIns="0" spcFirstLastPara="1" rIns="91425" wrap="square" tIns="0">
            <a:noAutofit/>
          </a:bodyPr>
          <a:lstStyle>
            <a:lvl1pPr lvl="0">
              <a:spcBef>
                <a:spcPts val="0"/>
              </a:spcBef>
              <a:spcAft>
                <a:spcPts val="0"/>
              </a:spcAft>
              <a:buClr>
                <a:schemeClr val="dk1"/>
              </a:buClr>
              <a:buSzPts val="2400"/>
              <a:buFont typeface="Figtree"/>
              <a:buNone/>
              <a:defRPr sz="2400"/>
            </a:lvl1pPr>
            <a:lvl2pPr lvl="1">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2pPr>
            <a:lvl3pPr lvl="2">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3pPr>
            <a:lvl4pPr lvl="3">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4pPr>
            <a:lvl5pPr lvl="4">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5pPr>
            <a:lvl6pPr lvl="5">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6pPr>
            <a:lvl7pPr lvl="6">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7pPr>
            <a:lvl8pPr lvl="7">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8pPr>
            <a:lvl9pPr lvl="8">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9pPr>
          </a:lstStyle>
          <a:p/>
        </p:txBody>
      </p:sp>
      <p:sp>
        <p:nvSpPr>
          <p:cNvPr id="449" name="Google Shape;449;p43"/>
          <p:cNvSpPr txBox="1"/>
          <p:nvPr>
            <p:ph idx="3" type="title"/>
          </p:nvPr>
        </p:nvSpPr>
        <p:spPr>
          <a:xfrm>
            <a:off x="230075" y="58625"/>
            <a:ext cx="2500500" cy="172200"/>
          </a:xfrm>
          <a:prstGeom prst="rect">
            <a:avLst/>
          </a:prstGeom>
        </p:spPr>
        <p:txBody>
          <a:bodyPr anchorCtr="0" anchor="t" bIns="0" lIns="0" spcFirstLastPara="1" rIns="0" wrap="square" tIns="0">
            <a:noAutofit/>
          </a:bodyPr>
          <a:lstStyle>
            <a:lvl1pPr lvl="0">
              <a:spcBef>
                <a:spcPts val="0"/>
              </a:spcBef>
              <a:spcAft>
                <a:spcPts val="0"/>
              </a:spcAft>
              <a:buNone/>
              <a:defRPr sz="7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450" name="Google Shape;450;p43"/>
          <p:cNvSpPr txBox="1"/>
          <p:nvPr>
            <p:ph idx="4" type="title"/>
          </p:nvPr>
        </p:nvSpPr>
        <p:spPr>
          <a:xfrm>
            <a:off x="6414875" y="58625"/>
            <a:ext cx="2500500" cy="172200"/>
          </a:xfrm>
          <a:prstGeom prst="rect">
            <a:avLst/>
          </a:prstGeom>
        </p:spPr>
        <p:txBody>
          <a:bodyPr anchorCtr="0" anchor="t" bIns="0" lIns="0" spcFirstLastPara="1" rIns="0" wrap="square" tIns="0">
            <a:noAutofit/>
          </a:bodyPr>
          <a:lstStyle>
            <a:lvl1pPr lvl="0" algn="r">
              <a:spcBef>
                <a:spcPts val="0"/>
              </a:spcBef>
              <a:spcAft>
                <a:spcPts val="0"/>
              </a:spcAft>
              <a:buNone/>
              <a:defRPr sz="700"/>
            </a:lvl1pPr>
            <a:lvl2pPr lvl="1" algn="r">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lgn="r">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lgn="r">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lgn="r">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lgn="r">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lgn="r">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lgn="r">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lgn="r">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451" name="Google Shape;451;p43"/>
          <p:cNvSpPr txBox="1"/>
          <p:nvPr>
            <p:ph idx="5" type="title"/>
          </p:nvPr>
        </p:nvSpPr>
        <p:spPr>
          <a:xfrm>
            <a:off x="3809850" y="1714600"/>
            <a:ext cx="2884500" cy="3681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200"/>
              <a:buFont typeface="Figtree"/>
              <a:buNone/>
              <a:defRPr sz="12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452" name="Google Shape;452;p43"/>
          <p:cNvSpPr txBox="1"/>
          <p:nvPr>
            <p:ph idx="6" type="title"/>
          </p:nvPr>
        </p:nvSpPr>
        <p:spPr>
          <a:xfrm>
            <a:off x="3809850" y="2159700"/>
            <a:ext cx="2884500" cy="3681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200"/>
              <a:buFont typeface="Figtree"/>
              <a:buNone/>
              <a:defRPr sz="12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453" name="Google Shape;453;p43"/>
          <p:cNvSpPr txBox="1"/>
          <p:nvPr>
            <p:ph idx="7" type="title"/>
          </p:nvPr>
        </p:nvSpPr>
        <p:spPr>
          <a:xfrm>
            <a:off x="3809850" y="2593988"/>
            <a:ext cx="2884500" cy="3681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200"/>
              <a:buFont typeface="Figtree"/>
              <a:buNone/>
              <a:defRPr sz="12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454" name="Google Shape;454;p43"/>
          <p:cNvSpPr txBox="1"/>
          <p:nvPr>
            <p:ph idx="8" type="title"/>
          </p:nvPr>
        </p:nvSpPr>
        <p:spPr>
          <a:xfrm>
            <a:off x="3809850" y="3036613"/>
            <a:ext cx="2884500" cy="3681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200"/>
              <a:buFont typeface="Figtree"/>
              <a:buNone/>
              <a:defRPr sz="12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455" name="Google Shape;455;p43"/>
          <p:cNvSpPr txBox="1"/>
          <p:nvPr>
            <p:ph idx="9" type="title"/>
          </p:nvPr>
        </p:nvSpPr>
        <p:spPr>
          <a:xfrm>
            <a:off x="3809850" y="3479238"/>
            <a:ext cx="2884500" cy="3681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200"/>
              <a:buFont typeface="Figtree"/>
              <a:buNone/>
              <a:defRPr sz="12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456" name="Google Shape;456;p43"/>
          <p:cNvSpPr txBox="1"/>
          <p:nvPr>
            <p:ph idx="13" type="title"/>
          </p:nvPr>
        </p:nvSpPr>
        <p:spPr>
          <a:xfrm>
            <a:off x="3154650" y="3049925"/>
            <a:ext cx="592800" cy="368100"/>
          </a:xfrm>
          <a:prstGeom prst="rect">
            <a:avLst/>
          </a:prstGeom>
        </p:spPr>
        <p:txBody>
          <a:bodyPr anchorCtr="0" anchor="ctr" bIns="91425" lIns="0" spcFirstLastPara="1" rIns="91425" wrap="square" tIns="0">
            <a:noAutofit/>
          </a:bodyPr>
          <a:lstStyle>
            <a:lvl1pPr lvl="0">
              <a:spcBef>
                <a:spcPts val="0"/>
              </a:spcBef>
              <a:spcAft>
                <a:spcPts val="0"/>
              </a:spcAft>
              <a:buClr>
                <a:schemeClr val="dk1"/>
              </a:buClr>
              <a:buSzPts val="2400"/>
              <a:buFont typeface="Figtree"/>
              <a:buNone/>
              <a:defRPr sz="2400"/>
            </a:lvl1pPr>
            <a:lvl2pPr lvl="1">
              <a:spcBef>
                <a:spcPts val="0"/>
              </a:spcBef>
              <a:spcAft>
                <a:spcPts val="0"/>
              </a:spcAft>
              <a:buClr>
                <a:schemeClr val="dk1"/>
              </a:buClr>
              <a:buSzPts val="2400"/>
              <a:buFont typeface="Figtree"/>
              <a:buNone/>
              <a:defRPr sz="2400">
                <a:latin typeface="Figtree"/>
                <a:ea typeface="Figtree"/>
                <a:cs typeface="Figtree"/>
                <a:sym typeface="Figtree"/>
              </a:defRPr>
            </a:lvl2pPr>
            <a:lvl3pPr lvl="2">
              <a:spcBef>
                <a:spcPts val="0"/>
              </a:spcBef>
              <a:spcAft>
                <a:spcPts val="0"/>
              </a:spcAft>
              <a:buClr>
                <a:schemeClr val="dk1"/>
              </a:buClr>
              <a:buSzPts val="2400"/>
              <a:buFont typeface="Figtree"/>
              <a:buNone/>
              <a:defRPr sz="2400">
                <a:latin typeface="Figtree"/>
                <a:ea typeface="Figtree"/>
                <a:cs typeface="Figtree"/>
                <a:sym typeface="Figtree"/>
              </a:defRPr>
            </a:lvl3pPr>
            <a:lvl4pPr lvl="3">
              <a:spcBef>
                <a:spcPts val="0"/>
              </a:spcBef>
              <a:spcAft>
                <a:spcPts val="0"/>
              </a:spcAft>
              <a:buClr>
                <a:schemeClr val="dk1"/>
              </a:buClr>
              <a:buSzPts val="2400"/>
              <a:buFont typeface="Figtree"/>
              <a:buNone/>
              <a:defRPr sz="2400">
                <a:latin typeface="Figtree"/>
                <a:ea typeface="Figtree"/>
                <a:cs typeface="Figtree"/>
                <a:sym typeface="Figtree"/>
              </a:defRPr>
            </a:lvl4pPr>
            <a:lvl5pPr lvl="4">
              <a:spcBef>
                <a:spcPts val="0"/>
              </a:spcBef>
              <a:spcAft>
                <a:spcPts val="0"/>
              </a:spcAft>
              <a:buClr>
                <a:schemeClr val="dk1"/>
              </a:buClr>
              <a:buSzPts val="2400"/>
              <a:buFont typeface="Figtree"/>
              <a:buNone/>
              <a:defRPr sz="2400">
                <a:latin typeface="Figtree"/>
                <a:ea typeface="Figtree"/>
                <a:cs typeface="Figtree"/>
                <a:sym typeface="Figtree"/>
              </a:defRPr>
            </a:lvl5pPr>
            <a:lvl6pPr lvl="5">
              <a:spcBef>
                <a:spcPts val="0"/>
              </a:spcBef>
              <a:spcAft>
                <a:spcPts val="0"/>
              </a:spcAft>
              <a:buClr>
                <a:schemeClr val="dk1"/>
              </a:buClr>
              <a:buSzPts val="2400"/>
              <a:buFont typeface="Figtree"/>
              <a:buNone/>
              <a:defRPr sz="2400">
                <a:latin typeface="Figtree"/>
                <a:ea typeface="Figtree"/>
                <a:cs typeface="Figtree"/>
                <a:sym typeface="Figtree"/>
              </a:defRPr>
            </a:lvl6pPr>
            <a:lvl7pPr lvl="6">
              <a:spcBef>
                <a:spcPts val="0"/>
              </a:spcBef>
              <a:spcAft>
                <a:spcPts val="0"/>
              </a:spcAft>
              <a:buClr>
                <a:schemeClr val="dk1"/>
              </a:buClr>
              <a:buSzPts val="2400"/>
              <a:buFont typeface="Figtree"/>
              <a:buNone/>
              <a:defRPr sz="2400">
                <a:latin typeface="Figtree"/>
                <a:ea typeface="Figtree"/>
                <a:cs typeface="Figtree"/>
                <a:sym typeface="Figtree"/>
              </a:defRPr>
            </a:lvl7pPr>
            <a:lvl8pPr lvl="7">
              <a:spcBef>
                <a:spcPts val="0"/>
              </a:spcBef>
              <a:spcAft>
                <a:spcPts val="0"/>
              </a:spcAft>
              <a:buClr>
                <a:schemeClr val="dk1"/>
              </a:buClr>
              <a:buSzPts val="2400"/>
              <a:buFont typeface="Figtree"/>
              <a:buNone/>
              <a:defRPr sz="2400">
                <a:latin typeface="Figtree"/>
                <a:ea typeface="Figtree"/>
                <a:cs typeface="Figtree"/>
                <a:sym typeface="Figtree"/>
              </a:defRPr>
            </a:lvl8pPr>
            <a:lvl9pPr lvl="8">
              <a:spcBef>
                <a:spcPts val="0"/>
              </a:spcBef>
              <a:spcAft>
                <a:spcPts val="0"/>
              </a:spcAft>
              <a:buClr>
                <a:schemeClr val="dk1"/>
              </a:buClr>
              <a:buSzPts val="2400"/>
              <a:buFont typeface="Figtree"/>
              <a:buNone/>
              <a:defRPr sz="2400">
                <a:latin typeface="Figtree"/>
                <a:ea typeface="Figtree"/>
                <a:cs typeface="Figtree"/>
                <a:sym typeface="Figtree"/>
              </a:defRPr>
            </a:lvl9pPr>
          </a:lstStyle>
          <a:p/>
        </p:txBody>
      </p:sp>
      <p:sp>
        <p:nvSpPr>
          <p:cNvPr id="457" name="Google Shape;457;p43"/>
          <p:cNvSpPr txBox="1"/>
          <p:nvPr>
            <p:ph idx="14" type="title"/>
          </p:nvPr>
        </p:nvSpPr>
        <p:spPr>
          <a:xfrm>
            <a:off x="3154650" y="2604813"/>
            <a:ext cx="592800" cy="368100"/>
          </a:xfrm>
          <a:prstGeom prst="rect">
            <a:avLst/>
          </a:prstGeom>
        </p:spPr>
        <p:txBody>
          <a:bodyPr anchorCtr="0" anchor="t" bIns="91425" lIns="0" spcFirstLastPara="1" rIns="91425" wrap="square" tIns="0">
            <a:noAutofit/>
          </a:bodyPr>
          <a:lstStyle>
            <a:lvl1pPr lvl="0">
              <a:spcBef>
                <a:spcPts val="0"/>
              </a:spcBef>
              <a:spcAft>
                <a:spcPts val="0"/>
              </a:spcAft>
              <a:buClr>
                <a:schemeClr val="dk1"/>
              </a:buClr>
              <a:buSzPts val="2400"/>
              <a:buFont typeface="Figtree"/>
              <a:buNone/>
              <a:defRPr sz="2400"/>
            </a:lvl1pPr>
            <a:lvl2pPr lvl="1">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2pPr>
            <a:lvl3pPr lvl="2">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3pPr>
            <a:lvl4pPr lvl="3">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4pPr>
            <a:lvl5pPr lvl="4">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5pPr>
            <a:lvl6pPr lvl="5">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6pPr>
            <a:lvl7pPr lvl="6">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7pPr>
            <a:lvl8pPr lvl="7">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8pPr>
            <a:lvl9pPr lvl="8">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9pPr>
          </a:lstStyle>
          <a:p/>
        </p:txBody>
      </p:sp>
      <p:sp>
        <p:nvSpPr>
          <p:cNvPr id="458" name="Google Shape;458;p43"/>
          <p:cNvSpPr txBox="1"/>
          <p:nvPr>
            <p:ph idx="15" type="title"/>
          </p:nvPr>
        </p:nvSpPr>
        <p:spPr>
          <a:xfrm>
            <a:off x="3154650" y="2159700"/>
            <a:ext cx="592800" cy="368100"/>
          </a:xfrm>
          <a:prstGeom prst="rect">
            <a:avLst/>
          </a:prstGeom>
        </p:spPr>
        <p:txBody>
          <a:bodyPr anchorCtr="0" anchor="t" bIns="91425" lIns="0" spcFirstLastPara="1" rIns="91425" wrap="square" tIns="0">
            <a:noAutofit/>
          </a:bodyPr>
          <a:lstStyle>
            <a:lvl1pPr lvl="0">
              <a:spcBef>
                <a:spcPts val="0"/>
              </a:spcBef>
              <a:spcAft>
                <a:spcPts val="0"/>
              </a:spcAft>
              <a:buClr>
                <a:schemeClr val="dk1"/>
              </a:buClr>
              <a:buSzPts val="2400"/>
              <a:buFont typeface="Figtree"/>
              <a:buNone/>
              <a:defRPr sz="2400"/>
            </a:lvl1pPr>
            <a:lvl2pPr lvl="1">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2pPr>
            <a:lvl3pPr lvl="2">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3pPr>
            <a:lvl4pPr lvl="3">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4pPr>
            <a:lvl5pPr lvl="4">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5pPr>
            <a:lvl6pPr lvl="5">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6pPr>
            <a:lvl7pPr lvl="6">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7pPr>
            <a:lvl8pPr lvl="7">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8pPr>
            <a:lvl9pPr lvl="8">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9pPr>
          </a:lstStyle>
          <a:p/>
        </p:txBody>
      </p:sp>
      <p:sp>
        <p:nvSpPr>
          <p:cNvPr id="459" name="Google Shape;459;p43"/>
          <p:cNvSpPr txBox="1"/>
          <p:nvPr>
            <p:ph idx="16" type="title"/>
          </p:nvPr>
        </p:nvSpPr>
        <p:spPr>
          <a:xfrm>
            <a:off x="3154650" y="1714588"/>
            <a:ext cx="592800" cy="368100"/>
          </a:xfrm>
          <a:prstGeom prst="rect">
            <a:avLst/>
          </a:prstGeom>
        </p:spPr>
        <p:txBody>
          <a:bodyPr anchorCtr="0" anchor="t" bIns="91425" lIns="0" spcFirstLastPara="1" rIns="91425" wrap="square" tIns="0">
            <a:noAutofit/>
          </a:bodyPr>
          <a:lstStyle>
            <a:lvl1pPr lvl="0">
              <a:spcBef>
                <a:spcPts val="0"/>
              </a:spcBef>
              <a:spcAft>
                <a:spcPts val="0"/>
              </a:spcAft>
              <a:buClr>
                <a:schemeClr val="dk1"/>
              </a:buClr>
              <a:buSzPts val="2400"/>
              <a:buFont typeface="Figtree"/>
              <a:buNone/>
              <a:defRPr sz="2400"/>
            </a:lvl1pPr>
            <a:lvl2pPr lvl="1">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2pPr>
            <a:lvl3pPr lvl="2">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3pPr>
            <a:lvl4pPr lvl="3">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4pPr>
            <a:lvl5pPr lvl="4">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5pPr>
            <a:lvl6pPr lvl="5">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6pPr>
            <a:lvl7pPr lvl="6">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7pPr>
            <a:lvl8pPr lvl="7">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8pPr>
            <a:lvl9pPr lvl="8">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9pPr>
          </a:lstStyle>
          <a:p/>
        </p:txBody>
      </p:sp>
      <p:sp>
        <p:nvSpPr>
          <p:cNvPr id="460" name="Google Shape;460;p43"/>
          <p:cNvSpPr txBox="1"/>
          <p:nvPr>
            <p:ph idx="17" type="title"/>
          </p:nvPr>
        </p:nvSpPr>
        <p:spPr>
          <a:xfrm>
            <a:off x="3154650" y="1269488"/>
            <a:ext cx="592800" cy="368100"/>
          </a:xfrm>
          <a:prstGeom prst="rect">
            <a:avLst/>
          </a:prstGeom>
        </p:spPr>
        <p:txBody>
          <a:bodyPr anchorCtr="0" anchor="t" bIns="91425" lIns="0" spcFirstLastPara="1" rIns="91425" wrap="square" tIns="0">
            <a:noAutofit/>
          </a:bodyPr>
          <a:lstStyle>
            <a:lvl1pPr lvl="0">
              <a:spcBef>
                <a:spcPts val="0"/>
              </a:spcBef>
              <a:spcAft>
                <a:spcPts val="0"/>
              </a:spcAft>
              <a:buClr>
                <a:schemeClr val="dk1"/>
              </a:buClr>
              <a:buSzPts val="2400"/>
              <a:buFont typeface="Figtree"/>
              <a:buNone/>
              <a:defRPr sz="2400"/>
            </a:lvl1pPr>
            <a:lvl2pPr lvl="1">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2pPr>
            <a:lvl3pPr lvl="2">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3pPr>
            <a:lvl4pPr lvl="3">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4pPr>
            <a:lvl5pPr lvl="4">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5pPr>
            <a:lvl6pPr lvl="5">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6pPr>
            <a:lvl7pPr lvl="6">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7pPr>
            <a:lvl8pPr lvl="7">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8pPr>
            <a:lvl9pPr lvl="8">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9pPr>
          </a:lstStyle>
          <a:p/>
        </p:txBody>
      </p:sp>
      <p:sp>
        <p:nvSpPr>
          <p:cNvPr id="461" name="Google Shape;461;p43"/>
          <p:cNvSpPr txBox="1"/>
          <p:nvPr>
            <p:ph idx="18" type="title"/>
          </p:nvPr>
        </p:nvSpPr>
        <p:spPr>
          <a:xfrm>
            <a:off x="228600" y="457200"/>
            <a:ext cx="5762400" cy="4647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 team - Alt 1">
  <p:cSld name="CUSTOM_2">
    <p:spTree>
      <p:nvGrpSpPr>
        <p:cNvPr id="462" name="Shape 462"/>
        <p:cNvGrpSpPr/>
        <p:nvPr/>
      </p:nvGrpSpPr>
      <p:grpSpPr>
        <a:xfrm>
          <a:off x="0" y="0"/>
          <a:ext cx="0" cy="0"/>
          <a:chOff x="0" y="0"/>
          <a:chExt cx="0" cy="0"/>
        </a:xfrm>
      </p:grpSpPr>
      <p:sp>
        <p:nvSpPr>
          <p:cNvPr id="463" name="Google Shape;463;p44"/>
          <p:cNvSpPr/>
          <p:nvPr>
            <p:ph idx="2" type="pic"/>
          </p:nvPr>
        </p:nvSpPr>
        <p:spPr>
          <a:xfrm>
            <a:off x="0" y="-9000"/>
            <a:ext cx="3054300" cy="3252900"/>
          </a:xfrm>
          <a:prstGeom prst="rect">
            <a:avLst/>
          </a:prstGeom>
          <a:noFill/>
          <a:ln>
            <a:noFill/>
          </a:ln>
        </p:spPr>
      </p:sp>
      <p:sp>
        <p:nvSpPr>
          <p:cNvPr id="464" name="Google Shape;464;p44"/>
          <p:cNvSpPr/>
          <p:nvPr>
            <p:ph idx="3" type="pic"/>
          </p:nvPr>
        </p:nvSpPr>
        <p:spPr>
          <a:xfrm>
            <a:off x="3044117" y="-9000"/>
            <a:ext cx="3054300" cy="3252900"/>
          </a:xfrm>
          <a:prstGeom prst="rect">
            <a:avLst/>
          </a:prstGeom>
          <a:noFill/>
          <a:ln>
            <a:noFill/>
          </a:ln>
        </p:spPr>
      </p:sp>
      <p:sp>
        <p:nvSpPr>
          <p:cNvPr id="465" name="Google Shape;465;p44"/>
          <p:cNvSpPr/>
          <p:nvPr>
            <p:ph idx="4" type="pic"/>
          </p:nvPr>
        </p:nvSpPr>
        <p:spPr>
          <a:xfrm>
            <a:off x="6088233" y="-9000"/>
            <a:ext cx="3054300" cy="3252900"/>
          </a:xfrm>
          <a:prstGeom prst="rect">
            <a:avLst/>
          </a:prstGeom>
          <a:noFill/>
          <a:ln>
            <a:noFill/>
          </a:ln>
        </p:spPr>
      </p:sp>
      <p:sp>
        <p:nvSpPr>
          <p:cNvPr id="466" name="Google Shape;466;p44"/>
          <p:cNvSpPr txBox="1"/>
          <p:nvPr>
            <p:ph type="title"/>
          </p:nvPr>
        </p:nvSpPr>
        <p:spPr>
          <a:xfrm>
            <a:off x="228675" y="3337800"/>
            <a:ext cx="2671800" cy="2133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200"/>
              <a:buFont typeface="Figtree"/>
              <a:buNone/>
              <a:defRPr sz="12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467" name="Google Shape;467;p44"/>
          <p:cNvSpPr txBox="1"/>
          <p:nvPr>
            <p:ph idx="5" type="title"/>
          </p:nvPr>
        </p:nvSpPr>
        <p:spPr>
          <a:xfrm>
            <a:off x="228675" y="3551100"/>
            <a:ext cx="2671800" cy="2133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200"/>
              <a:buFont typeface="Figtree"/>
              <a:buNone/>
              <a:defRPr sz="12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468" name="Google Shape;468;p44"/>
          <p:cNvSpPr txBox="1"/>
          <p:nvPr>
            <p:ph idx="1" type="body"/>
          </p:nvPr>
        </p:nvSpPr>
        <p:spPr>
          <a:xfrm>
            <a:off x="228675" y="4256750"/>
            <a:ext cx="2660100" cy="4269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469" name="Google Shape;469;p44"/>
          <p:cNvSpPr txBox="1"/>
          <p:nvPr>
            <p:ph idx="6" type="title"/>
          </p:nvPr>
        </p:nvSpPr>
        <p:spPr>
          <a:xfrm>
            <a:off x="3235367" y="3337800"/>
            <a:ext cx="2671800" cy="2133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200"/>
              <a:buFont typeface="Figtree"/>
              <a:buNone/>
              <a:defRPr sz="1200"/>
            </a:lvl1pPr>
            <a:lvl2pPr lvl="1">
              <a:spcBef>
                <a:spcPts val="0"/>
              </a:spcBef>
              <a:spcAft>
                <a:spcPts val="0"/>
              </a:spcAft>
              <a:buClr>
                <a:schemeClr val="dk1"/>
              </a:buClr>
              <a:buSzPts val="1200"/>
              <a:buFont typeface="Figtree"/>
              <a:buNone/>
              <a:defRPr sz="1200">
                <a:latin typeface="Figtree"/>
                <a:ea typeface="Figtree"/>
                <a:cs typeface="Figtree"/>
                <a:sym typeface="Figtree"/>
              </a:defRPr>
            </a:lvl2pPr>
            <a:lvl3pPr lvl="2">
              <a:spcBef>
                <a:spcPts val="0"/>
              </a:spcBef>
              <a:spcAft>
                <a:spcPts val="0"/>
              </a:spcAft>
              <a:buClr>
                <a:schemeClr val="dk1"/>
              </a:buClr>
              <a:buSzPts val="1200"/>
              <a:buFont typeface="Figtree"/>
              <a:buNone/>
              <a:defRPr sz="1200">
                <a:latin typeface="Figtree"/>
                <a:ea typeface="Figtree"/>
                <a:cs typeface="Figtree"/>
                <a:sym typeface="Figtree"/>
              </a:defRPr>
            </a:lvl3pPr>
            <a:lvl4pPr lvl="3">
              <a:spcBef>
                <a:spcPts val="0"/>
              </a:spcBef>
              <a:spcAft>
                <a:spcPts val="0"/>
              </a:spcAft>
              <a:buClr>
                <a:schemeClr val="dk1"/>
              </a:buClr>
              <a:buSzPts val="1200"/>
              <a:buFont typeface="Figtree"/>
              <a:buNone/>
              <a:defRPr sz="1200">
                <a:latin typeface="Figtree"/>
                <a:ea typeface="Figtree"/>
                <a:cs typeface="Figtree"/>
                <a:sym typeface="Figtree"/>
              </a:defRPr>
            </a:lvl4pPr>
            <a:lvl5pPr lvl="4">
              <a:spcBef>
                <a:spcPts val="0"/>
              </a:spcBef>
              <a:spcAft>
                <a:spcPts val="0"/>
              </a:spcAft>
              <a:buClr>
                <a:schemeClr val="dk1"/>
              </a:buClr>
              <a:buSzPts val="1200"/>
              <a:buFont typeface="Figtree"/>
              <a:buNone/>
              <a:defRPr sz="1200">
                <a:latin typeface="Figtree"/>
                <a:ea typeface="Figtree"/>
                <a:cs typeface="Figtree"/>
                <a:sym typeface="Figtree"/>
              </a:defRPr>
            </a:lvl5pPr>
            <a:lvl6pPr lvl="5">
              <a:spcBef>
                <a:spcPts val="0"/>
              </a:spcBef>
              <a:spcAft>
                <a:spcPts val="0"/>
              </a:spcAft>
              <a:buClr>
                <a:schemeClr val="dk1"/>
              </a:buClr>
              <a:buSzPts val="1200"/>
              <a:buFont typeface="Figtree"/>
              <a:buNone/>
              <a:defRPr sz="1200">
                <a:latin typeface="Figtree"/>
                <a:ea typeface="Figtree"/>
                <a:cs typeface="Figtree"/>
                <a:sym typeface="Figtree"/>
              </a:defRPr>
            </a:lvl6pPr>
            <a:lvl7pPr lvl="6">
              <a:spcBef>
                <a:spcPts val="0"/>
              </a:spcBef>
              <a:spcAft>
                <a:spcPts val="0"/>
              </a:spcAft>
              <a:buClr>
                <a:schemeClr val="dk1"/>
              </a:buClr>
              <a:buSzPts val="1200"/>
              <a:buFont typeface="Figtree"/>
              <a:buNone/>
              <a:defRPr sz="1200">
                <a:latin typeface="Figtree"/>
                <a:ea typeface="Figtree"/>
                <a:cs typeface="Figtree"/>
                <a:sym typeface="Figtree"/>
              </a:defRPr>
            </a:lvl7pPr>
            <a:lvl8pPr lvl="7">
              <a:spcBef>
                <a:spcPts val="0"/>
              </a:spcBef>
              <a:spcAft>
                <a:spcPts val="0"/>
              </a:spcAft>
              <a:buClr>
                <a:schemeClr val="dk1"/>
              </a:buClr>
              <a:buSzPts val="1200"/>
              <a:buFont typeface="Figtree"/>
              <a:buNone/>
              <a:defRPr sz="1200">
                <a:latin typeface="Figtree"/>
                <a:ea typeface="Figtree"/>
                <a:cs typeface="Figtree"/>
                <a:sym typeface="Figtree"/>
              </a:defRPr>
            </a:lvl8pPr>
            <a:lvl9pPr lvl="8">
              <a:spcBef>
                <a:spcPts val="0"/>
              </a:spcBef>
              <a:spcAft>
                <a:spcPts val="0"/>
              </a:spcAft>
              <a:buClr>
                <a:schemeClr val="dk1"/>
              </a:buClr>
              <a:buSzPts val="1200"/>
              <a:buFont typeface="Figtree"/>
              <a:buNone/>
              <a:defRPr sz="1200">
                <a:latin typeface="Figtree"/>
                <a:ea typeface="Figtree"/>
                <a:cs typeface="Figtree"/>
                <a:sym typeface="Figtree"/>
              </a:defRPr>
            </a:lvl9pPr>
          </a:lstStyle>
          <a:p/>
        </p:txBody>
      </p:sp>
      <p:sp>
        <p:nvSpPr>
          <p:cNvPr id="470" name="Google Shape;470;p44"/>
          <p:cNvSpPr txBox="1"/>
          <p:nvPr>
            <p:ph idx="7" type="title"/>
          </p:nvPr>
        </p:nvSpPr>
        <p:spPr>
          <a:xfrm>
            <a:off x="3235367" y="3551100"/>
            <a:ext cx="2671800" cy="2133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200"/>
              <a:buFont typeface="Figtree"/>
              <a:buNone/>
              <a:defRPr sz="12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471" name="Google Shape;471;p44"/>
          <p:cNvSpPr txBox="1"/>
          <p:nvPr>
            <p:ph idx="8" type="body"/>
          </p:nvPr>
        </p:nvSpPr>
        <p:spPr>
          <a:xfrm>
            <a:off x="3241214" y="4256750"/>
            <a:ext cx="2660100" cy="4269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472" name="Google Shape;472;p44"/>
          <p:cNvSpPr txBox="1"/>
          <p:nvPr>
            <p:ph idx="9" type="title"/>
          </p:nvPr>
        </p:nvSpPr>
        <p:spPr>
          <a:xfrm>
            <a:off x="6279483" y="3337800"/>
            <a:ext cx="2671800" cy="2133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200"/>
              <a:buFont typeface="Figtree"/>
              <a:buNone/>
              <a:defRPr sz="12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473" name="Google Shape;473;p44"/>
          <p:cNvSpPr txBox="1"/>
          <p:nvPr>
            <p:ph idx="13" type="title"/>
          </p:nvPr>
        </p:nvSpPr>
        <p:spPr>
          <a:xfrm>
            <a:off x="6279483" y="3551100"/>
            <a:ext cx="2671800" cy="2133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200"/>
              <a:buFont typeface="Figtree"/>
              <a:buNone/>
              <a:defRPr sz="12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474" name="Google Shape;474;p44"/>
          <p:cNvSpPr txBox="1"/>
          <p:nvPr>
            <p:ph idx="14" type="body"/>
          </p:nvPr>
        </p:nvSpPr>
        <p:spPr>
          <a:xfrm>
            <a:off x="6285328" y="4256750"/>
            <a:ext cx="2660100" cy="4269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 team - Alt 2">
  <p:cSld name="CUSTOM_11">
    <p:spTree>
      <p:nvGrpSpPr>
        <p:cNvPr id="475" name="Shape 475"/>
        <p:cNvGrpSpPr/>
        <p:nvPr/>
      </p:nvGrpSpPr>
      <p:grpSpPr>
        <a:xfrm>
          <a:off x="0" y="0"/>
          <a:ext cx="0" cy="0"/>
          <a:chOff x="0" y="0"/>
          <a:chExt cx="0" cy="0"/>
        </a:xfrm>
      </p:grpSpPr>
      <p:sp>
        <p:nvSpPr>
          <p:cNvPr id="476" name="Google Shape;476;p45"/>
          <p:cNvSpPr/>
          <p:nvPr/>
        </p:nvSpPr>
        <p:spPr>
          <a:xfrm rot="-2700000">
            <a:off x="1338758" y="-3230594"/>
            <a:ext cx="6464087" cy="6464087"/>
          </a:xfrm>
          <a:prstGeom prst="rtTriangle">
            <a:avLst/>
          </a:prstGeom>
          <a:gradFill>
            <a:gsLst>
              <a:gs pos="0">
                <a:schemeClr val="accent5"/>
              </a:gs>
              <a:gs pos="72000">
                <a:schemeClr val="l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Jost"/>
              <a:ea typeface="Jost"/>
              <a:cs typeface="Jost"/>
              <a:sym typeface="Jost"/>
            </a:endParaRPr>
          </a:p>
        </p:txBody>
      </p:sp>
      <p:sp>
        <p:nvSpPr>
          <p:cNvPr id="477" name="Google Shape;477;p45"/>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478" name="Google Shape;478;p45"/>
          <p:cNvSpPr txBox="1"/>
          <p:nvPr>
            <p:ph idx="2"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479" name="Google Shape;479;p45"/>
          <p:cNvSpPr txBox="1"/>
          <p:nvPr>
            <p:ph idx="3" type="title"/>
          </p:nvPr>
        </p:nvSpPr>
        <p:spPr>
          <a:xfrm>
            <a:off x="228600" y="457200"/>
            <a:ext cx="6282300" cy="4647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
        <p:nvSpPr>
          <p:cNvPr id="480" name="Google Shape;480;p45"/>
          <p:cNvSpPr txBox="1"/>
          <p:nvPr>
            <p:ph idx="4" type="title"/>
          </p:nvPr>
        </p:nvSpPr>
        <p:spPr>
          <a:xfrm>
            <a:off x="339875" y="3589925"/>
            <a:ext cx="1225200" cy="172200"/>
          </a:xfrm>
          <a:prstGeom prst="rect">
            <a:avLst/>
          </a:prstGeom>
        </p:spPr>
        <p:txBody>
          <a:bodyPr anchorCtr="0" anchor="t" bIns="91425" lIns="0" spcFirstLastPara="1" rIns="91425" wrap="square" tIns="0">
            <a:noAutofit/>
          </a:bodyPr>
          <a:lstStyle>
            <a:lvl1pPr lvl="0">
              <a:spcBef>
                <a:spcPts val="0"/>
              </a:spcBef>
              <a:spcAft>
                <a:spcPts val="0"/>
              </a:spcAft>
              <a:buNone/>
              <a:defRPr sz="10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481" name="Google Shape;481;p45"/>
          <p:cNvSpPr txBox="1"/>
          <p:nvPr>
            <p:ph idx="5" type="title"/>
          </p:nvPr>
        </p:nvSpPr>
        <p:spPr>
          <a:xfrm>
            <a:off x="339875" y="4026125"/>
            <a:ext cx="1225200" cy="207600"/>
          </a:xfrm>
          <a:prstGeom prst="rect">
            <a:avLst/>
          </a:prstGeom>
        </p:spPr>
        <p:txBody>
          <a:bodyPr anchorCtr="0" anchor="t" bIns="91425" lIns="0" spcFirstLastPara="1" rIns="91425" wrap="square" tIns="0">
            <a:noAutofit/>
          </a:bodyPr>
          <a:lstStyle>
            <a:lvl1pPr lvl="0">
              <a:spcBef>
                <a:spcPts val="0"/>
              </a:spcBef>
              <a:spcAft>
                <a:spcPts val="0"/>
              </a:spcAft>
              <a:buNone/>
              <a:defRPr sz="900">
                <a:latin typeface="Jost"/>
                <a:ea typeface="Jost"/>
                <a:cs typeface="Jost"/>
                <a:sym typeface="Jost"/>
              </a:defRPr>
            </a:lvl1pPr>
            <a:lvl2pPr lvl="1">
              <a:spcBef>
                <a:spcPts val="0"/>
              </a:spcBef>
              <a:spcAft>
                <a:spcPts val="0"/>
              </a:spcAft>
              <a:buClr>
                <a:schemeClr val="dk1"/>
              </a:buClr>
              <a:buSzPts val="1200"/>
              <a:buFont typeface="Jost"/>
              <a:buNone/>
              <a:defRPr sz="1200">
                <a:solidFill>
                  <a:schemeClr val="dk1"/>
                </a:solidFill>
                <a:latin typeface="Jost"/>
                <a:ea typeface="Jost"/>
                <a:cs typeface="Jost"/>
                <a:sym typeface="Jost"/>
              </a:defRPr>
            </a:lvl2pPr>
            <a:lvl3pPr lvl="2">
              <a:spcBef>
                <a:spcPts val="0"/>
              </a:spcBef>
              <a:spcAft>
                <a:spcPts val="0"/>
              </a:spcAft>
              <a:buClr>
                <a:schemeClr val="dk1"/>
              </a:buClr>
              <a:buSzPts val="1200"/>
              <a:buFont typeface="Jost"/>
              <a:buNone/>
              <a:defRPr sz="1200">
                <a:solidFill>
                  <a:schemeClr val="dk1"/>
                </a:solidFill>
                <a:latin typeface="Jost"/>
                <a:ea typeface="Jost"/>
                <a:cs typeface="Jost"/>
                <a:sym typeface="Jost"/>
              </a:defRPr>
            </a:lvl3pPr>
            <a:lvl4pPr lvl="3">
              <a:spcBef>
                <a:spcPts val="0"/>
              </a:spcBef>
              <a:spcAft>
                <a:spcPts val="0"/>
              </a:spcAft>
              <a:buClr>
                <a:schemeClr val="dk1"/>
              </a:buClr>
              <a:buSzPts val="1200"/>
              <a:buFont typeface="Jost"/>
              <a:buNone/>
              <a:defRPr sz="1200">
                <a:solidFill>
                  <a:schemeClr val="dk1"/>
                </a:solidFill>
                <a:latin typeface="Jost"/>
                <a:ea typeface="Jost"/>
                <a:cs typeface="Jost"/>
                <a:sym typeface="Jost"/>
              </a:defRPr>
            </a:lvl4pPr>
            <a:lvl5pPr lvl="4">
              <a:spcBef>
                <a:spcPts val="0"/>
              </a:spcBef>
              <a:spcAft>
                <a:spcPts val="0"/>
              </a:spcAft>
              <a:buClr>
                <a:schemeClr val="dk1"/>
              </a:buClr>
              <a:buSzPts val="1200"/>
              <a:buFont typeface="Jost"/>
              <a:buNone/>
              <a:defRPr sz="1200">
                <a:solidFill>
                  <a:schemeClr val="dk1"/>
                </a:solidFill>
                <a:latin typeface="Jost"/>
                <a:ea typeface="Jost"/>
                <a:cs typeface="Jost"/>
                <a:sym typeface="Jost"/>
              </a:defRPr>
            </a:lvl5pPr>
            <a:lvl6pPr lvl="5">
              <a:spcBef>
                <a:spcPts val="0"/>
              </a:spcBef>
              <a:spcAft>
                <a:spcPts val="0"/>
              </a:spcAft>
              <a:buClr>
                <a:schemeClr val="dk1"/>
              </a:buClr>
              <a:buSzPts val="1200"/>
              <a:buFont typeface="Jost"/>
              <a:buNone/>
              <a:defRPr sz="1200">
                <a:solidFill>
                  <a:schemeClr val="dk1"/>
                </a:solidFill>
                <a:latin typeface="Jost"/>
                <a:ea typeface="Jost"/>
                <a:cs typeface="Jost"/>
                <a:sym typeface="Jost"/>
              </a:defRPr>
            </a:lvl6pPr>
            <a:lvl7pPr lvl="6">
              <a:spcBef>
                <a:spcPts val="0"/>
              </a:spcBef>
              <a:spcAft>
                <a:spcPts val="0"/>
              </a:spcAft>
              <a:buClr>
                <a:schemeClr val="dk1"/>
              </a:buClr>
              <a:buSzPts val="1200"/>
              <a:buFont typeface="Jost"/>
              <a:buNone/>
              <a:defRPr sz="1200">
                <a:solidFill>
                  <a:schemeClr val="dk1"/>
                </a:solidFill>
                <a:latin typeface="Jost"/>
                <a:ea typeface="Jost"/>
                <a:cs typeface="Jost"/>
                <a:sym typeface="Jost"/>
              </a:defRPr>
            </a:lvl7pPr>
            <a:lvl8pPr lvl="7">
              <a:spcBef>
                <a:spcPts val="0"/>
              </a:spcBef>
              <a:spcAft>
                <a:spcPts val="0"/>
              </a:spcAft>
              <a:buClr>
                <a:schemeClr val="dk1"/>
              </a:buClr>
              <a:buSzPts val="1200"/>
              <a:buFont typeface="Jost"/>
              <a:buNone/>
              <a:defRPr sz="1200">
                <a:solidFill>
                  <a:schemeClr val="dk1"/>
                </a:solidFill>
                <a:latin typeface="Jost"/>
                <a:ea typeface="Jost"/>
                <a:cs typeface="Jost"/>
                <a:sym typeface="Jost"/>
              </a:defRPr>
            </a:lvl8pPr>
            <a:lvl9pPr lvl="8">
              <a:spcBef>
                <a:spcPts val="0"/>
              </a:spcBef>
              <a:spcAft>
                <a:spcPts val="0"/>
              </a:spcAft>
              <a:buClr>
                <a:schemeClr val="dk1"/>
              </a:buClr>
              <a:buSzPts val="1200"/>
              <a:buFont typeface="Jost"/>
              <a:buNone/>
              <a:defRPr sz="1200">
                <a:solidFill>
                  <a:schemeClr val="dk1"/>
                </a:solidFill>
                <a:latin typeface="Jost"/>
                <a:ea typeface="Jost"/>
                <a:cs typeface="Jost"/>
                <a:sym typeface="Jost"/>
              </a:defRPr>
            </a:lvl9pPr>
          </a:lstStyle>
          <a:p/>
        </p:txBody>
      </p:sp>
      <p:sp>
        <p:nvSpPr>
          <p:cNvPr id="482" name="Google Shape;482;p45"/>
          <p:cNvSpPr txBox="1"/>
          <p:nvPr>
            <p:ph idx="6" type="title"/>
          </p:nvPr>
        </p:nvSpPr>
        <p:spPr>
          <a:xfrm>
            <a:off x="1807977" y="3589925"/>
            <a:ext cx="1225200" cy="172200"/>
          </a:xfrm>
          <a:prstGeom prst="rect">
            <a:avLst/>
          </a:prstGeom>
        </p:spPr>
        <p:txBody>
          <a:bodyPr anchorCtr="0" anchor="t" bIns="91425" lIns="0" spcFirstLastPara="1" rIns="91425" wrap="square" tIns="0">
            <a:noAutofit/>
          </a:bodyPr>
          <a:lstStyle>
            <a:lvl1pPr lvl="0">
              <a:spcBef>
                <a:spcPts val="0"/>
              </a:spcBef>
              <a:spcAft>
                <a:spcPts val="0"/>
              </a:spcAft>
              <a:buNone/>
              <a:defRPr sz="10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483" name="Google Shape;483;p45"/>
          <p:cNvSpPr txBox="1"/>
          <p:nvPr>
            <p:ph idx="7" type="title"/>
          </p:nvPr>
        </p:nvSpPr>
        <p:spPr>
          <a:xfrm>
            <a:off x="1807977" y="4026125"/>
            <a:ext cx="1225200" cy="207600"/>
          </a:xfrm>
          <a:prstGeom prst="rect">
            <a:avLst/>
          </a:prstGeom>
        </p:spPr>
        <p:txBody>
          <a:bodyPr anchorCtr="0" anchor="t" bIns="91425" lIns="0" spcFirstLastPara="1" rIns="91425" wrap="square" tIns="0">
            <a:noAutofit/>
          </a:bodyPr>
          <a:lstStyle>
            <a:lvl1pPr lvl="0">
              <a:spcBef>
                <a:spcPts val="0"/>
              </a:spcBef>
              <a:spcAft>
                <a:spcPts val="0"/>
              </a:spcAft>
              <a:buNone/>
              <a:defRPr sz="900">
                <a:latin typeface="Jost"/>
                <a:ea typeface="Jost"/>
                <a:cs typeface="Jost"/>
                <a:sym typeface="Jost"/>
              </a:defRPr>
            </a:lvl1pPr>
            <a:lvl2pPr lvl="1">
              <a:spcBef>
                <a:spcPts val="0"/>
              </a:spcBef>
              <a:spcAft>
                <a:spcPts val="0"/>
              </a:spcAft>
              <a:buSzPts val="1200"/>
              <a:buFont typeface="Jost"/>
              <a:buNone/>
              <a:defRPr sz="1200">
                <a:latin typeface="Jost"/>
                <a:ea typeface="Jost"/>
                <a:cs typeface="Jost"/>
                <a:sym typeface="Jost"/>
              </a:defRPr>
            </a:lvl2pPr>
            <a:lvl3pPr lvl="2">
              <a:spcBef>
                <a:spcPts val="0"/>
              </a:spcBef>
              <a:spcAft>
                <a:spcPts val="0"/>
              </a:spcAft>
              <a:buSzPts val="1200"/>
              <a:buFont typeface="Jost"/>
              <a:buNone/>
              <a:defRPr sz="1200">
                <a:latin typeface="Jost"/>
                <a:ea typeface="Jost"/>
                <a:cs typeface="Jost"/>
                <a:sym typeface="Jost"/>
              </a:defRPr>
            </a:lvl3pPr>
            <a:lvl4pPr lvl="3">
              <a:spcBef>
                <a:spcPts val="0"/>
              </a:spcBef>
              <a:spcAft>
                <a:spcPts val="0"/>
              </a:spcAft>
              <a:buSzPts val="1200"/>
              <a:buFont typeface="Jost"/>
              <a:buNone/>
              <a:defRPr sz="1200">
                <a:latin typeface="Jost"/>
                <a:ea typeface="Jost"/>
                <a:cs typeface="Jost"/>
                <a:sym typeface="Jost"/>
              </a:defRPr>
            </a:lvl4pPr>
            <a:lvl5pPr lvl="4">
              <a:spcBef>
                <a:spcPts val="0"/>
              </a:spcBef>
              <a:spcAft>
                <a:spcPts val="0"/>
              </a:spcAft>
              <a:buSzPts val="1200"/>
              <a:buFont typeface="Jost"/>
              <a:buNone/>
              <a:defRPr sz="1200">
                <a:latin typeface="Jost"/>
                <a:ea typeface="Jost"/>
                <a:cs typeface="Jost"/>
                <a:sym typeface="Jost"/>
              </a:defRPr>
            </a:lvl5pPr>
            <a:lvl6pPr lvl="5">
              <a:spcBef>
                <a:spcPts val="0"/>
              </a:spcBef>
              <a:spcAft>
                <a:spcPts val="0"/>
              </a:spcAft>
              <a:buSzPts val="1200"/>
              <a:buFont typeface="Jost"/>
              <a:buNone/>
              <a:defRPr sz="1200">
                <a:latin typeface="Jost"/>
                <a:ea typeface="Jost"/>
                <a:cs typeface="Jost"/>
                <a:sym typeface="Jost"/>
              </a:defRPr>
            </a:lvl6pPr>
            <a:lvl7pPr lvl="6">
              <a:spcBef>
                <a:spcPts val="0"/>
              </a:spcBef>
              <a:spcAft>
                <a:spcPts val="0"/>
              </a:spcAft>
              <a:buSzPts val="1200"/>
              <a:buFont typeface="Jost"/>
              <a:buNone/>
              <a:defRPr sz="1200">
                <a:latin typeface="Jost"/>
                <a:ea typeface="Jost"/>
                <a:cs typeface="Jost"/>
                <a:sym typeface="Jost"/>
              </a:defRPr>
            </a:lvl7pPr>
            <a:lvl8pPr lvl="7">
              <a:spcBef>
                <a:spcPts val="0"/>
              </a:spcBef>
              <a:spcAft>
                <a:spcPts val="0"/>
              </a:spcAft>
              <a:buSzPts val="1200"/>
              <a:buFont typeface="Jost"/>
              <a:buNone/>
              <a:defRPr sz="1200">
                <a:latin typeface="Jost"/>
                <a:ea typeface="Jost"/>
                <a:cs typeface="Jost"/>
                <a:sym typeface="Jost"/>
              </a:defRPr>
            </a:lvl8pPr>
            <a:lvl9pPr lvl="8">
              <a:spcBef>
                <a:spcPts val="0"/>
              </a:spcBef>
              <a:spcAft>
                <a:spcPts val="0"/>
              </a:spcAft>
              <a:buSzPts val="1200"/>
              <a:buFont typeface="Jost"/>
              <a:buNone/>
              <a:defRPr sz="1200">
                <a:latin typeface="Jost"/>
                <a:ea typeface="Jost"/>
                <a:cs typeface="Jost"/>
                <a:sym typeface="Jost"/>
              </a:defRPr>
            </a:lvl9pPr>
          </a:lstStyle>
          <a:p/>
        </p:txBody>
      </p:sp>
      <p:sp>
        <p:nvSpPr>
          <p:cNvPr id="484" name="Google Shape;484;p45"/>
          <p:cNvSpPr txBox="1"/>
          <p:nvPr>
            <p:ph idx="8" type="title"/>
          </p:nvPr>
        </p:nvSpPr>
        <p:spPr>
          <a:xfrm>
            <a:off x="3275545" y="3589925"/>
            <a:ext cx="1225200" cy="172200"/>
          </a:xfrm>
          <a:prstGeom prst="rect">
            <a:avLst/>
          </a:prstGeom>
        </p:spPr>
        <p:txBody>
          <a:bodyPr anchorCtr="0" anchor="t" bIns="91425" lIns="0" spcFirstLastPara="1" rIns="91425" wrap="square" tIns="0">
            <a:noAutofit/>
          </a:bodyPr>
          <a:lstStyle>
            <a:lvl1pPr lvl="0">
              <a:spcBef>
                <a:spcPts val="0"/>
              </a:spcBef>
              <a:spcAft>
                <a:spcPts val="0"/>
              </a:spcAft>
              <a:buNone/>
              <a:defRPr sz="10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485" name="Google Shape;485;p45"/>
          <p:cNvSpPr txBox="1"/>
          <p:nvPr>
            <p:ph idx="9" type="title"/>
          </p:nvPr>
        </p:nvSpPr>
        <p:spPr>
          <a:xfrm>
            <a:off x="3275545" y="4026125"/>
            <a:ext cx="1225200" cy="207600"/>
          </a:xfrm>
          <a:prstGeom prst="rect">
            <a:avLst/>
          </a:prstGeom>
        </p:spPr>
        <p:txBody>
          <a:bodyPr anchorCtr="0" anchor="t" bIns="91425" lIns="0" spcFirstLastPara="1" rIns="91425" wrap="square" tIns="0">
            <a:noAutofit/>
          </a:bodyPr>
          <a:lstStyle>
            <a:lvl1pPr lvl="0">
              <a:spcBef>
                <a:spcPts val="0"/>
              </a:spcBef>
              <a:spcAft>
                <a:spcPts val="0"/>
              </a:spcAft>
              <a:buNone/>
              <a:defRPr sz="900">
                <a:latin typeface="Jost"/>
                <a:ea typeface="Jost"/>
                <a:cs typeface="Jost"/>
                <a:sym typeface="Jost"/>
              </a:defRPr>
            </a:lvl1pPr>
            <a:lvl2pPr lvl="1">
              <a:spcBef>
                <a:spcPts val="0"/>
              </a:spcBef>
              <a:spcAft>
                <a:spcPts val="0"/>
              </a:spcAft>
              <a:buClr>
                <a:schemeClr val="dk1"/>
              </a:buClr>
              <a:buSzPts val="1200"/>
              <a:buFont typeface="Jost"/>
              <a:buNone/>
              <a:defRPr sz="1200">
                <a:solidFill>
                  <a:schemeClr val="dk1"/>
                </a:solidFill>
                <a:latin typeface="Jost"/>
                <a:ea typeface="Jost"/>
                <a:cs typeface="Jost"/>
                <a:sym typeface="Jost"/>
              </a:defRPr>
            </a:lvl2pPr>
            <a:lvl3pPr lvl="2">
              <a:spcBef>
                <a:spcPts val="0"/>
              </a:spcBef>
              <a:spcAft>
                <a:spcPts val="0"/>
              </a:spcAft>
              <a:buClr>
                <a:schemeClr val="dk1"/>
              </a:buClr>
              <a:buSzPts val="1200"/>
              <a:buFont typeface="Jost"/>
              <a:buNone/>
              <a:defRPr sz="1200">
                <a:solidFill>
                  <a:schemeClr val="dk1"/>
                </a:solidFill>
                <a:latin typeface="Jost"/>
                <a:ea typeface="Jost"/>
                <a:cs typeface="Jost"/>
                <a:sym typeface="Jost"/>
              </a:defRPr>
            </a:lvl3pPr>
            <a:lvl4pPr lvl="3">
              <a:spcBef>
                <a:spcPts val="0"/>
              </a:spcBef>
              <a:spcAft>
                <a:spcPts val="0"/>
              </a:spcAft>
              <a:buClr>
                <a:schemeClr val="dk1"/>
              </a:buClr>
              <a:buSzPts val="1200"/>
              <a:buFont typeface="Jost"/>
              <a:buNone/>
              <a:defRPr sz="1200">
                <a:solidFill>
                  <a:schemeClr val="dk1"/>
                </a:solidFill>
                <a:latin typeface="Jost"/>
                <a:ea typeface="Jost"/>
                <a:cs typeface="Jost"/>
                <a:sym typeface="Jost"/>
              </a:defRPr>
            </a:lvl4pPr>
            <a:lvl5pPr lvl="4">
              <a:spcBef>
                <a:spcPts val="0"/>
              </a:spcBef>
              <a:spcAft>
                <a:spcPts val="0"/>
              </a:spcAft>
              <a:buClr>
                <a:schemeClr val="dk1"/>
              </a:buClr>
              <a:buSzPts val="1200"/>
              <a:buFont typeface="Jost"/>
              <a:buNone/>
              <a:defRPr sz="1200">
                <a:solidFill>
                  <a:schemeClr val="dk1"/>
                </a:solidFill>
                <a:latin typeface="Jost"/>
                <a:ea typeface="Jost"/>
                <a:cs typeface="Jost"/>
                <a:sym typeface="Jost"/>
              </a:defRPr>
            </a:lvl5pPr>
            <a:lvl6pPr lvl="5">
              <a:spcBef>
                <a:spcPts val="0"/>
              </a:spcBef>
              <a:spcAft>
                <a:spcPts val="0"/>
              </a:spcAft>
              <a:buClr>
                <a:schemeClr val="dk1"/>
              </a:buClr>
              <a:buSzPts val="1200"/>
              <a:buFont typeface="Jost"/>
              <a:buNone/>
              <a:defRPr sz="1200">
                <a:solidFill>
                  <a:schemeClr val="dk1"/>
                </a:solidFill>
                <a:latin typeface="Jost"/>
                <a:ea typeface="Jost"/>
                <a:cs typeface="Jost"/>
                <a:sym typeface="Jost"/>
              </a:defRPr>
            </a:lvl6pPr>
            <a:lvl7pPr lvl="6">
              <a:spcBef>
                <a:spcPts val="0"/>
              </a:spcBef>
              <a:spcAft>
                <a:spcPts val="0"/>
              </a:spcAft>
              <a:buClr>
                <a:schemeClr val="dk1"/>
              </a:buClr>
              <a:buSzPts val="1200"/>
              <a:buFont typeface="Jost"/>
              <a:buNone/>
              <a:defRPr sz="1200">
                <a:solidFill>
                  <a:schemeClr val="dk1"/>
                </a:solidFill>
                <a:latin typeface="Jost"/>
                <a:ea typeface="Jost"/>
                <a:cs typeface="Jost"/>
                <a:sym typeface="Jost"/>
              </a:defRPr>
            </a:lvl7pPr>
            <a:lvl8pPr lvl="7">
              <a:spcBef>
                <a:spcPts val="0"/>
              </a:spcBef>
              <a:spcAft>
                <a:spcPts val="0"/>
              </a:spcAft>
              <a:buClr>
                <a:schemeClr val="dk1"/>
              </a:buClr>
              <a:buSzPts val="1200"/>
              <a:buFont typeface="Jost"/>
              <a:buNone/>
              <a:defRPr sz="1200">
                <a:solidFill>
                  <a:schemeClr val="dk1"/>
                </a:solidFill>
                <a:latin typeface="Jost"/>
                <a:ea typeface="Jost"/>
                <a:cs typeface="Jost"/>
                <a:sym typeface="Jost"/>
              </a:defRPr>
            </a:lvl8pPr>
            <a:lvl9pPr lvl="8">
              <a:spcBef>
                <a:spcPts val="0"/>
              </a:spcBef>
              <a:spcAft>
                <a:spcPts val="0"/>
              </a:spcAft>
              <a:buClr>
                <a:schemeClr val="dk1"/>
              </a:buClr>
              <a:buSzPts val="1200"/>
              <a:buFont typeface="Jost"/>
              <a:buNone/>
              <a:defRPr sz="1200">
                <a:solidFill>
                  <a:schemeClr val="dk1"/>
                </a:solidFill>
                <a:latin typeface="Jost"/>
                <a:ea typeface="Jost"/>
                <a:cs typeface="Jost"/>
                <a:sym typeface="Jost"/>
              </a:defRPr>
            </a:lvl9pPr>
          </a:lstStyle>
          <a:p/>
        </p:txBody>
      </p:sp>
      <p:sp>
        <p:nvSpPr>
          <p:cNvPr id="486" name="Google Shape;486;p45"/>
          <p:cNvSpPr txBox="1"/>
          <p:nvPr>
            <p:ph idx="13" type="title"/>
          </p:nvPr>
        </p:nvSpPr>
        <p:spPr>
          <a:xfrm>
            <a:off x="4743373" y="3589925"/>
            <a:ext cx="1225200" cy="172200"/>
          </a:xfrm>
          <a:prstGeom prst="rect">
            <a:avLst/>
          </a:prstGeom>
        </p:spPr>
        <p:txBody>
          <a:bodyPr anchorCtr="0" anchor="t" bIns="91425" lIns="0" spcFirstLastPara="1" rIns="91425" wrap="square" tIns="0">
            <a:noAutofit/>
          </a:bodyPr>
          <a:lstStyle>
            <a:lvl1pPr lvl="0">
              <a:spcBef>
                <a:spcPts val="0"/>
              </a:spcBef>
              <a:spcAft>
                <a:spcPts val="0"/>
              </a:spcAft>
              <a:buNone/>
              <a:defRPr sz="10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487" name="Google Shape;487;p45"/>
          <p:cNvSpPr txBox="1"/>
          <p:nvPr>
            <p:ph idx="14" type="title"/>
          </p:nvPr>
        </p:nvSpPr>
        <p:spPr>
          <a:xfrm>
            <a:off x="4743373" y="4026125"/>
            <a:ext cx="1225200" cy="207600"/>
          </a:xfrm>
          <a:prstGeom prst="rect">
            <a:avLst/>
          </a:prstGeom>
        </p:spPr>
        <p:txBody>
          <a:bodyPr anchorCtr="0" anchor="t" bIns="91425" lIns="0" spcFirstLastPara="1" rIns="91425" wrap="square" tIns="0">
            <a:noAutofit/>
          </a:bodyPr>
          <a:lstStyle>
            <a:lvl1pPr lvl="0">
              <a:spcBef>
                <a:spcPts val="0"/>
              </a:spcBef>
              <a:spcAft>
                <a:spcPts val="0"/>
              </a:spcAft>
              <a:buNone/>
              <a:defRPr sz="900">
                <a:latin typeface="Jost"/>
                <a:ea typeface="Jost"/>
                <a:cs typeface="Jost"/>
                <a:sym typeface="Jost"/>
              </a:defRPr>
            </a:lvl1pPr>
            <a:lvl2pPr lvl="1">
              <a:spcBef>
                <a:spcPts val="0"/>
              </a:spcBef>
              <a:spcAft>
                <a:spcPts val="0"/>
              </a:spcAft>
              <a:buClr>
                <a:schemeClr val="dk1"/>
              </a:buClr>
              <a:buSzPts val="1200"/>
              <a:buFont typeface="Jost"/>
              <a:buNone/>
              <a:defRPr sz="1200">
                <a:solidFill>
                  <a:schemeClr val="dk1"/>
                </a:solidFill>
                <a:latin typeface="Jost"/>
                <a:ea typeface="Jost"/>
                <a:cs typeface="Jost"/>
                <a:sym typeface="Jost"/>
              </a:defRPr>
            </a:lvl2pPr>
            <a:lvl3pPr lvl="2">
              <a:spcBef>
                <a:spcPts val="0"/>
              </a:spcBef>
              <a:spcAft>
                <a:spcPts val="0"/>
              </a:spcAft>
              <a:buClr>
                <a:schemeClr val="dk1"/>
              </a:buClr>
              <a:buSzPts val="1200"/>
              <a:buFont typeface="Jost"/>
              <a:buNone/>
              <a:defRPr sz="1200">
                <a:solidFill>
                  <a:schemeClr val="dk1"/>
                </a:solidFill>
                <a:latin typeface="Jost"/>
                <a:ea typeface="Jost"/>
                <a:cs typeface="Jost"/>
                <a:sym typeface="Jost"/>
              </a:defRPr>
            </a:lvl3pPr>
            <a:lvl4pPr lvl="3">
              <a:spcBef>
                <a:spcPts val="0"/>
              </a:spcBef>
              <a:spcAft>
                <a:spcPts val="0"/>
              </a:spcAft>
              <a:buClr>
                <a:schemeClr val="dk1"/>
              </a:buClr>
              <a:buSzPts val="1200"/>
              <a:buFont typeface="Jost"/>
              <a:buNone/>
              <a:defRPr sz="1200">
                <a:solidFill>
                  <a:schemeClr val="dk1"/>
                </a:solidFill>
                <a:latin typeface="Jost"/>
                <a:ea typeface="Jost"/>
                <a:cs typeface="Jost"/>
                <a:sym typeface="Jost"/>
              </a:defRPr>
            </a:lvl4pPr>
            <a:lvl5pPr lvl="4">
              <a:spcBef>
                <a:spcPts val="0"/>
              </a:spcBef>
              <a:spcAft>
                <a:spcPts val="0"/>
              </a:spcAft>
              <a:buClr>
                <a:schemeClr val="dk1"/>
              </a:buClr>
              <a:buSzPts val="1200"/>
              <a:buFont typeface="Jost"/>
              <a:buNone/>
              <a:defRPr sz="1200">
                <a:solidFill>
                  <a:schemeClr val="dk1"/>
                </a:solidFill>
                <a:latin typeface="Jost"/>
                <a:ea typeface="Jost"/>
                <a:cs typeface="Jost"/>
                <a:sym typeface="Jost"/>
              </a:defRPr>
            </a:lvl5pPr>
            <a:lvl6pPr lvl="5">
              <a:spcBef>
                <a:spcPts val="0"/>
              </a:spcBef>
              <a:spcAft>
                <a:spcPts val="0"/>
              </a:spcAft>
              <a:buClr>
                <a:schemeClr val="dk1"/>
              </a:buClr>
              <a:buSzPts val="1200"/>
              <a:buFont typeface="Jost"/>
              <a:buNone/>
              <a:defRPr sz="1200">
                <a:solidFill>
                  <a:schemeClr val="dk1"/>
                </a:solidFill>
                <a:latin typeface="Jost"/>
                <a:ea typeface="Jost"/>
                <a:cs typeface="Jost"/>
                <a:sym typeface="Jost"/>
              </a:defRPr>
            </a:lvl6pPr>
            <a:lvl7pPr lvl="6">
              <a:spcBef>
                <a:spcPts val="0"/>
              </a:spcBef>
              <a:spcAft>
                <a:spcPts val="0"/>
              </a:spcAft>
              <a:buClr>
                <a:schemeClr val="dk1"/>
              </a:buClr>
              <a:buSzPts val="1200"/>
              <a:buFont typeface="Jost"/>
              <a:buNone/>
              <a:defRPr sz="1200">
                <a:solidFill>
                  <a:schemeClr val="dk1"/>
                </a:solidFill>
                <a:latin typeface="Jost"/>
                <a:ea typeface="Jost"/>
                <a:cs typeface="Jost"/>
                <a:sym typeface="Jost"/>
              </a:defRPr>
            </a:lvl7pPr>
            <a:lvl8pPr lvl="7">
              <a:spcBef>
                <a:spcPts val="0"/>
              </a:spcBef>
              <a:spcAft>
                <a:spcPts val="0"/>
              </a:spcAft>
              <a:buClr>
                <a:schemeClr val="dk1"/>
              </a:buClr>
              <a:buSzPts val="1200"/>
              <a:buFont typeface="Jost"/>
              <a:buNone/>
              <a:defRPr sz="1200">
                <a:solidFill>
                  <a:schemeClr val="dk1"/>
                </a:solidFill>
                <a:latin typeface="Jost"/>
                <a:ea typeface="Jost"/>
                <a:cs typeface="Jost"/>
                <a:sym typeface="Jost"/>
              </a:defRPr>
            </a:lvl8pPr>
            <a:lvl9pPr lvl="8">
              <a:spcBef>
                <a:spcPts val="0"/>
              </a:spcBef>
              <a:spcAft>
                <a:spcPts val="0"/>
              </a:spcAft>
              <a:buClr>
                <a:schemeClr val="dk1"/>
              </a:buClr>
              <a:buSzPts val="1200"/>
              <a:buFont typeface="Jost"/>
              <a:buNone/>
              <a:defRPr sz="1200">
                <a:solidFill>
                  <a:schemeClr val="dk1"/>
                </a:solidFill>
                <a:latin typeface="Jost"/>
                <a:ea typeface="Jost"/>
                <a:cs typeface="Jost"/>
                <a:sym typeface="Jost"/>
              </a:defRPr>
            </a:lvl9pPr>
          </a:lstStyle>
          <a:p/>
        </p:txBody>
      </p:sp>
      <p:sp>
        <p:nvSpPr>
          <p:cNvPr id="488" name="Google Shape;488;p45"/>
          <p:cNvSpPr txBox="1"/>
          <p:nvPr>
            <p:ph idx="15" type="title"/>
          </p:nvPr>
        </p:nvSpPr>
        <p:spPr>
          <a:xfrm>
            <a:off x="6205996" y="3589925"/>
            <a:ext cx="1225200" cy="172200"/>
          </a:xfrm>
          <a:prstGeom prst="rect">
            <a:avLst/>
          </a:prstGeom>
        </p:spPr>
        <p:txBody>
          <a:bodyPr anchorCtr="0" anchor="t" bIns="91425" lIns="0" spcFirstLastPara="1" rIns="91425" wrap="square" tIns="0">
            <a:noAutofit/>
          </a:bodyPr>
          <a:lstStyle>
            <a:lvl1pPr lvl="0">
              <a:spcBef>
                <a:spcPts val="0"/>
              </a:spcBef>
              <a:spcAft>
                <a:spcPts val="0"/>
              </a:spcAft>
              <a:buNone/>
              <a:defRPr sz="10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489" name="Google Shape;489;p45"/>
          <p:cNvSpPr txBox="1"/>
          <p:nvPr>
            <p:ph idx="16" type="title"/>
          </p:nvPr>
        </p:nvSpPr>
        <p:spPr>
          <a:xfrm>
            <a:off x="6205996" y="4026125"/>
            <a:ext cx="1225200" cy="207600"/>
          </a:xfrm>
          <a:prstGeom prst="rect">
            <a:avLst/>
          </a:prstGeom>
        </p:spPr>
        <p:txBody>
          <a:bodyPr anchorCtr="0" anchor="t" bIns="91425" lIns="0" spcFirstLastPara="1" rIns="91425" wrap="square" tIns="0">
            <a:noAutofit/>
          </a:bodyPr>
          <a:lstStyle>
            <a:lvl1pPr lvl="0">
              <a:spcBef>
                <a:spcPts val="0"/>
              </a:spcBef>
              <a:spcAft>
                <a:spcPts val="0"/>
              </a:spcAft>
              <a:buNone/>
              <a:defRPr sz="900">
                <a:latin typeface="Jost"/>
                <a:ea typeface="Jost"/>
                <a:cs typeface="Jost"/>
                <a:sym typeface="Jost"/>
              </a:defRPr>
            </a:lvl1pPr>
            <a:lvl2pPr lvl="1">
              <a:spcBef>
                <a:spcPts val="0"/>
              </a:spcBef>
              <a:spcAft>
                <a:spcPts val="0"/>
              </a:spcAft>
              <a:buClr>
                <a:schemeClr val="dk1"/>
              </a:buClr>
              <a:buSzPts val="1200"/>
              <a:buFont typeface="Jost"/>
              <a:buNone/>
              <a:defRPr sz="1200">
                <a:solidFill>
                  <a:schemeClr val="dk1"/>
                </a:solidFill>
                <a:latin typeface="Jost"/>
                <a:ea typeface="Jost"/>
                <a:cs typeface="Jost"/>
                <a:sym typeface="Jost"/>
              </a:defRPr>
            </a:lvl2pPr>
            <a:lvl3pPr lvl="2">
              <a:spcBef>
                <a:spcPts val="0"/>
              </a:spcBef>
              <a:spcAft>
                <a:spcPts val="0"/>
              </a:spcAft>
              <a:buClr>
                <a:schemeClr val="dk1"/>
              </a:buClr>
              <a:buSzPts val="1200"/>
              <a:buFont typeface="Jost"/>
              <a:buNone/>
              <a:defRPr sz="1200">
                <a:solidFill>
                  <a:schemeClr val="dk1"/>
                </a:solidFill>
                <a:latin typeface="Jost"/>
                <a:ea typeface="Jost"/>
                <a:cs typeface="Jost"/>
                <a:sym typeface="Jost"/>
              </a:defRPr>
            </a:lvl3pPr>
            <a:lvl4pPr lvl="3">
              <a:spcBef>
                <a:spcPts val="0"/>
              </a:spcBef>
              <a:spcAft>
                <a:spcPts val="0"/>
              </a:spcAft>
              <a:buClr>
                <a:schemeClr val="dk1"/>
              </a:buClr>
              <a:buSzPts val="1200"/>
              <a:buFont typeface="Jost"/>
              <a:buNone/>
              <a:defRPr sz="1200">
                <a:solidFill>
                  <a:schemeClr val="dk1"/>
                </a:solidFill>
                <a:latin typeface="Jost"/>
                <a:ea typeface="Jost"/>
                <a:cs typeface="Jost"/>
                <a:sym typeface="Jost"/>
              </a:defRPr>
            </a:lvl4pPr>
            <a:lvl5pPr lvl="4">
              <a:spcBef>
                <a:spcPts val="0"/>
              </a:spcBef>
              <a:spcAft>
                <a:spcPts val="0"/>
              </a:spcAft>
              <a:buClr>
                <a:schemeClr val="dk1"/>
              </a:buClr>
              <a:buSzPts val="1200"/>
              <a:buFont typeface="Jost"/>
              <a:buNone/>
              <a:defRPr sz="1200">
                <a:solidFill>
                  <a:schemeClr val="dk1"/>
                </a:solidFill>
                <a:latin typeface="Jost"/>
                <a:ea typeface="Jost"/>
                <a:cs typeface="Jost"/>
                <a:sym typeface="Jost"/>
              </a:defRPr>
            </a:lvl5pPr>
            <a:lvl6pPr lvl="5">
              <a:spcBef>
                <a:spcPts val="0"/>
              </a:spcBef>
              <a:spcAft>
                <a:spcPts val="0"/>
              </a:spcAft>
              <a:buClr>
                <a:schemeClr val="dk1"/>
              </a:buClr>
              <a:buSzPts val="1200"/>
              <a:buFont typeface="Jost"/>
              <a:buNone/>
              <a:defRPr sz="1200">
                <a:solidFill>
                  <a:schemeClr val="dk1"/>
                </a:solidFill>
                <a:latin typeface="Jost"/>
                <a:ea typeface="Jost"/>
                <a:cs typeface="Jost"/>
                <a:sym typeface="Jost"/>
              </a:defRPr>
            </a:lvl6pPr>
            <a:lvl7pPr lvl="6">
              <a:spcBef>
                <a:spcPts val="0"/>
              </a:spcBef>
              <a:spcAft>
                <a:spcPts val="0"/>
              </a:spcAft>
              <a:buClr>
                <a:schemeClr val="dk1"/>
              </a:buClr>
              <a:buSzPts val="1200"/>
              <a:buFont typeface="Jost"/>
              <a:buNone/>
              <a:defRPr sz="1200">
                <a:solidFill>
                  <a:schemeClr val="dk1"/>
                </a:solidFill>
                <a:latin typeface="Jost"/>
                <a:ea typeface="Jost"/>
                <a:cs typeface="Jost"/>
                <a:sym typeface="Jost"/>
              </a:defRPr>
            </a:lvl7pPr>
            <a:lvl8pPr lvl="7">
              <a:spcBef>
                <a:spcPts val="0"/>
              </a:spcBef>
              <a:spcAft>
                <a:spcPts val="0"/>
              </a:spcAft>
              <a:buClr>
                <a:schemeClr val="dk1"/>
              </a:buClr>
              <a:buSzPts val="1200"/>
              <a:buFont typeface="Jost"/>
              <a:buNone/>
              <a:defRPr sz="1200">
                <a:solidFill>
                  <a:schemeClr val="dk1"/>
                </a:solidFill>
                <a:latin typeface="Jost"/>
                <a:ea typeface="Jost"/>
                <a:cs typeface="Jost"/>
                <a:sym typeface="Jost"/>
              </a:defRPr>
            </a:lvl8pPr>
            <a:lvl9pPr lvl="8">
              <a:spcBef>
                <a:spcPts val="0"/>
              </a:spcBef>
              <a:spcAft>
                <a:spcPts val="0"/>
              </a:spcAft>
              <a:buClr>
                <a:schemeClr val="dk1"/>
              </a:buClr>
              <a:buSzPts val="1200"/>
              <a:buFont typeface="Jost"/>
              <a:buNone/>
              <a:defRPr sz="1200">
                <a:solidFill>
                  <a:schemeClr val="dk1"/>
                </a:solidFill>
                <a:latin typeface="Jost"/>
                <a:ea typeface="Jost"/>
                <a:cs typeface="Jost"/>
                <a:sym typeface="Jost"/>
              </a:defRPr>
            </a:lvl9pPr>
          </a:lstStyle>
          <a:p/>
        </p:txBody>
      </p:sp>
      <p:sp>
        <p:nvSpPr>
          <p:cNvPr id="490" name="Google Shape;490;p45"/>
          <p:cNvSpPr txBox="1"/>
          <p:nvPr>
            <p:ph idx="17" type="title"/>
          </p:nvPr>
        </p:nvSpPr>
        <p:spPr>
          <a:xfrm>
            <a:off x="7683660" y="3589925"/>
            <a:ext cx="1225200" cy="172200"/>
          </a:xfrm>
          <a:prstGeom prst="rect">
            <a:avLst/>
          </a:prstGeom>
        </p:spPr>
        <p:txBody>
          <a:bodyPr anchorCtr="0" anchor="t" bIns="91425" lIns="0" spcFirstLastPara="1" rIns="91425" wrap="square" tIns="0">
            <a:noAutofit/>
          </a:bodyPr>
          <a:lstStyle>
            <a:lvl1pPr lvl="0">
              <a:spcBef>
                <a:spcPts val="0"/>
              </a:spcBef>
              <a:spcAft>
                <a:spcPts val="0"/>
              </a:spcAft>
              <a:buNone/>
              <a:defRPr sz="10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491" name="Google Shape;491;p45"/>
          <p:cNvSpPr txBox="1"/>
          <p:nvPr>
            <p:ph idx="18" type="title"/>
          </p:nvPr>
        </p:nvSpPr>
        <p:spPr>
          <a:xfrm>
            <a:off x="7683660" y="4026125"/>
            <a:ext cx="1225200" cy="207600"/>
          </a:xfrm>
          <a:prstGeom prst="rect">
            <a:avLst/>
          </a:prstGeom>
        </p:spPr>
        <p:txBody>
          <a:bodyPr anchorCtr="0" anchor="t" bIns="91425" lIns="0" spcFirstLastPara="1" rIns="91425" wrap="square" tIns="0">
            <a:noAutofit/>
          </a:bodyPr>
          <a:lstStyle>
            <a:lvl1pPr lvl="0">
              <a:spcBef>
                <a:spcPts val="0"/>
              </a:spcBef>
              <a:spcAft>
                <a:spcPts val="0"/>
              </a:spcAft>
              <a:buNone/>
              <a:defRPr sz="900">
                <a:latin typeface="Jost"/>
                <a:ea typeface="Jost"/>
                <a:cs typeface="Jost"/>
                <a:sym typeface="Jost"/>
              </a:defRPr>
            </a:lvl1pPr>
            <a:lvl2pPr lvl="1">
              <a:spcBef>
                <a:spcPts val="0"/>
              </a:spcBef>
              <a:spcAft>
                <a:spcPts val="0"/>
              </a:spcAft>
              <a:buClr>
                <a:schemeClr val="dk1"/>
              </a:buClr>
              <a:buSzPts val="1200"/>
              <a:buFont typeface="Jost"/>
              <a:buNone/>
              <a:defRPr sz="1200">
                <a:solidFill>
                  <a:schemeClr val="dk1"/>
                </a:solidFill>
                <a:latin typeface="Jost"/>
                <a:ea typeface="Jost"/>
                <a:cs typeface="Jost"/>
                <a:sym typeface="Jost"/>
              </a:defRPr>
            </a:lvl2pPr>
            <a:lvl3pPr lvl="2">
              <a:spcBef>
                <a:spcPts val="0"/>
              </a:spcBef>
              <a:spcAft>
                <a:spcPts val="0"/>
              </a:spcAft>
              <a:buClr>
                <a:schemeClr val="dk1"/>
              </a:buClr>
              <a:buSzPts val="1200"/>
              <a:buFont typeface="Jost"/>
              <a:buNone/>
              <a:defRPr sz="1200">
                <a:solidFill>
                  <a:schemeClr val="dk1"/>
                </a:solidFill>
                <a:latin typeface="Jost"/>
                <a:ea typeface="Jost"/>
                <a:cs typeface="Jost"/>
                <a:sym typeface="Jost"/>
              </a:defRPr>
            </a:lvl3pPr>
            <a:lvl4pPr lvl="3">
              <a:spcBef>
                <a:spcPts val="0"/>
              </a:spcBef>
              <a:spcAft>
                <a:spcPts val="0"/>
              </a:spcAft>
              <a:buClr>
                <a:schemeClr val="dk1"/>
              </a:buClr>
              <a:buSzPts val="1200"/>
              <a:buFont typeface="Jost"/>
              <a:buNone/>
              <a:defRPr sz="1200">
                <a:solidFill>
                  <a:schemeClr val="dk1"/>
                </a:solidFill>
                <a:latin typeface="Jost"/>
                <a:ea typeface="Jost"/>
                <a:cs typeface="Jost"/>
                <a:sym typeface="Jost"/>
              </a:defRPr>
            </a:lvl4pPr>
            <a:lvl5pPr lvl="4">
              <a:spcBef>
                <a:spcPts val="0"/>
              </a:spcBef>
              <a:spcAft>
                <a:spcPts val="0"/>
              </a:spcAft>
              <a:buClr>
                <a:schemeClr val="dk1"/>
              </a:buClr>
              <a:buSzPts val="1200"/>
              <a:buFont typeface="Jost"/>
              <a:buNone/>
              <a:defRPr sz="1200">
                <a:solidFill>
                  <a:schemeClr val="dk1"/>
                </a:solidFill>
                <a:latin typeface="Jost"/>
                <a:ea typeface="Jost"/>
                <a:cs typeface="Jost"/>
                <a:sym typeface="Jost"/>
              </a:defRPr>
            </a:lvl5pPr>
            <a:lvl6pPr lvl="5">
              <a:spcBef>
                <a:spcPts val="0"/>
              </a:spcBef>
              <a:spcAft>
                <a:spcPts val="0"/>
              </a:spcAft>
              <a:buClr>
                <a:schemeClr val="dk1"/>
              </a:buClr>
              <a:buSzPts val="1200"/>
              <a:buFont typeface="Jost"/>
              <a:buNone/>
              <a:defRPr sz="1200">
                <a:solidFill>
                  <a:schemeClr val="dk1"/>
                </a:solidFill>
                <a:latin typeface="Jost"/>
                <a:ea typeface="Jost"/>
                <a:cs typeface="Jost"/>
                <a:sym typeface="Jost"/>
              </a:defRPr>
            </a:lvl6pPr>
            <a:lvl7pPr lvl="6">
              <a:spcBef>
                <a:spcPts val="0"/>
              </a:spcBef>
              <a:spcAft>
                <a:spcPts val="0"/>
              </a:spcAft>
              <a:buClr>
                <a:schemeClr val="dk1"/>
              </a:buClr>
              <a:buSzPts val="1200"/>
              <a:buFont typeface="Jost"/>
              <a:buNone/>
              <a:defRPr sz="1200">
                <a:solidFill>
                  <a:schemeClr val="dk1"/>
                </a:solidFill>
                <a:latin typeface="Jost"/>
                <a:ea typeface="Jost"/>
                <a:cs typeface="Jost"/>
                <a:sym typeface="Jost"/>
              </a:defRPr>
            </a:lvl7pPr>
            <a:lvl8pPr lvl="7">
              <a:spcBef>
                <a:spcPts val="0"/>
              </a:spcBef>
              <a:spcAft>
                <a:spcPts val="0"/>
              </a:spcAft>
              <a:buClr>
                <a:schemeClr val="dk1"/>
              </a:buClr>
              <a:buSzPts val="1200"/>
              <a:buFont typeface="Jost"/>
              <a:buNone/>
              <a:defRPr sz="1200">
                <a:solidFill>
                  <a:schemeClr val="dk1"/>
                </a:solidFill>
                <a:latin typeface="Jost"/>
                <a:ea typeface="Jost"/>
                <a:cs typeface="Jost"/>
                <a:sym typeface="Jost"/>
              </a:defRPr>
            </a:lvl8pPr>
            <a:lvl9pPr lvl="8">
              <a:spcBef>
                <a:spcPts val="0"/>
              </a:spcBef>
              <a:spcAft>
                <a:spcPts val="0"/>
              </a:spcAft>
              <a:buClr>
                <a:schemeClr val="dk1"/>
              </a:buClr>
              <a:buSzPts val="1200"/>
              <a:buFont typeface="Jost"/>
              <a:buNone/>
              <a:defRPr sz="1200">
                <a:solidFill>
                  <a:schemeClr val="dk1"/>
                </a:solidFill>
                <a:latin typeface="Jost"/>
                <a:ea typeface="Jost"/>
                <a:cs typeface="Jost"/>
                <a:sym typeface="Jost"/>
              </a:defRPr>
            </a:lvl9pPr>
          </a:lstStyle>
          <a:p/>
        </p:txBody>
      </p:sp>
      <p:sp>
        <p:nvSpPr>
          <p:cNvPr id="492" name="Google Shape;492;p45"/>
          <p:cNvSpPr/>
          <p:nvPr>
            <p:ph idx="19" type="pic"/>
          </p:nvPr>
        </p:nvSpPr>
        <p:spPr>
          <a:xfrm>
            <a:off x="1726022" y="1991825"/>
            <a:ext cx="1288500" cy="1363800"/>
          </a:xfrm>
          <a:prstGeom prst="roundRect">
            <a:avLst>
              <a:gd fmla="val 6764" name="adj"/>
            </a:avLst>
          </a:prstGeom>
          <a:noFill/>
          <a:ln>
            <a:noFill/>
          </a:ln>
        </p:spPr>
      </p:sp>
      <p:sp>
        <p:nvSpPr>
          <p:cNvPr id="493" name="Google Shape;493;p45"/>
          <p:cNvSpPr/>
          <p:nvPr>
            <p:ph idx="20" type="pic"/>
          </p:nvPr>
        </p:nvSpPr>
        <p:spPr>
          <a:xfrm>
            <a:off x="3194345" y="1991825"/>
            <a:ext cx="1288500" cy="1363800"/>
          </a:xfrm>
          <a:prstGeom prst="roundRect">
            <a:avLst>
              <a:gd fmla="val 6764" name="adj"/>
            </a:avLst>
          </a:prstGeom>
          <a:noFill/>
          <a:ln>
            <a:noFill/>
          </a:ln>
        </p:spPr>
      </p:sp>
      <p:sp>
        <p:nvSpPr>
          <p:cNvPr id="494" name="Google Shape;494;p45"/>
          <p:cNvSpPr/>
          <p:nvPr>
            <p:ph idx="21" type="pic"/>
          </p:nvPr>
        </p:nvSpPr>
        <p:spPr>
          <a:xfrm>
            <a:off x="4662668" y="1991825"/>
            <a:ext cx="1288500" cy="1363800"/>
          </a:xfrm>
          <a:prstGeom prst="roundRect">
            <a:avLst>
              <a:gd fmla="val 6764" name="adj"/>
            </a:avLst>
          </a:prstGeom>
          <a:noFill/>
          <a:ln>
            <a:noFill/>
          </a:ln>
        </p:spPr>
      </p:sp>
      <p:sp>
        <p:nvSpPr>
          <p:cNvPr id="495" name="Google Shape;495;p45"/>
          <p:cNvSpPr/>
          <p:nvPr>
            <p:ph idx="22" type="pic"/>
          </p:nvPr>
        </p:nvSpPr>
        <p:spPr>
          <a:xfrm>
            <a:off x="6130990" y="1991825"/>
            <a:ext cx="1288500" cy="1363800"/>
          </a:xfrm>
          <a:prstGeom prst="roundRect">
            <a:avLst>
              <a:gd fmla="val 6764" name="adj"/>
            </a:avLst>
          </a:prstGeom>
          <a:noFill/>
          <a:ln>
            <a:noFill/>
          </a:ln>
        </p:spPr>
      </p:sp>
      <p:sp>
        <p:nvSpPr>
          <p:cNvPr id="496" name="Google Shape;496;p45"/>
          <p:cNvSpPr/>
          <p:nvPr>
            <p:ph idx="23" type="pic"/>
          </p:nvPr>
        </p:nvSpPr>
        <p:spPr>
          <a:xfrm>
            <a:off x="7599313" y="1991825"/>
            <a:ext cx="1288500" cy="1363800"/>
          </a:xfrm>
          <a:prstGeom prst="roundRect">
            <a:avLst>
              <a:gd fmla="val 6764" name="adj"/>
            </a:avLst>
          </a:prstGeom>
          <a:noFill/>
          <a:ln>
            <a:noFill/>
          </a:ln>
        </p:spPr>
      </p:sp>
      <p:sp>
        <p:nvSpPr>
          <p:cNvPr id="497" name="Google Shape;497;p45"/>
          <p:cNvSpPr/>
          <p:nvPr>
            <p:ph idx="24" type="pic"/>
          </p:nvPr>
        </p:nvSpPr>
        <p:spPr>
          <a:xfrm>
            <a:off x="257700" y="1991825"/>
            <a:ext cx="1288500" cy="1363800"/>
          </a:xfrm>
          <a:prstGeom prst="roundRect">
            <a:avLst>
              <a:gd fmla="val 6764" name="adj"/>
            </a:avLst>
          </a:prstGeom>
          <a:noFill/>
          <a:ln>
            <a:noFill/>
          </a:ln>
        </p:spPr>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1">
  <p:cSld name="CUSTOM_8_1_1_1_1">
    <p:spTree>
      <p:nvGrpSpPr>
        <p:cNvPr id="498" name="Shape 498"/>
        <p:cNvGrpSpPr/>
        <p:nvPr/>
      </p:nvGrpSpPr>
      <p:grpSpPr>
        <a:xfrm>
          <a:off x="0" y="0"/>
          <a:ext cx="0" cy="0"/>
          <a:chOff x="0" y="0"/>
          <a:chExt cx="0" cy="0"/>
        </a:xfrm>
      </p:grpSpPr>
      <p:sp>
        <p:nvSpPr>
          <p:cNvPr id="499" name="Google Shape;499;p46"/>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500" name="Google Shape;500;p46"/>
          <p:cNvSpPr txBox="1"/>
          <p:nvPr>
            <p:ph idx="2"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501" name="Google Shape;501;p46"/>
          <p:cNvSpPr txBox="1"/>
          <p:nvPr>
            <p:ph idx="3" type="title"/>
          </p:nvPr>
        </p:nvSpPr>
        <p:spPr>
          <a:xfrm>
            <a:off x="228600" y="457200"/>
            <a:ext cx="4296600" cy="4647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 Alt 1">
  <p:cSld name="CUSTOM_8_1_1_1_1_1_1_1_1_1_1_1_1_1_1_1_1_1_1_1">
    <p:spTree>
      <p:nvGrpSpPr>
        <p:cNvPr id="502" name="Shape 502"/>
        <p:cNvGrpSpPr/>
        <p:nvPr/>
      </p:nvGrpSpPr>
      <p:grpSpPr>
        <a:xfrm>
          <a:off x="0" y="0"/>
          <a:ext cx="0" cy="0"/>
          <a:chOff x="0" y="0"/>
          <a:chExt cx="0" cy="0"/>
        </a:xfrm>
      </p:grpSpPr>
      <p:sp>
        <p:nvSpPr>
          <p:cNvPr id="503" name="Google Shape;503;p47"/>
          <p:cNvSpPr/>
          <p:nvPr/>
        </p:nvSpPr>
        <p:spPr>
          <a:xfrm>
            <a:off x="0" y="0"/>
            <a:ext cx="2406900" cy="2406900"/>
          </a:xfrm>
          <a:prstGeom prst="rect">
            <a:avLst/>
          </a:prstGeom>
          <a:gradFill>
            <a:gsLst>
              <a:gs pos="0">
                <a:schemeClr val="lt2"/>
              </a:gs>
              <a:gs pos="72000">
                <a:schemeClr val="lt1"/>
              </a:gs>
              <a:gs pos="100000">
                <a:schemeClr val="lt1"/>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504" name="Google Shape;504;p47"/>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505" name="Google Shape;505;p47"/>
          <p:cNvSpPr txBox="1"/>
          <p:nvPr>
            <p:ph idx="2" type="title"/>
          </p:nvPr>
        </p:nvSpPr>
        <p:spPr>
          <a:xfrm>
            <a:off x="228600" y="457200"/>
            <a:ext cx="3432600" cy="4647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pic>
        <p:nvPicPr>
          <p:cNvPr descr="Free Images : landscape, nature, horizon, mountain, sky, night ..." id="506" name="Google Shape;506;p47"/>
          <p:cNvPicPr preferRelativeResize="0"/>
          <p:nvPr/>
        </p:nvPicPr>
        <p:blipFill rotWithShape="1">
          <a:blip r:embed="rId2">
            <a:alphaModFix/>
          </a:blip>
          <a:srcRect b="0" l="23232" r="29975" t="0"/>
          <a:stretch/>
        </p:blipFill>
        <p:spPr>
          <a:xfrm>
            <a:off x="7541887" y="0"/>
            <a:ext cx="1604076" cy="5143501"/>
          </a:xfrm>
          <a:prstGeom prst="rect">
            <a:avLst/>
          </a:prstGeom>
          <a:noFill/>
          <a:ln>
            <a:noFill/>
          </a:ln>
        </p:spPr>
      </p:pic>
      <p:sp>
        <p:nvSpPr>
          <p:cNvPr id="507" name="Google Shape;507;p47"/>
          <p:cNvSpPr txBox="1"/>
          <p:nvPr>
            <p:ph idx="1" type="subTitle"/>
          </p:nvPr>
        </p:nvSpPr>
        <p:spPr>
          <a:xfrm>
            <a:off x="228950" y="1419750"/>
            <a:ext cx="5154900" cy="2288100"/>
          </a:xfrm>
          <a:prstGeom prst="rect">
            <a:avLst/>
          </a:prstGeom>
        </p:spPr>
        <p:txBody>
          <a:bodyPr anchorCtr="0" anchor="t" bIns="0" lIns="0" spcFirstLastPara="1" rIns="0" wrap="square" tIns="0">
            <a:spAutoFit/>
          </a:bodyPr>
          <a:lstStyle>
            <a:lvl1pPr lvl="0">
              <a:spcBef>
                <a:spcPts val="0"/>
              </a:spcBef>
              <a:spcAft>
                <a:spcPts val="0"/>
              </a:spcAft>
              <a:buNone/>
              <a:defRPr sz="3600"/>
            </a:lvl1pPr>
            <a:lvl2pPr lvl="1">
              <a:spcBef>
                <a:spcPts val="0"/>
              </a:spcBef>
              <a:spcAft>
                <a:spcPts val="0"/>
              </a:spcAft>
              <a:buNone/>
              <a:defRPr sz="3600"/>
            </a:lvl2pPr>
            <a:lvl3pPr lvl="2">
              <a:spcBef>
                <a:spcPts val="0"/>
              </a:spcBef>
              <a:spcAft>
                <a:spcPts val="0"/>
              </a:spcAft>
              <a:buNone/>
              <a:defRPr sz="3600"/>
            </a:lvl3pPr>
            <a:lvl4pPr lvl="3">
              <a:spcBef>
                <a:spcPts val="0"/>
              </a:spcBef>
              <a:spcAft>
                <a:spcPts val="0"/>
              </a:spcAft>
              <a:buNone/>
              <a:defRPr sz="3600"/>
            </a:lvl4pPr>
            <a:lvl5pPr lvl="4">
              <a:spcBef>
                <a:spcPts val="0"/>
              </a:spcBef>
              <a:spcAft>
                <a:spcPts val="0"/>
              </a:spcAft>
              <a:buNone/>
              <a:defRPr sz="3600"/>
            </a:lvl5pPr>
            <a:lvl6pPr lvl="5">
              <a:spcBef>
                <a:spcPts val="0"/>
              </a:spcBef>
              <a:spcAft>
                <a:spcPts val="0"/>
              </a:spcAft>
              <a:buNone/>
              <a:defRPr sz="3600"/>
            </a:lvl6pPr>
            <a:lvl7pPr lvl="6">
              <a:spcBef>
                <a:spcPts val="0"/>
              </a:spcBef>
              <a:spcAft>
                <a:spcPts val="0"/>
              </a:spcAft>
              <a:buNone/>
              <a:defRPr sz="3600"/>
            </a:lvl7pPr>
            <a:lvl8pPr lvl="7">
              <a:spcBef>
                <a:spcPts val="0"/>
              </a:spcBef>
              <a:spcAft>
                <a:spcPts val="0"/>
              </a:spcAft>
              <a:buNone/>
              <a:defRPr sz="3600"/>
            </a:lvl8pPr>
            <a:lvl9pPr lvl="8">
              <a:spcBef>
                <a:spcPts val="0"/>
              </a:spcBef>
              <a:spcAft>
                <a:spcPts val="0"/>
              </a:spcAft>
              <a:buNone/>
              <a:defRPr sz="3600"/>
            </a:lvl9pPr>
          </a:lstStyle>
          <a:p/>
        </p:txBody>
      </p:sp>
      <p:sp>
        <p:nvSpPr>
          <p:cNvPr id="508" name="Google Shape;508;p47"/>
          <p:cNvSpPr/>
          <p:nvPr/>
        </p:nvSpPr>
        <p:spPr>
          <a:xfrm>
            <a:off x="6077650" y="0"/>
            <a:ext cx="1462200" cy="5143500"/>
          </a:xfrm>
          <a:prstGeom prst="rect">
            <a:avLst/>
          </a:prstGeom>
          <a:gradFill>
            <a:gsLst>
              <a:gs pos="0">
                <a:schemeClr val="accent5"/>
              </a:gs>
              <a:gs pos="100000">
                <a:schemeClr val="lt2"/>
              </a:gs>
            </a:gsLst>
            <a:lin ang="540001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Alt 1">
  <p:cSld name="CUSTOM_8_1_1_1_1_1_1_1_1_1_1_1_1_1_1_1_1_1_1_1_1">
    <p:spTree>
      <p:nvGrpSpPr>
        <p:cNvPr id="509" name="Shape 509"/>
        <p:cNvGrpSpPr/>
        <p:nvPr/>
      </p:nvGrpSpPr>
      <p:grpSpPr>
        <a:xfrm>
          <a:off x="0" y="0"/>
          <a:ext cx="0" cy="0"/>
          <a:chOff x="0" y="0"/>
          <a:chExt cx="0" cy="0"/>
        </a:xfrm>
      </p:grpSpPr>
      <p:sp>
        <p:nvSpPr>
          <p:cNvPr id="510" name="Google Shape;510;p48"/>
          <p:cNvSpPr/>
          <p:nvPr/>
        </p:nvSpPr>
        <p:spPr>
          <a:xfrm>
            <a:off x="0" y="0"/>
            <a:ext cx="3776100" cy="3776100"/>
          </a:xfrm>
          <a:prstGeom prst="rect">
            <a:avLst/>
          </a:prstGeom>
          <a:gradFill>
            <a:gsLst>
              <a:gs pos="0">
                <a:schemeClr val="accent6"/>
              </a:gs>
              <a:gs pos="72000">
                <a:schemeClr val="lt1"/>
              </a:gs>
              <a:gs pos="100000">
                <a:schemeClr val="lt1"/>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511" name="Google Shape;511;p48"/>
          <p:cNvSpPr/>
          <p:nvPr/>
        </p:nvSpPr>
        <p:spPr>
          <a:xfrm rot="10800000">
            <a:off x="3156575" y="250"/>
            <a:ext cx="5983500" cy="5147700"/>
          </a:xfrm>
          <a:prstGeom prst="rect">
            <a:avLst/>
          </a:prstGeom>
          <a:gradFill>
            <a:gsLst>
              <a:gs pos="0">
                <a:schemeClr val="accent6"/>
              </a:gs>
              <a:gs pos="100000">
                <a:schemeClr val="lt2"/>
              </a:gs>
            </a:gsLst>
            <a:lin ang="54007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512" name="Google Shape;512;p48"/>
          <p:cNvSpPr txBox="1"/>
          <p:nvPr/>
        </p:nvSpPr>
        <p:spPr>
          <a:xfrm>
            <a:off x="4102943" y="1042306"/>
            <a:ext cx="558600" cy="368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7200">
                <a:solidFill>
                  <a:schemeClr val="dk1"/>
                </a:solidFill>
                <a:latin typeface="Figtree"/>
                <a:ea typeface="Figtree"/>
                <a:cs typeface="Figtree"/>
                <a:sym typeface="Figtree"/>
              </a:rPr>
              <a:t>“</a:t>
            </a:r>
            <a:endParaRPr b="1" sz="7200">
              <a:solidFill>
                <a:schemeClr val="dk1"/>
              </a:solidFill>
              <a:latin typeface="Figtree"/>
              <a:ea typeface="Figtree"/>
              <a:cs typeface="Figtree"/>
              <a:sym typeface="Figtree"/>
            </a:endParaRPr>
          </a:p>
        </p:txBody>
      </p:sp>
      <p:sp>
        <p:nvSpPr>
          <p:cNvPr id="513" name="Google Shape;513;p48"/>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514" name="Google Shape;514;p48"/>
          <p:cNvSpPr txBox="1"/>
          <p:nvPr>
            <p:ph idx="2"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515" name="Google Shape;515;p48"/>
          <p:cNvSpPr txBox="1"/>
          <p:nvPr>
            <p:ph idx="3" type="title"/>
          </p:nvPr>
        </p:nvSpPr>
        <p:spPr>
          <a:xfrm>
            <a:off x="228600" y="457200"/>
            <a:ext cx="2925900" cy="4647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
        <p:nvSpPr>
          <p:cNvPr id="516" name="Google Shape;516;p48"/>
          <p:cNvSpPr txBox="1"/>
          <p:nvPr>
            <p:ph idx="1" type="subTitle"/>
          </p:nvPr>
        </p:nvSpPr>
        <p:spPr>
          <a:xfrm>
            <a:off x="4102950" y="1631400"/>
            <a:ext cx="4089000" cy="2288100"/>
          </a:xfrm>
          <a:prstGeom prst="rect">
            <a:avLst/>
          </a:prstGeom>
        </p:spPr>
        <p:txBody>
          <a:bodyPr anchorCtr="0" anchor="t" bIns="0" lIns="0" spcFirstLastPara="1" rIns="0" wrap="square" tIns="0">
            <a:spAutoFit/>
          </a:bodyPr>
          <a:lstStyle>
            <a:lvl1pPr lvl="0">
              <a:spcBef>
                <a:spcPts val="0"/>
              </a:spcBef>
              <a:spcAft>
                <a:spcPts val="0"/>
              </a:spcAft>
              <a:buNone/>
              <a:defRPr sz="2400"/>
            </a:lvl1pPr>
            <a:lvl2pPr lvl="1">
              <a:spcBef>
                <a:spcPts val="0"/>
              </a:spcBef>
              <a:spcAft>
                <a:spcPts val="0"/>
              </a:spcAft>
              <a:buNone/>
              <a:defRPr sz="2400"/>
            </a:lvl2pPr>
            <a:lvl3pPr lvl="2">
              <a:spcBef>
                <a:spcPts val="0"/>
              </a:spcBef>
              <a:spcAft>
                <a:spcPts val="0"/>
              </a:spcAft>
              <a:buNone/>
              <a:defRPr sz="2400"/>
            </a:lvl3pPr>
            <a:lvl4pPr lvl="3">
              <a:spcBef>
                <a:spcPts val="0"/>
              </a:spcBef>
              <a:spcAft>
                <a:spcPts val="0"/>
              </a:spcAft>
              <a:buNone/>
              <a:defRPr sz="2400"/>
            </a:lvl4pPr>
            <a:lvl5pPr lvl="4">
              <a:spcBef>
                <a:spcPts val="0"/>
              </a:spcBef>
              <a:spcAft>
                <a:spcPts val="0"/>
              </a:spcAft>
              <a:buNone/>
              <a:defRPr sz="2400"/>
            </a:lvl5pPr>
            <a:lvl6pPr lvl="5">
              <a:spcBef>
                <a:spcPts val="0"/>
              </a:spcBef>
              <a:spcAft>
                <a:spcPts val="0"/>
              </a:spcAft>
              <a:buNone/>
              <a:defRPr sz="2400"/>
            </a:lvl6pPr>
            <a:lvl7pPr lvl="6">
              <a:spcBef>
                <a:spcPts val="0"/>
              </a:spcBef>
              <a:spcAft>
                <a:spcPts val="0"/>
              </a:spcAft>
              <a:buNone/>
              <a:defRPr sz="2400"/>
            </a:lvl7pPr>
            <a:lvl8pPr lvl="7">
              <a:spcBef>
                <a:spcPts val="0"/>
              </a:spcBef>
              <a:spcAft>
                <a:spcPts val="0"/>
              </a:spcAft>
              <a:buNone/>
              <a:defRPr sz="2400"/>
            </a:lvl8pPr>
            <a:lvl9pPr lvl="8">
              <a:spcBef>
                <a:spcPts val="0"/>
              </a:spcBef>
              <a:spcAft>
                <a:spcPts val="0"/>
              </a:spcAft>
              <a:buNone/>
              <a:defRPr sz="2400"/>
            </a:lvl9pPr>
          </a:lstStyle>
          <a:p/>
        </p:txBody>
      </p:sp>
      <p:sp>
        <p:nvSpPr>
          <p:cNvPr id="517" name="Google Shape;517;p48"/>
          <p:cNvSpPr txBox="1"/>
          <p:nvPr>
            <p:ph idx="4" type="subTitle"/>
          </p:nvPr>
        </p:nvSpPr>
        <p:spPr>
          <a:xfrm>
            <a:off x="228600" y="3967700"/>
            <a:ext cx="2336400" cy="172200"/>
          </a:xfrm>
          <a:prstGeom prst="rect">
            <a:avLst/>
          </a:prstGeom>
        </p:spPr>
        <p:txBody>
          <a:bodyPr anchorCtr="0" anchor="ctr" bIns="0" lIns="0" spcFirstLastPara="1" rIns="0" wrap="square" tIns="0">
            <a:noAutofit/>
          </a:bodyPr>
          <a:lstStyle>
            <a:lvl1pPr lvl="0">
              <a:spcBef>
                <a:spcPts val="0"/>
              </a:spcBef>
              <a:spcAft>
                <a:spcPts val="0"/>
              </a:spcAft>
              <a:buNone/>
              <a:defRPr sz="1000"/>
            </a:lvl1pPr>
            <a:lvl2pPr lvl="1">
              <a:spcBef>
                <a:spcPts val="0"/>
              </a:spcBef>
              <a:spcAft>
                <a:spcPts val="0"/>
              </a:spcAft>
              <a:buNone/>
              <a:defRPr sz="1000"/>
            </a:lvl2pPr>
            <a:lvl3pPr lvl="2">
              <a:spcBef>
                <a:spcPts val="0"/>
              </a:spcBef>
              <a:spcAft>
                <a:spcPts val="0"/>
              </a:spcAft>
              <a:buNone/>
              <a:defRPr sz="1000"/>
            </a:lvl3pPr>
            <a:lvl4pPr lvl="3">
              <a:spcBef>
                <a:spcPts val="0"/>
              </a:spcBef>
              <a:spcAft>
                <a:spcPts val="0"/>
              </a:spcAft>
              <a:buNone/>
              <a:defRPr sz="1000"/>
            </a:lvl4pPr>
            <a:lvl5pPr lvl="4">
              <a:spcBef>
                <a:spcPts val="0"/>
              </a:spcBef>
              <a:spcAft>
                <a:spcPts val="0"/>
              </a:spcAft>
              <a:buNone/>
              <a:defRPr sz="1000"/>
            </a:lvl5pPr>
            <a:lvl6pPr lvl="5">
              <a:spcBef>
                <a:spcPts val="0"/>
              </a:spcBef>
              <a:spcAft>
                <a:spcPts val="0"/>
              </a:spcAft>
              <a:buNone/>
              <a:defRPr sz="1000"/>
            </a:lvl6pPr>
            <a:lvl7pPr lvl="6">
              <a:spcBef>
                <a:spcPts val="0"/>
              </a:spcBef>
              <a:spcAft>
                <a:spcPts val="0"/>
              </a:spcAft>
              <a:buNone/>
              <a:defRPr sz="1000"/>
            </a:lvl7pPr>
            <a:lvl8pPr lvl="7">
              <a:spcBef>
                <a:spcPts val="0"/>
              </a:spcBef>
              <a:spcAft>
                <a:spcPts val="0"/>
              </a:spcAft>
              <a:buNone/>
              <a:defRPr sz="1000"/>
            </a:lvl8pPr>
            <a:lvl9pPr lvl="8">
              <a:spcBef>
                <a:spcPts val="0"/>
              </a:spcBef>
              <a:spcAft>
                <a:spcPts val="0"/>
              </a:spcAft>
              <a:buNone/>
              <a:defRPr sz="1000"/>
            </a:lvl9pPr>
          </a:lstStyle>
          <a:p/>
        </p:txBody>
      </p:sp>
      <p:sp>
        <p:nvSpPr>
          <p:cNvPr id="518" name="Google Shape;518;p48"/>
          <p:cNvSpPr/>
          <p:nvPr>
            <p:ph idx="5" type="pic"/>
          </p:nvPr>
        </p:nvSpPr>
        <p:spPr>
          <a:xfrm>
            <a:off x="228800" y="1707600"/>
            <a:ext cx="1951200" cy="2068500"/>
          </a:xfrm>
          <a:prstGeom prst="rect">
            <a:avLst/>
          </a:prstGeom>
          <a:noFill/>
          <a:ln>
            <a:noFill/>
          </a:ln>
        </p:spPr>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Alt 2">
  <p:cSld name="CUSTOM_8_1_1_1_1_1_1_1_1_1_1_1_1_1_1_1_1_1_1_1_1_2">
    <p:spTree>
      <p:nvGrpSpPr>
        <p:cNvPr id="519" name="Shape 519"/>
        <p:cNvGrpSpPr/>
        <p:nvPr/>
      </p:nvGrpSpPr>
      <p:grpSpPr>
        <a:xfrm>
          <a:off x="0" y="0"/>
          <a:ext cx="0" cy="0"/>
          <a:chOff x="0" y="0"/>
          <a:chExt cx="0" cy="0"/>
        </a:xfrm>
      </p:grpSpPr>
      <p:sp>
        <p:nvSpPr>
          <p:cNvPr id="520" name="Google Shape;520;p49"/>
          <p:cNvSpPr/>
          <p:nvPr/>
        </p:nvSpPr>
        <p:spPr>
          <a:xfrm rot="-5400000">
            <a:off x="3054300" y="1196700"/>
            <a:ext cx="3946800" cy="3946800"/>
          </a:xfrm>
          <a:prstGeom prst="rect">
            <a:avLst/>
          </a:prstGeom>
          <a:gradFill>
            <a:gsLst>
              <a:gs pos="0">
                <a:schemeClr val="lt2"/>
              </a:gs>
              <a:gs pos="72000">
                <a:schemeClr val="lt1"/>
              </a:gs>
              <a:gs pos="100000">
                <a:schemeClr val="lt1"/>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521" name="Google Shape;521;p49"/>
          <p:cNvSpPr/>
          <p:nvPr/>
        </p:nvSpPr>
        <p:spPr>
          <a:xfrm rot="5400000">
            <a:off x="6262500" y="0"/>
            <a:ext cx="2881500" cy="2881500"/>
          </a:xfrm>
          <a:prstGeom prst="rect">
            <a:avLst/>
          </a:prstGeom>
          <a:gradFill>
            <a:gsLst>
              <a:gs pos="0">
                <a:schemeClr val="accent5"/>
              </a:gs>
              <a:gs pos="72000">
                <a:schemeClr val="lt1"/>
              </a:gs>
              <a:gs pos="100000">
                <a:schemeClr val="lt1"/>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522" name="Google Shape;522;p49"/>
          <p:cNvSpPr/>
          <p:nvPr>
            <p:ph idx="2" type="pic"/>
          </p:nvPr>
        </p:nvSpPr>
        <p:spPr>
          <a:xfrm>
            <a:off x="0" y="-9000"/>
            <a:ext cx="3054300" cy="3252900"/>
          </a:xfrm>
          <a:prstGeom prst="rect">
            <a:avLst/>
          </a:prstGeom>
          <a:noFill/>
          <a:ln>
            <a:noFill/>
          </a:ln>
        </p:spPr>
      </p:sp>
      <p:sp>
        <p:nvSpPr>
          <p:cNvPr id="523" name="Google Shape;523;p49"/>
          <p:cNvSpPr txBox="1"/>
          <p:nvPr/>
        </p:nvSpPr>
        <p:spPr>
          <a:xfrm>
            <a:off x="3455693" y="228206"/>
            <a:ext cx="558600" cy="368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7200">
                <a:solidFill>
                  <a:schemeClr val="dk1"/>
                </a:solidFill>
                <a:latin typeface="Figtree"/>
                <a:ea typeface="Figtree"/>
                <a:cs typeface="Figtree"/>
                <a:sym typeface="Figtree"/>
              </a:rPr>
              <a:t>“</a:t>
            </a:r>
            <a:endParaRPr b="1" sz="7200">
              <a:solidFill>
                <a:schemeClr val="dk1"/>
              </a:solidFill>
              <a:latin typeface="Figtree"/>
              <a:ea typeface="Figtree"/>
              <a:cs typeface="Figtree"/>
              <a:sym typeface="Figtree"/>
            </a:endParaRPr>
          </a:p>
        </p:txBody>
      </p:sp>
      <p:sp>
        <p:nvSpPr>
          <p:cNvPr id="524" name="Google Shape;524;p49"/>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525" name="Google Shape;525;p49"/>
          <p:cNvSpPr txBox="1"/>
          <p:nvPr>
            <p:ph idx="3"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526" name="Google Shape;526;p49"/>
          <p:cNvSpPr txBox="1"/>
          <p:nvPr>
            <p:ph idx="4" type="title"/>
          </p:nvPr>
        </p:nvSpPr>
        <p:spPr>
          <a:xfrm>
            <a:off x="228600" y="3429000"/>
            <a:ext cx="3432600" cy="2811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
        <p:nvSpPr>
          <p:cNvPr id="527" name="Google Shape;527;p49"/>
          <p:cNvSpPr txBox="1"/>
          <p:nvPr>
            <p:ph idx="1" type="subTitle"/>
          </p:nvPr>
        </p:nvSpPr>
        <p:spPr>
          <a:xfrm>
            <a:off x="3455700" y="817300"/>
            <a:ext cx="4959300" cy="2288100"/>
          </a:xfrm>
          <a:prstGeom prst="rect">
            <a:avLst/>
          </a:prstGeom>
        </p:spPr>
        <p:txBody>
          <a:bodyPr anchorCtr="0" anchor="t" bIns="0" lIns="0" spcFirstLastPara="1" rIns="0" wrap="square" tIns="0">
            <a:spAutoFit/>
          </a:bodyPr>
          <a:lstStyle>
            <a:lvl1pPr lvl="0">
              <a:spcBef>
                <a:spcPts val="0"/>
              </a:spcBef>
              <a:spcAft>
                <a:spcPts val="0"/>
              </a:spcAft>
              <a:buNone/>
              <a:defRPr sz="2400"/>
            </a:lvl1pPr>
            <a:lvl2pPr lvl="1">
              <a:spcBef>
                <a:spcPts val="0"/>
              </a:spcBef>
              <a:spcAft>
                <a:spcPts val="0"/>
              </a:spcAft>
              <a:buNone/>
              <a:defRPr sz="2400"/>
            </a:lvl2pPr>
            <a:lvl3pPr lvl="2">
              <a:spcBef>
                <a:spcPts val="0"/>
              </a:spcBef>
              <a:spcAft>
                <a:spcPts val="0"/>
              </a:spcAft>
              <a:buNone/>
              <a:defRPr sz="2400"/>
            </a:lvl3pPr>
            <a:lvl4pPr lvl="3">
              <a:spcBef>
                <a:spcPts val="0"/>
              </a:spcBef>
              <a:spcAft>
                <a:spcPts val="0"/>
              </a:spcAft>
              <a:buNone/>
              <a:defRPr sz="2400"/>
            </a:lvl4pPr>
            <a:lvl5pPr lvl="4">
              <a:spcBef>
                <a:spcPts val="0"/>
              </a:spcBef>
              <a:spcAft>
                <a:spcPts val="0"/>
              </a:spcAft>
              <a:buNone/>
              <a:defRPr sz="2400"/>
            </a:lvl5pPr>
            <a:lvl6pPr lvl="5">
              <a:spcBef>
                <a:spcPts val="0"/>
              </a:spcBef>
              <a:spcAft>
                <a:spcPts val="0"/>
              </a:spcAft>
              <a:buNone/>
              <a:defRPr sz="2400"/>
            </a:lvl6pPr>
            <a:lvl7pPr lvl="6">
              <a:spcBef>
                <a:spcPts val="0"/>
              </a:spcBef>
              <a:spcAft>
                <a:spcPts val="0"/>
              </a:spcAft>
              <a:buNone/>
              <a:defRPr sz="2400"/>
            </a:lvl7pPr>
            <a:lvl8pPr lvl="7">
              <a:spcBef>
                <a:spcPts val="0"/>
              </a:spcBef>
              <a:spcAft>
                <a:spcPts val="0"/>
              </a:spcAft>
              <a:buNone/>
              <a:defRPr sz="2400"/>
            </a:lvl8pPr>
            <a:lvl9pPr lvl="8">
              <a:spcBef>
                <a:spcPts val="0"/>
              </a:spcBef>
              <a:spcAft>
                <a:spcPts val="0"/>
              </a:spcAft>
              <a:buNone/>
              <a:defRPr sz="2400"/>
            </a:lvl9pPr>
          </a:lstStyle>
          <a:p/>
        </p:txBody>
      </p:sp>
      <p:sp>
        <p:nvSpPr>
          <p:cNvPr id="528" name="Google Shape;528;p49"/>
          <p:cNvSpPr txBox="1"/>
          <p:nvPr>
            <p:ph idx="5" type="subTitle"/>
          </p:nvPr>
        </p:nvSpPr>
        <p:spPr>
          <a:xfrm>
            <a:off x="228600" y="3739100"/>
            <a:ext cx="2336400" cy="172200"/>
          </a:xfrm>
          <a:prstGeom prst="rect">
            <a:avLst/>
          </a:prstGeom>
        </p:spPr>
        <p:txBody>
          <a:bodyPr anchorCtr="0" anchor="ctr" bIns="0" lIns="0" spcFirstLastPara="1" rIns="0" wrap="square" tIns="0">
            <a:noAutofit/>
          </a:bodyPr>
          <a:lstStyle>
            <a:lvl1pPr lvl="0">
              <a:spcBef>
                <a:spcPts val="0"/>
              </a:spcBef>
              <a:spcAft>
                <a:spcPts val="0"/>
              </a:spcAft>
              <a:buNone/>
              <a:defRPr sz="1000"/>
            </a:lvl1pPr>
            <a:lvl2pPr lvl="1">
              <a:spcBef>
                <a:spcPts val="0"/>
              </a:spcBef>
              <a:spcAft>
                <a:spcPts val="0"/>
              </a:spcAft>
              <a:buNone/>
              <a:defRPr sz="1000"/>
            </a:lvl2pPr>
            <a:lvl3pPr lvl="2">
              <a:spcBef>
                <a:spcPts val="0"/>
              </a:spcBef>
              <a:spcAft>
                <a:spcPts val="0"/>
              </a:spcAft>
              <a:buNone/>
              <a:defRPr sz="1000"/>
            </a:lvl3pPr>
            <a:lvl4pPr lvl="3">
              <a:spcBef>
                <a:spcPts val="0"/>
              </a:spcBef>
              <a:spcAft>
                <a:spcPts val="0"/>
              </a:spcAft>
              <a:buNone/>
              <a:defRPr sz="1000"/>
            </a:lvl4pPr>
            <a:lvl5pPr lvl="4">
              <a:spcBef>
                <a:spcPts val="0"/>
              </a:spcBef>
              <a:spcAft>
                <a:spcPts val="0"/>
              </a:spcAft>
              <a:buNone/>
              <a:defRPr sz="1000"/>
            </a:lvl5pPr>
            <a:lvl6pPr lvl="5">
              <a:spcBef>
                <a:spcPts val="0"/>
              </a:spcBef>
              <a:spcAft>
                <a:spcPts val="0"/>
              </a:spcAft>
              <a:buNone/>
              <a:defRPr sz="1000"/>
            </a:lvl6pPr>
            <a:lvl7pPr lvl="6">
              <a:spcBef>
                <a:spcPts val="0"/>
              </a:spcBef>
              <a:spcAft>
                <a:spcPts val="0"/>
              </a:spcAft>
              <a:buNone/>
              <a:defRPr sz="1000"/>
            </a:lvl7pPr>
            <a:lvl8pPr lvl="7">
              <a:spcBef>
                <a:spcPts val="0"/>
              </a:spcBef>
              <a:spcAft>
                <a:spcPts val="0"/>
              </a:spcAft>
              <a:buNone/>
              <a:defRPr sz="1000"/>
            </a:lvl8pPr>
            <a:lvl9pPr lvl="8">
              <a:spcBef>
                <a:spcPts val="0"/>
              </a:spcBef>
              <a:spcAft>
                <a:spcPts val="0"/>
              </a:spcAft>
              <a:buNone/>
              <a:defRPr sz="1000"/>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Alt 3">
  <p:cSld name="CUSTOM_8_1_1_1_1_1_1_1_1_1_1_1_1_1_1_1_1_1_1_1_1_1">
    <p:spTree>
      <p:nvGrpSpPr>
        <p:cNvPr id="529" name="Shape 529"/>
        <p:cNvGrpSpPr/>
        <p:nvPr/>
      </p:nvGrpSpPr>
      <p:grpSpPr>
        <a:xfrm>
          <a:off x="0" y="0"/>
          <a:ext cx="0" cy="0"/>
          <a:chOff x="0" y="0"/>
          <a:chExt cx="0" cy="0"/>
        </a:xfrm>
      </p:grpSpPr>
      <p:sp>
        <p:nvSpPr>
          <p:cNvPr id="530" name="Google Shape;530;p50"/>
          <p:cNvSpPr/>
          <p:nvPr/>
        </p:nvSpPr>
        <p:spPr>
          <a:xfrm>
            <a:off x="0" y="0"/>
            <a:ext cx="3776100" cy="3776100"/>
          </a:xfrm>
          <a:prstGeom prst="rect">
            <a:avLst/>
          </a:prstGeom>
          <a:gradFill>
            <a:gsLst>
              <a:gs pos="0">
                <a:schemeClr val="accent6"/>
              </a:gs>
              <a:gs pos="72000">
                <a:schemeClr val="lt1"/>
              </a:gs>
              <a:gs pos="100000">
                <a:schemeClr val="lt1"/>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531" name="Google Shape;531;p50"/>
          <p:cNvSpPr/>
          <p:nvPr/>
        </p:nvSpPr>
        <p:spPr>
          <a:xfrm rot="10800000">
            <a:off x="4619975" y="250"/>
            <a:ext cx="4520100" cy="5147700"/>
          </a:xfrm>
          <a:prstGeom prst="rect">
            <a:avLst/>
          </a:prstGeom>
          <a:gradFill>
            <a:gsLst>
              <a:gs pos="0">
                <a:schemeClr val="accent6"/>
              </a:gs>
              <a:gs pos="100000">
                <a:schemeClr val="lt2"/>
              </a:gs>
            </a:gsLst>
            <a:lin ang="54007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532" name="Google Shape;532;p50"/>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533" name="Google Shape;533;p50"/>
          <p:cNvSpPr txBox="1"/>
          <p:nvPr>
            <p:ph idx="2"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534" name="Google Shape;534;p50"/>
          <p:cNvSpPr txBox="1"/>
          <p:nvPr>
            <p:ph idx="3" type="title"/>
          </p:nvPr>
        </p:nvSpPr>
        <p:spPr>
          <a:xfrm>
            <a:off x="228600" y="457200"/>
            <a:ext cx="3432600" cy="4647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
        <p:nvSpPr>
          <p:cNvPr id="535" name="Google Shape;535;p50"/>
          <p:cNvSpPr txBox="1"/>
          <p:nvPr>
            <p:ph idx="1" type="subTitle"/>
          </p:nvPr>
        </p:nvSpPr>
        <p:spPr>
          <a:xfrm>
            <a:off x="230075" y="882000"/>
            <a:ext cx="3716700" cy="1122000"/>
          </a:xfrm>
          <a:prstGeom prst="rect">
            <a:avLst/>
          </a:prstGeom>
        </p:spPr>
        <p:txBody>
          <a:bodyPr anchorCtr="0" anchor="t" bIns="0" lIns="0" spcFirstLastPara="1" rIns="0" wrap="square" tIns="0">
            <a:spAutoFit/>
          </a:bodyPr>
          <a:lstStyle>
            <a:lvl1pPr lvl="0">
              <a:spcBef>
                <a:spcPts val="0"/>
              </a:spcBef>
              <a:spcAft>
                <a:spcPts val="0"/>
              </a:spcAft>
              <a:buNone/>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536" name="Google Shape;536;p50"/>
          <p:cNvSpPr txBox="1"/>
          <p:nvPr>
            <p:ph idx="4" type="body"/>
          </p:nvPr>
        </p:nvSpPr>
        <p:spPr>
          <a:xfrm>
            <a:off x="230075" y="3492500"/>
            <a:ext cx="3462600" cy="714000"/>
          </a:xfrm>
          <a:prstGeom prst="rect">
            <a:avLst/>
          </a:prstGeom>
        </p:spPr>
        <p:txBody>
          <a:bodyPr anchorCtr="0" anchor="b"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537" name="Google Shape;537;p50"/>
          <p:cNvSpPr/>
          <p:nvPr>
            <p:ph idx="5" type="pic"/>
          </p:nvPr>
        </p:nvSpPr>
        <p:spPr>
          <a:xfrm>
            <a:off x="5520400" y="921875"/>
            <a:ext cx="2724900" cy="3293100"/>
          </a:xfrm>
          <a:prstGeom prst="rect">
            <a:avLst/>
          </a:prstGeom>
          <a:noFill/>
          <a:ln>
            <a:noFill/>
          </a:ln>
        </p:spPr>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 Alt 2">
  <p:cSld name="CUSTOM_8_1_1_1_1_1_1_1_1_1_1_1_1_1_1_1_1_1_1_1_1_1_1">
    <p:spTree>
      <p:nvGrpSpPr>
        <p:cNvPr id="538" name="Shape 538"/>
        <p:cNvGrpSpPr/>
        <p:nvPr/>
      </p:nvGrpSpPr>
      <p:grpSpPr>
        <a:xfrm>
          <a:off x="0" y="0"/>
          <a:ext cx="0" cy="0"/>
          <a:chOff x="0" y="0"/>
          <a:chExt cx="0" cy="0"/>
        </a:xfrm>
      </p:grpSpPr>
      <p:sp>
        <p:nvSpPr>
          <p:cNvPr id="539" name="Google Shape;539;p51"/>
          <p:cNvSpPr/>
          <p:nvPr/>
        </p:nvSpPr>
        <p:spPr>
          <a:xfrm rot="8100000">
            <a:off x="1338758" y="1905656"/>
            <a:ext cx="6464087" cy="6464087"/>
          </a:xfrm>
          <a:prstGeom prst="rtTriangle">
            <a:avLst/>
          </a:prstGeom>
          <a:gradFill>
            <a:gsLst>
              <a:gs pos="0">
                <a:schemeClr val="lt2"/>
              </a:gs>
              <a:gs pos="72000">
                <a:schemeClr val="l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Jost"/>
              <a:ea typeface="Jost"/>
              <a:cs typeface="Jost"/>
              <a:sym typeface="Jost"/>
            </a:endParaRPr>
          </a:p>
        </p:txBody>
      </p:sp>
      <p:sp>
        <p:nvSpPr>
          <p:cNvPr id="540" name="Google Shape;540;p51"/>
          <p:cNvSpPr/>
          <p:nvPr/>
        </p:nvSpPr>
        <p:spPr>
          <a:xfrm rot="-2700000">
            <a:off x="3109572" y="-1459928"/>
            <a:ext cx="2922755" cy="2922755"/>
          </a:xfrm>
          <a:prstGeom prst="rtTriangle">
            <a:avLst/>
          </a:prstGeom>
          <a:gradFill>
            <a:gsLst>
              <a:gs pos="0">
                <a:schemeClr val="accent5"/>
              </a:gs>
              <a:gs pos="72000">
                <a:schemeClr val="l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Jost"/>
              <a:ea typeface="Jost"/>
              <a:cs typeface="Jost"/>
              <a:sym typeface="Jost"/>
            </a:endParaRPr>
          </a:p>
        </p:txBody>
      </p:sp>
      <p:sp>
        <p:nvSpPr>
          <p:cNvPr id="541" name="Google Shape;541;p51"/>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542" name="Google Shape;542;p51"/>
          <p:cNvSpPr txBox="1"/>
          <p:nvPr>
            <p:ph idx="2"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543" name="Google Shape;543;p51"/>
          <p:cNvSpPr txBox="1"/>
          <p:nvPr>
            <p:ph idx="1" type="subTitle"/>
          </p:nvPr>
        </p:nvSpPr>
        <p:spPr>
          <a:xfrm>
            <a:off x="230075" y="1548047"/>
            <a:ext cx="4653900" cy="303900"/>
          </a:xfrm>
          <a:prstGeom prst="rect">
            <a:avLst/>
          </a:prstGeom>
        </p:spPr>
        <p:txBody>
          <a:bodyPr anchorCtr="0" anchor="ctr" bIns="0" lIns="0" spcFirstLastPara="1" rIns="0" wrap="square" tIns="0">
            <a:noAutofit/>
          </a:bodyPr>
          <a:lstStyle>
            <a:lvl1pPr lvl="0">
              <a:spcBef>
                <a:spcPts val="0"/>
              </a:spcBef>
              <a:spcAft>
                <a:spcPts val="0"/>
              </a:spcAft>
              <a:buNone/>
              <a:defRPr>
                <a:latin typeface="Jost"/>
                <a:ea typeface="Jost"/>
                <a:cs typeface="Jost"/>
                <a:sym typeface="Jost"/>
              </a:defRPr>
            </a:lvl1pPr>
            <a:lvl2pPr lvl="1">
              <a:spcBef>
                <a:spcPts val="0"/>
              </a:spcBef>
              <a:spcAft>
                <a:spcPts val="0"/>
              </a:spcAft>
              <a:buNone/>
              <a:defRPr>
                <a:latin typeface="Jost"/>
                <a:ea typeface="Jost"/>
                <a:cs typeface="Jost"/>
                <a:sym typeface="Jost"/>
              </a:defRPr>
            </a:lvl2pPr>
            <a:lvl3pPr lvl="2">
              <a:spcBef>
                <a:spcPts val="0"/>
              </a:spcBef>
              <a:spcAft>
                <a:spcPts val="0"/>
              </a:spcAft>
              <a:buNone/>
              <a:defRPr>
                <a:latin typeface="Jost"/>
                <a:ea typeface="Jost"/>
                <a:cs typeface="Jost"/>
                <a:sym typeface="Jost"/>
              </a:defRPr>
            </a:lvl3pPr>
            <a:lvl4pPr lvl="3">
              <a:spcBef>
                <a:spcPts val="0"/>
              </a:spcBef>
              <a:spcAft>
                <a:spcPts val="0"/>
              </a:spcAft>
              <a:buNone/>
              <a:defRPr>
                <a:latin typeface="Jost"/>
                <a:ea typeface="Jost"/>
                <a:cs typeface="Jost"/>
                <a:sym typeface="Jost"/>
              </a:defRPr>
            </a:lvl4pPr>
            <a:lvl5pPr lvl="4">
              <a:spcBef>
                <a:spcPts val="0"/>
              </a:spcBef>
              <a:spcAft>
                <a:spcPts val="0"/>
              </a:spcAft>
              <a:buNone/>
              <a:defRPr>
                <a:latin typeface="Jost"/>
                <a:ea typeface="Jost"/>
                <a:cs typeface="Jost"/>
                <a:sym typeface="Jost"/>
              </a:defRPr>
            </a:lvl5pPr>
            <a:lvl6pPr lvl="5">
              <a:spcBef>
                <a:spcPts val="0"/>
              </a:spcBef>
              <a:spcAft>
                <a:spcPts val="0"/>
              </a:spcAft>
              <a:buNone/>
              <a:defRPr>
                <a:latin typeface="Jost"/>
                <a:ea typeface="Jost"/>
                <a:cs typeface="Jost"/>
                <a:sym typeface="Jost"/>
              </a:defRPr>
            </a:lvl6pPr>
            <a:lvl7pPr lvl="6">
              <a:spcBef>
                <a:spcPts val="0"/>
              </a:spcBef>
              <a:spcAft>
                <a:spcPts val="0"/>
              </a:spcAft>
              <a:buNone/>
              <a:defRPr>
                <a:latin typeface="Jost"/>
                <a:ea typeface="Jost"/>
                <a:cs typeface="Jost"/>
                <a:sym typeface="Jost"/>
              </a:defRPr>
            </a:lvl7pPr>
            <a:lvl8pPr lvl="7">
              <a:spcBef>
                <a:spcPts val="0"/>
              </a:spcBef>
              <a:spcAft>
                <a:spcPts val="0"/>
              </a:spcAft>
              <a:buNone/>
              <a:defRPr>
                <a:latin typeface="Jost"/>
                <a:ea typeface="Jost"/>
                <a:cs typeface="Jost"/>
                <a:sym typeface="Jost"/>
              </a:defRPr>
            </a:lvl8pPr>
            <a:lvl9pPr lvl="8">
              <a:spcBef>
                <a:spcPts val="0"/>
              </a:spcBef>
              <a:spcAft>
                <a:spcPts val="0"/>
              </a:spcAft>
              <a:buNone/>
              <a:defRPr>
                <a:latin typeface="Jost"/>
                <a:ea typeface="Jost"/>
                <a:cs typeface="Jost"/>
                <a:sym typeface="Jost"/>
              </a:defRPr>
            </a:lvl9pPr>
          </a:lstStyle>
          <a:p/>
        </p:txBody>
      </p:sp>
      <p:sp>
        <p:nvSpPr>
          <p:cNvPr id="544" name="Google Shape;544;p51"/>
          <p:cNvSpPr txBox="1"/>
          <p:nvPr>
            <p:ph idx="3" type="title"/>
          </p:nvPr>
        </p:nvSpPr>
        <p:spPr>
          <a:xfrm>
            <a:off x="228600" y="1960022"/>
            <a:ext cx="7224600" cy="1265100"/>
          </a:xfrm>
          <a:prstGeom prst="rect">
            <a:avLst/>
          </a:prstGeom>
        </p:spPr>
        <p:txBody>
          <a:bodyPr anchorCtr="0" anchor="t" bIns="0" lIns="0" spcFirstLastPara="1" rIns="0" wrap="square" tIns="0">
            <a:noAutofit/>
          </a:bodyPr>
          <a:lstStyle>
            <a:lvl1pPr lvl="0">
              <a:lnSpc>
                <a:spcPct val="90000"/>
              </a:lnSpc>
              <a:spcBef>
                <a:spcPts val="0"/>
              </a:spcBef>
              <a:spcAft>
                <a:spcPts val="0"/>
              </a:spcAft>
              <a:buNone/>
              <a:defRPr sz="4500"/>
            </a:lvl1pPr>
            <a:lvl2pPr lvl="1">
              <a:lnSpc>
                <a:spcPct val="90000"/>
              </a:lnSpc>
              <a:spcBef>
                <a:spcPts val="0"/>
              </a:spcBef>
              <a:spcAft>
                <a:spcPts val="0"/>
              </a:spcAft>
              <a:buClr>
                <a:schemeClr val="dk1"/>
              </a:buClr>
              <a:buSzPts val="4500"/>
              <a:buFont typeface="Figtree"/>
              <a:buNone/>
              <a:defRPr sz="4500">
                <a:solidFill>
                  <a:schemeClr val="dk1"/>
                </a:solidFill>
                <a:latin typeface="Figtree"/>
                <a:ea typeface="Figtree"/>
                <a:cs typeface="Figtree"/>
                <a:sym typeface="Figtree"/>
              </a:defRPr>
            </a:lvl2pPr>
            <a:lvl3pPr lvl="2">
              <a:lnSpc>
                <a:spcPct val="90000"/>
              </a:lnSpc>
              <a:spcBef>
                <a:spcPts val="0"/>
              </a:spcBef>
              <a:spcAft>
                <a:spcPts val="0"/>
              </a:spcAft>
              <a:buClr>
                <a:schemeClr val="dk1"/>
              </a:buClr>
              <a:buSzPts val="4500"/>
              <a:buFont typeface="Figtree"/>
              <a:buNone/>
              <a:defRPr sz="4500">
                <a:solidFill>
                  <a:schemeClr val="dk1"/>
                </a:solidFill>
                <a:latin typeface="Figtree"/>
                <a:ea typeface="Figtree"/>
                <a:cs typeface="Figtree"/>
                <a:sym typeface="Figtree"/>
              </a:defRPr>
            </a:lvl3pPr>
            <a:lvl4pPr lvl="3">
              <a:lnSpc>
                <a:spcPct val="90000"/>
              </a:lnSpc>
              <a:spcBef>
                <a:spcPts val="0"/>
              </a:spcBef>
              <a:spcAft>
                <a:spcPts val="0"/>
              </a:spcAft>
              <a:buClr>
                <a:schemeClr val="dk1"/>
              </a:buClr>
              <a:buSzPts val="4500"/>
              <a:buFont typeface="Figtree"/>
              <a:buNone/>
              <a:defRPr sz="4500">
                <a:solidFill>
                  <a:schemeClr val="dk1"/>
                </a:solidFill>
                <a:latin typeface="Figtree"/>
                <a:ea typeface="Figtree"/>
                <a:cs typeface="Figtree"/>
                <a:sym typeface="Figtree"/>
              </a:defRPr>
            </a:lvl4pPr>
            <a:lvl5pPr lvl="4">
              <a:lnSpc>
                <a:spcPct val="90000"/>
              </a:lnSpc>
              <a:spcBef>
                <a:spcPts val="0"/>
              </a:spcBef>
              <a:spcAft>
                <a:spcPts val="0"/>
              </a:spcAft>
              <a:buClr>
                <a:schemeClr val="dk1"/>
              </a:buClr>
              <a:buSzPts val="4500"/>
              <a:buFont typeface="Figtree"/>
              <a:buNone/>
              <a:defRPr sz="4500">
                <a:solidFill>
                  <a:schemeClr val="dk1"/>
                </a:solidFill>
                <a:latin typeface="Figtree"/>
                <a:ea typeface="Figtree"/>
                <a:cs typeface="Figtree"/>
                <a:sym typeface="Figtree"/>
              </a:defRPr>
            </a:lvl5pPr>
            <a:lvl6pPr lvl="5">
              <a:lnSpc>
                <a:spcPct val="90000"/>
              </a:lnSpc>
              <a:spcBef>
                <a:spcPts val="0"/>
              </a:spcBef>
              <a:spcAft>
                <a:spcPts val="0"/>
              </a:spcAft>
              <a:buClr>
                <a:schemeClr val="dk1"/>
              </a:buClr>
              <a:buSzPts val="4500"/>
              <a:buFont typeface="Figtree"/>
              <a:buNone/>
              <a:defRPr sz="4500">
                <a:solidFill>
                  <a:schemeClr val="dk1"/>
                </a:solidFill>
                <a:latin typeface="Figtree"/>
                <a:ea typeface="Figtree"/>
                <a:cs typeface="Figtree"/>
                <a:sym typeface="Figtree"/>
              </a:defRPr>
            </a:lvl6pPr>
            <a:lvl7pPr lvl="6">
              <a:lnSpc>
                <a:spcPct val="90000"/>
              </a:lnSpc>
              <a:spcBef>
                <a:spcPts val="0"/>
              </a:spcBef>
              <a:spcAft>
                <a:spcPts val="0"/>
              </a:spcAft>
              <a:buClr>
                <a:schemeClr val="dk1"/>
              </a:buClr>
              <a:buSzPts val="4500"/>
              <a:buFont typeface="Figtree"/>
              <a:buNone/>
              <a:defRPr sz="4500">
                <a:solidFill>
                  <a:schemeClr val="dk1"/>
                </a:solidFill>
                <a:latin typeface="Figtree"/>
                <a:ea typeface="Figtree"/>
                <a:cs typeface="Figtree"/>
                <a:sym typeface="Figtree"/>
              </a:defRPr>
            </a:lvl7pPr>
            <a:lvl8pPr lvl="7">
              <a:lnSpc>
                <a:spcPct val="90000"/>
              </a:lnSpc>
              <a:spcBef>
                <a:spcPts val="0"/>
              </a:spcBef>
              <a:spcAft>
                <a:spcPts val="0"/>
              </a:spcAft>
              <a:buClr>
                <a:schemeClr val="dk1"/>
              </a:buClr>
              <a:buSzPts val="4500"/>
              <a:buFont typeface="Figtree"/>
              <a:buNone/>
              <a:defRPr sz="4500">
                <a:solidFill>
                  <a:schemeClr val="dk1"/>
                </a:solidFill>
                <a:latin typeface="Figtree"/>
                <a:ea typeface="Figtree"/>
                <a:cs typeface="Figtree"/>
                <a:sym typeface="Figtree"/>
              </a:defRPr>
            </a:lvl8pPr>
            <a:lvl9pPr lvl="8">
              <a:lnSpc>
                <a:spcPct val="90000"/>
              </a:lnSpc>
              <a:spcBef>
                <a:spcPts val="0"/>
              </a:spcBef>
              <a:spcAft>
                <a:spcPts val="0"/>
              </a:spcAft>
              <a:buClr>
                <a:schemeClr val="dk1"/>
              </a:buClr>
              <a:buSzPts val="4500"/>
              <a:buFont typeface="Figtree"/>
              <a:buNone/>
              <a:defRPr sz="4500">
                <a:solidFill>
                  <a:schemeClr val="dk1"/>
                </a:solidFill>
                <a:latin typeface="Figtree"/>
                <a:ea typeface="Figtree"/>
                <a:cs typeface="Figtree"/>
                <a:sym typeface="Figtree"/>
              </a:defRPr>
            </a:lvl9pPr>
          </a:lstStyle>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rt">
  <p:cSld name="CUSTOM_8_1_1_1_1_1_1_1_1_1_1_1_1_1_1_1_1_1_1_1_1_1_1_1">
    <p:spTree>
      <p:nvGrpSpPr>
        <p:cNvPr id="545" name="Shape 545"/>
        <p:cNvGrpSpPr/>
        <p:nvPr/>
      </p:nvGrpSpPr>
      <p:grpSpPr>
        <a:xfrm>
          <a:off x="0" y="0"/>
          <a:ext cx="0" cy="0"/>
          <a:chOff x="0" y="0"/>
          <a:chExt cx="0" cy="0"/>
        </a:xfrm>
      </p:grpSpPr>
      <p:sp>
        <p:nvSpPr>
          <p:cNvPr id="546" name="Google Shape;546;p52"/>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547" name="Google Shape;547;p52"/>
          <p:cNvSpPr txBox="1"/>
          <p:nvPr>
            <p:ph idx="2"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548" name="Google Shape;548;p52"/>
          <p:cNvSpPr txBox="1"/>
          <p:nvPr>
            <p:ph idx="3" type="title"/>
          </p:nvPr>
        </p:nvSpPr>
        <p:spPr>
          <a:xfrm>
            <a:off x="228600" y="457200"/>
            <a:ext cx="4160400" cy="4647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
        <p:nvSpPr>
          <p:cNvPr id="549" name="Google Shape;549;p52"/>
          <p:cNvSpPr txBox="1"/>
          <p:nvPr>
            <p:ph idx="1" type="subTitle"/>
          </p:nvPr>
        </p:nvSpPr>
        <p:spPr>
          <a:xfrm>
            <a:off x="1638400" y="1547558"/>
            <a:ext cx="1372500" cy="431700"/>
          </a:xfrm>
          <a:prstGeom prst="rect">
            <a:avLst/>
          </a:prstGeom>
        </p:spPr>
        <p:txBody>
          <a:bodyPr anchorCtr="0" anchor="ctr" bIns="0" lIns="0" spcFirstLastPara="1" rIns="0" wrap="square" tIns="0">
            <a:noAutofit/>
          </a:bodyPr>
          <a:lstStyle>
            <a:lvl1pPr lvl="0" algn="ctr">
              <a:spcBef>
                <a:spcPts val="0"/>
              </a:spcBef>
              <a:spcAft>
                <a:spcPts val="0"/>
              </a:spcAft>
              <a:buNone/>
              <a:defRPr sz="1200"/>
            </a:lvl1pPr>
            <a:lvl2pPr lvl="1" algn="ctr">
              <a:spcBef>
                <a:spcPts val="0"/>
              </a:spcBef>
              <a:spcAft>
                <a:spcPts val="0"/>
              </a:spcAft>
              <a:buNone/>
              <a:defRPr sz="1200"/>
            </a:lvl2pPr>
            <a:lvl3pPr lvl="2" algn="ctr">
              <a:spcBef>
                <a:spcPts val="0"/>
              </a:spcBef>
              <a:spcAft>
                <a:spcPts val="0"/>
              </a:spcAft>
              <a:buNone/>
              <a:defRPr sz="1200"/>
            </a:lvl3pPr>
            <a:lvl4pPr lvl="3" algn="ctr">
              <a:spcBef>
                <a:spcPts val="0"/>
              </a:spcBef>
              <a:spcAft>
                <a:spcPts val="0"/>
              </a:spcAft>
              <a:buNone/>
              <a:defRPr sz="1200"/>
            </a:lvl4pPr>
            <a:lvl5pPr lvl="4" algn="ctr">
              <a:spcBef>
                <a:spcPts val="0"/>
              </a:spcBef>
              <a:spcAft>
                <a:spcPts val="0"/>
              </a:spcAft>
              <a:buNone/>
              <a:defRPr sz="1200"/>
            </a:lvl5pPr>
            <a:lvl6pPr lvl="5" algn="ctr">
              <a:spcBef>
                <a:spcPts val="0"/>
              </a:spcBef>
              <a:spcAft>
                <a:spcPts val="0"/>
              </a:spcAft>
              <a:buNone/>
              <a:defRPr sz="1200"/>
            </a:lvl6pPr>
            <a:lvl7pPr lvl="6" algn="ctr">
              <a:spcBef>
                <a:spcPts val="0"/>
              </a:spcBef>
              <a:spcAft>
                <a:spcPts val="0"/>
              </a:spcAft>
              <a:buNone/>
              <a:defRPr sz="1200"/>
            </a:lvl7pPr>
            <a:lvl8pPr lvl="7" algn="ctr">
              <a:spcBef>
                <a:spcPts val="0"/>
              </a:spcBef>
              <a:spcAft>
                <a:spcPts val="0"/>
              </a:spcAft>
              <a:buNone/>
              <a:defRPr sz="1200"/>
            </a:lvl8pPr>
            <a:lvl9pPr lvl="8" algn="ctr">
              <a:spcBef>
                <a:spcPts val="0"/>
              </a:spcBef>
              <a:spcAft>
                <a:spcPts val="0"/>
              </a:spcAft>
              <a:buNone/>
              <a:defRPr sz="1200"/>
            </a:lvl9pPr>
          </a:lstStyle>
          <a:p/>
        </p:txBody>
      </p:sp>
      <p:sp>
        <p:nvSpPr>
          <p:cNvPr id="550" name="Google Shape;550;p52"/>
          <p:cNvSpPr txBox="1"/>
          <p:nvPr>
            <p:ph idx="4" type="subTitle"/>
          </p:nvPr>
        </p:nvSpPr>
        <p:spPr>
          <a:xfrm>
            <a:off x="3099713" y="1547558"/>
            <a:ext cx="1372500" cy="431700"/>
          </a:xfrm>
          <a:prstGeom prst="rect">
            <a:avLst/>
          </a:prstGeom>
        </p:spPr>
        <p:txBody>
          <a:bodyPr anchorCtr="0" anchor="ctr" bIns="0" lIns="0" spcFirstLastPara="1" rIns="0" wrap="square" tIns="0">
            <a:noAutofit/>
          </a:bodyPr>
          <a:lstStyle>
            <a:lvl1pPr lvl="0" algn="ctr">
              <a:spcBef>
                <a:spcPts val="0"/>
              </a:spcBef>
              <a:spcAft>
                <a:spcPts val="0"/>
              </a:spcAft>
              <a:buNone/>
              <a:defRPr sz="1200"/>
            </a:lvl1pPr>
            <a:lvl2pPr lvl="1" algn="ctr">
              <a:spcBef>
                <a:spcPts val="0"/>
              </a:spcBef>
              <a:spcAft>
                <a:spcPts val="0"/>
              </a:spcAft>
              <a:buNone/>
              <a:defRPr sz="1200"/>
            </a:lvl2pPr>
            <a:lvl3pPr lvl="2" algn="ctr">
              <a:spcBef>
                <a:spcPts val="0"/>
              </a:spcBef>
              <a:spcAft>
                <a:spcPts val="0"/>
              </a:spcAft>
              <a:buNone/>
              <a:defRPr sz="1200"/>
            </a:lvl3pPr>
            <a:lvl4pPr lvl="3" algn="ctr">
              <a:spcBef>
                <a:spcPts val="0"/>
              </a:spcBef>
              <a:spcAft>
                <a:spcPts val="0"/>
              </a:spcAft>
              <a:buNone/>
              <a:defRPr sz="1200"/>
            </a:lvl4pPr>
            <a:lvl5pPr lvl="4" algn="ctr">
              <a:spcBef>
                <a:spcPts val="0"/>
              </a:spcBef>
              <a:spcAft>
                <a:spcPts val="0"/>
              </a:spcAft>
              <a:buNone/>
              <a:defRPr sz="1200"/>
            </a:lvl5pPr>
            <a:lvl6pPr lvl="5" algn="ctr">
              <a:spcBef>
                <a:spcPts val="0"/>
              </a:spcBef>
              <a:spcAft>
                <a:spcPts val="0"/>
              </a:spcAft>
              <a:buNone/>
              <a:defRPr sz="1200"/>
            </a:lvl6pPr>
            <a:lvl7pPr lvl="6" algn="ctr">
              <a:spcBef>
                <a:spcPts val="0"/>
              </a:spcBef>
              <a:spcAft>
                <a:spcPts val="0"/>
              </a:spcAft>
              <a:buNone/>
              <a:defRPr sz="1200"/>
            </a:lvl7pPr>
            <a:lvl8pPr lvl="7" algn="ctr">
              <a:spcBef>
                <a:spcPts val="0"/>
              </a:spcBef>
              <a:spcAft>
                <a:spcPts val="0"/>
              </a:spcAft>
              <a:buNone/>
              <a:defRPr sz="1200"/>
            </a:lvl8pPr>
            <a:lvl9pPr lvl="8" algn="ctr">
              <a:spcBef>
                <a:spcPts val="0"/>
              </a:spcBef>
              <a:spcAft>
                <a:spcPts val="0"/>
              </a:spcAft>
              <a:buNone/>
              <a:defRPr sz="1200"/>
            </a:lvl9pPr>
          </a:lstStyle>
          <a:p/>
        </p:txBody>
      </p:sp>
      <p:sp>
        <p:nvSpPr>
          <p:cNvPr id="551" name="Google Shape;551;p52"/>
          <p:cNvSpPr txBox="1"/>
          <p:nvPr>
            <p:ph idx="5" type="subTitle"/>
          </p:nvPr>
        </p:nvSpPr>
        <p:spPr>
          <a:xfrm>
            <a:off x="4563613" y="1547558"/>
            <a:ext cx="1372500" cy="431700"/>
          </a:xfrm>
          <a:prstGeom prst="rect">
            <a:avLst/>
          </a:prstGeom>
        </p:spPr>
        <p:txBody>
          <a:bodyPr anchorCtr="0" anchor="ctr" bIns="0" lIns="0" spcFirstLastPara="1" rIns="0" wrap="square" tIns="0">
            <a:noAutofit/>
          </a:bodyPr>
          <a:lstStyle>
            <a:lvl1pPr lvl="0" algn="ctr">
              <a:spcBef>
                <a:spcPts val="0"/>
              </a:spcBef>
              <a:spcAft>
                <a:spcPts val="0"/>
              </a:spcAft>
              <a:buNone/>
              <a:defRPr sz="1200"/>
            </a:lvl1pPr>
            <a:lvl2pPr lvl="1" algn="ctr">
              <a:spcBef>
                <a:spcPts val="0"/>
              </a:spcBef>
              <a:spcAft>
                <a:spcPts val="0"/>
              </a:spcAft>
              <a:buNone/>
              <a:defRPr sz="1200"/>
            </a:lvl2pPr>
            <a:lvl3pPr lvl="2" algn="ctr">
              <a:spcBef>
                <a:spcPts val="0"/>
              </a:spcBef>
              <a:spcAft>
                <a:spcPts val="0"/>
              </a:spcAft>
              <a:buNone/>
              <a:defRPr sz="1200"/>
            </a:lvl3pPr>
            <a:lvl4pPr lvl="3" algn="ctr">
              <a:spcBef>
                <a:spcPts val="0"/>
              </a:spcBef>
              <a:spcAft>
                <a:spcPts val="0"/>
              </a:spcAft>
              <a:buNone/>
              <a:defRPr sz="1200"/>
            </a:lvl4pPr>
            <a:lvl5pPr lvl="4" algn="ctr">
              <a:spcBef>
                <a:spcPts val="0"/>
              </a:spcBef>
              <a:spcAft>
                <a:spcPts val="0"/>
              </a:spcAft>
              <a:buNone/>
              <a:defRPr sz="1200"/>
            </a:lvl5pPr>
            <a:lvl6pPr lvl="5" algn="ctr">
              <a:spcBef>
                <a:spcPts val="0"/>
              </a:spcBef>
              <a:spcAft>
                <a:spcPts val="0"/>
              </a:spcAft>
              <a:buNone/>
              <a:defRPr sz="1200"/>
            </a:lvl6pPr>
            <a:lvl7pPr lvl="6" algn="ctr">
              <a:spcBef>
                <a:spcPts val="0"/>
              </a:spcBef>
              <a:spcAft>
                <a:spcPts val="0"/>
              </a:spcAft>
              <a:buNone/>
              <a:defRPr sz="1200"/>
            </a:lvl7pPr>
            <a:lvl8pPr lvl="7" algn="ctr">
              <a:spcBef>
                <a:spcPts val="0"/>
              </a:spcBef>
              <a:spcAft>
                <a:spcPts val="0"/>
              </a:spcAft>
              <a:buNone/>
              <a:defRPr sz="1200"/>
            </a:lvl8pPr>
            <a:lvl9pPr lvl="8" algn="ctr">
              <a:spcBef>
                <a:spcPts val="0"/>
              </a:spcBef>
              <a:spcAft>
                <a:spcPts val="0"/>
              </a:spcAft>
              <a:buNone/>
              <a:defRPr sz="1200"/>
            </a:lvl9pPr>
          </a:lstStyle>
          <a:p/>
        </p:txBody>
      </p:sp>
      <p:sp>
        <p:nvSpPr>
          <p:cNvPr id="552" name="Google Shape;552;p52"/>
          <p:cNvSpPr txBox="1"/>
          <p:nvPr>
            <p:ph idx="6" type="subTitle"/>
          </p:nvPr>
        </p:nvSpPr>
        <p:spPr>
          <a:xfrm>
            <a:off x="6024925" y="1547558"/>
            <a:ext cx="1372500" cy="431700"/>
          </a:xfrm>
          <a:prstGeom prst="rect">
            <a:avLst/>
          </a:prstGeom>
        </p:spPr>
        <p:txBody>
          <a:bodyPr anchorCtr="0" anchor="ctr" bIns="0" lIns="0" spcFirstLastPara="1" rIns="0" wrap="square" tIns="0">
            <a:noAutofit/>
          </a:bodyPr>
          <a:lstStyle>
            <a:lvl1pPr lvl="0" algn="ctr">
              <a:spcBef>
                <a:spcPts val="0"/>
              </a:spcBef>
              <a:spcAft>
                <a:spcPts val="0"/>
              </a:spcAft>
              <a:buNone/>
              <a:defRPr sz="1200"/>
            </a:lvl1pPr>
            <a:lvl2pPr lvl="1" algn="ctr">
              <a:spcBef>
                <a:spcPts val="0"/>
              </a:spcBef>
              <a:spcAft>
                <a:spcPts val="0"/>
              </a:spcAft>
              <a:buNone/>
              <a:defRPr sz="1200"/>
            </a:lvl2pPr>
            <a:lvl3pPr lvl="2" algn="ctr">
              <a:spcBef>
                <a:spcPts val="0"/>
              </a:spcBef>
              <a:spcAft>
                <a:spcPts val="0"/>
              </a:spcAft>
              <a:buNone/>
              <a:defRPr sz="1200"/>
            </a:lvl3pPr>
            <a:lvl4pPr lvl="3" algn="ctr">
              <a:spcBef>
                <a:spcPts val="0"/>
              </a:spcBef>
              <a:spcAft>
                <a:spcPts val="0"/>
              </a:spcAft>
              <a:buNone/>
              <a:defRPr sz="1200"/>
            </a:lvl4pPr>
            <a:lvl5pPr lvl="4" algn="ctr">
              <a:spcBef>
                <a:spcPts val="0"/>
              </a:spcBef>
              <a:spcAft>
                <a:spcPts val="0"/>
              </a:spcAft>
              <a:buNone/>
              <a:defRPr sz="1200"/>
            </a:lvl5pPr>
            <a:lvl6pPr lvl="5" algn="ctr">
              <a:spcBef>
                <a:spcPts val="0"/>
              </a:spcBef>
              <a:spcAft>
                <a:spcPts val="0"/>
              </a:spcAft>
              <a:buNone/>
              <a:defRPr sz="1200"/>
            </a:lvl6pPr>
            <a:lvl7pPr lvl="6" algn="ctr">
              <a:spcBef>
                <a:spcPts val="0"/>
              </a:spcBef>
              <a:spcAft>
                <a:spcPts val="0"/>
              </a:spcAft>
              <a:buNone/>
              <a:defRPr sz="1200"/>
            </a:lvl7pPr>
            <a:lvl8pPr lvl="7" algn="ctr">
              <a:spcBef>
                <a:spcPts val="0"/>
              </a:spcBef>
              <a:spcAft>
                <a:spcPts val="0"/>
              </a:spcAft>
              <a:buNone/>
              <a:defRPr sz="1200"/>
            </a:lvl8pPr>
            <a:lvl9pPr lvl="8" algn="ctr">
              <a:spcBef>
                <a:spcPts val="0"/>
              </a:spcBef>
              <a:spcAft>
                <a:spcPts val="0"/>
              </a:spcAft>
              <a:buNone/>
              <a:defRPr sz="1200"/>
            </a:lvl9pPr>
          </a:lstStyle>
          <a:p/>
        </p:txBody>
      </p:sp>
      <p:sp>
        <p:nvSpPr>
          <p:cNvPr id="553" name="Google Shape;553;p52"/>
          <p:cNvSpPr txBox="1"/>
          <p:nvPr>
            <p:ph idx="7" type="subTitle"/>
          </p:nvPr>
        </p:nvSpPr>
        <p:spPr>
          <a:xfrm>
            <a:off x="7521175" y="1547546"/>
            <a:ext cx="1372500" cy="431700"/>
          </a:xfrm>
          <a:prstGeom prst="rect">
            <a:avLst/>
          </a:prstGeom>
        </p:spPr>
        <p:txBody>
          <a:bodyPr anchorCtr="0" anchor="ctr" bIns="0" lIns="0" spcFirstLastPara="1" rIns="0" wrap="square" tIns="0">
            <a:noAutofit/>
          </a:bodyPr>
          <a:lstStyle>
            <a:lvl1pPr lvl="0" algn="ctr">
              <a:spcBef>
                <a:spcPts val="0"/>
              </a:spcBef>
              <a:spcAft>
                <a:spcPts val="0"/>
              </a:spcAft>
              <a:buNone/>
              <a:defRPr sz="1200"/>
            </a:lvl1pPr>
            <a:lvl2pPr lvl="1" algn="ctr">
              <a:spcBef>
                <a:spcPts val="0"/>
              </a:spcBef>
              <a:spcAft>
                <a:spcPts val="0"/>
              </a:spcAft>
              <a:buNone/>
              <a:defRPr sz="1200"/>
            </a:lvl2pPr>
            <a:lvl3pPr lvl="2" algn="ctr">
              <a:spcBef>
                <a:spcPts val="0"/>
              </a:spcBef>
              <a:spcAft>
                <a:spcPts val="0"/>
              </a:spcAft>
              <a:buNone/>
              <a:defRPr sz="1200"/>
            </a:lvl3pPr>
            <a:lvl4pPr lvl="3" algn="ctr">
              <a:spcBef>
                <a:spcPts val="0"/>
              </a:spcBef>
              <a:spcAft>
                <a:spcPts val="0"/>
              </a:spcAft>
              <a:buNone/>
              <a:defRPr sz="1200"/>
            </a:lvl4pPr>
            <a:lvl5pPr lvl="4" algn="ctr">
              <a:spcBef>
                <a:spcPts val="0"/>
              </a:spcBef>
              <a:spcAft>
                <a:spcPts val="0"/>
              </a:spcAft>
              <a:buNone/>
              <a:defRPr sz="1200"/>
            </a:lvl5pPr>
            <a:lvl6pPr lvl="5" algn="ctr">
              <a:spcBef>
                <a:spcPts val="0"/>
              </a:spcBef>
              <a:spcAft>
                <a:spcPts val="0"/>
              </a:spcAft>
              <a:buNone/>
              <a:defRPr sz="1200"/>
            </a:lvl6pPr>
            <a:lvl7pPr lvl="6" algn="ctr">
              <a:spcBef>
                <a:spcPts val="0"/>
              </a:spcBef>
              <a:spcAft>
                <a:spcPts val="0"/>
              </a:spcAft>
              <a:buNone/>
              <a:defRPr sz="1200"/>
            </a:lvl7pPr>
            <a:lvl8pPr lvl="7" algn="ctr">
              <a:spcBef>
                <a:spcPts val="0"/>
              </a:spcBef>
              <a:spcAft>
                <a:spcPts val="0"/>
              </a:spcAft>
              <a:buNone/>
              <a:defRPr sz="1200"/>
            </a:lvl8pPr>
            <a:lvl9pPr lvl="8" algn="ctr">
              <a:spcBef>
                <a:spcPts val="0"/>
              </a:spcBef>
              <a:spcAft>
                <a:spcPts val="0"/>
              </a:spcAft>
              <a:buNone/>
              <a:defRPr sz="1200"/>
            </a:lvl9pPr>
          </a:lstStyle>
          <a:p/>
        </p:txBody>
      </p:sp>
      <p:sp>
        <p:nvSpPr>
          <p:cNvPr id="554" name="Google Shape;554;p52"/>
          <p:cNvSpPr txBox="1"/>
          <p:nvPr>
            <p:ph idx="8" type="subTitle"/>
          </p:nvPr>
        </p:nvSpPr>
        <p:spPr>
          <a:xfrm>
            <a:off x="381000" y="2131483"/>
            <a:ext cx="1105800" cy="431700"/>
          </a:xfrm>
          <a:prstGeom prst="rect">
            <a:avLst/>
          </a:prstGeom>
        </p:spPr>
        <p:txBody>
          <a:bodyPr anchorCtr="0" anchor="ctr" bIns="0" lIns="0" spcFirstLastPara="1" rIns="0" wrap="square" tIns="0">
            <a:noAutofit/>
          </a:bodyPr>
          <a:lstStyle>
            <a:lvl1pPr lvl="0">
              <a:spcBef>
                <a:spcPts val="0"/>
              </a:spcBef>
              <a:spcAft>
                <a:spcPts val="0"/>
              </a:spcAft>
              <a:buNone/>
              <a:defRPr sz="1200"/>
            </a:lvl1pPr>
            <a:lvl2pPr lvl="1">
              <a:spcBef>
                <a:spcPts val="0"/>
              </a:spcBef>
              <a:spcAft>
                <a:spcPts val="0"/>
              </a:spcAft>
              <a:buNone/>
              <a:defRPr sz="1200"/>
            </a:lvl2pPr>
            <a:lvl3pPr lvl="2">
              <a:spcBef>
                <a:spcPts val="0"/>
              </a:spcBef>
              <a:spcAft>
                <a:spcPts val="0"/>
              </a:spcAft>
              <a:buNone/>
              <a:defRPr sz="1200"/>
            </a:lvl3pPr>
            <a:lvl4pPr lvl="3">
              <a:spcBef>
                <a:spcPts val="0"/>
              </a:spcBef>
              <a:spcAft>
                <a:spcPts val="0"/>
              </a:spcAft>
              <a:buNone/>
              <a:defRPr sz="1200"/>
            </a:lvl4pPr>
            <a:lvl5pPr lvl="4">
              <a:spcBef>
                <a:spcPts val="0"/>
              </a:spcBef>
              <a:spcAft>
                <a:spcPts val="0"/>
              </a:spcAft>
              <a:buNone/>
              <a:defRPr sz="1200"/>
            </a:lvl5pPr>
            <a:lvl6pPr lvl="5">
              <a:spcBef>
                <a:spcPts val="0"/>
              </a:spcBef>
              <a:spcAft>
                <a:spcPts val="0"/>
              </a:spcAft>
              <a:buNone/>
              <a:defRPr sz="1200"/>
            </a:lvl6pPr>
            <a:lvl7pPr lvl="6">
              <a:spcBef>
                <a:spcPts val="0"/>
              </a:spcBef>
              <a:spcAft>
                <a:spcPts val="0"/>
              </a:spcAft>
              <a:buNone/>
              <a:defRPr sz="1200"/>
            </a:lvl7pPr>
            <a:lvl8pPr lvl="7">
              <a:spcBef>
                <a:spcPts val="0"/>
              </a:spcBef>
              <a:spcAft>
                <a:spcPts val="0"/>
              </a:spcAft>
              <a:buNone/>
              <a:defRPr sz="1200"/>
            </a:lvl8pPr>
            <a:lvl9pPr lvl="8">
              <a:spcBef>
                <a:spcPts val="0"/>
              </a:spcBef>
              <a:spcAft>
                <a:spcPts val="0"/>
              </a:spcAft>
              <a:buNone/>
              <a:defRPr sz="1200"/>
            </a:lvl9pPr>
          </a:lstStyle>
          <a:p/>
        </p:txBody>
      </p:sp>
      <p:sp>
        <p:nvSpPr>
          <p:cNvPr id="555" name="Google Shape;555;p52"/>
          <p:cNvSpPr txBox="1"/>
          <p:nvPr>
            <p:ph idx="9" type="subTitle"/>
          </p:nvPr>
        </p:nvSpPr>
        <p:spPr>
          <a:xfrm>
            <a:off x="381000" y="2687933"/>
            <a:ext cx="1105800" cy="431700"/>
          </a:xfrm>
          <a:prstGeom prst="rect">
            <a:avLst/>
          </a:prstGeom>
        </p:spPr>
        <p:txBody>
          <a:bodyPr anchorCtr="0" anchor="ctr" bIns="0" lIns="0" spcFirstLastPara="1" rIns="0" wrap="square" tIns="0">
            <a:noAutofit/>
          </a:bodyPr>
          <a:lstStyle>
            <a:lvl1pPr lvl="0">
              <a:spcBef>
                <a:spcPts val="0"/>
              </a:spcBef>
              <a:spcAft>
                <a:spcPts val="0"/>
              </a:spcAft>
              <a:buNone/>
              <a:defRPr sz="1200"/>
            </a:lvl1pPr>
            <a:lvl2pPr lvl="1">
              <a:spcBef>
                <a:spcPts val="0"/>
              </a:spcBef>
              <a:spcAft>
                <a:spcPts val="0"/>
              </a:spcAft>
              <a:buNone/>
              <a:defRPr sz="1200"/>
            </a:lvl2pPr>
            <a:lvl3pPr lvl="2">
              <a:spcBef>
                <a:spcPts val="0"/>
              </a:spcBef>
              <a:spcAft>
                <a:spcPts val="0"/>
              </a:spcAft>
              <a:buNone/>
              <a:defRPr sz="1200"/>
            </a:lvl3pPr>
            <a:lvl4pPr lvl="3">
              <a:spcBef>
                <a:spcPts val="0"/>
              </a:spcBef>
              <a:spcAft>
                <a:spcPts val="0"/>
              </a:spcAft>
              <a:buNone/>
              <a:defRPr sz="1200"/>
            </a:lvl4pPr>
            <a:lvl5pPr lvl="4">
              <a:spcBef>
                <a:spcPts val="0"/>
              </a:spcBef>
              <a:spcAft>
                <a:spcPts val="0"/>
              </a:spcAft>
              <a:buNone/>
              <a:defRPr sz="1200"/>
            </a:lvl5pPr>
            <a:lvl6pPr lvl="5">
              <a:spcBef>
                <a:spcPts val="0"/>
              </a:spcBef>
              <a:spcAft>
                <a:spcPts val="0"/>
              </a:spcAft>
              <a:buNone/>
              <a:defRPr sz="1200"/>
            </a:lvl6pPr>
            <a:lvl7pPr lvl="6">
              <a:spcBef>
                <a:spcPts val="0"/>
              </a:spcBef>
              <a:spcAft>
                <a:spcPts val="0"/>
              </a:spcAft>
              <a:buNone/>
              <a:defRPr sz="1200"/>
            </a:lvl7pPr>
            <a:lvl8pPr lvl="7">
              <a:spcBef>
                <a:spcPts val="0"/>
              </a:spcBef>
              <a:spcAft>
                <a:spcPts val="0"/>
              </a:spcAft>
              <a:buNone/>
              <a:defRPr sz="1200"/>
            </a:lvl8pPr>
            <a:lvl9pPr lvl="8">
              <a:spcBef>
                <a:spcPts val="0"/>
              </a:spcBef>
              <a:spcAft>
                <a:spcPts val="0"/>
              </a:spcAft>
              <a:buNone/>
              <a:defRPr sz="1200"/>
            </a:lvl9pPr>
          </a:lstStyle>
          <a:p/>
        </p:txBody>
      </p:sp>
      <p:sp>
        <p:nvSpPr>
          <p:cNvPr id="556" name="Google Shape;556;p52"/>
          <p:cNvSpPr txBox="1"/>
          <p:nvPr>
            <p:ph idx="13" type="subTitle"/>
          </p:nvPr>
        </p:nvSpPr>
        <p:spPr>
          <a:xfrm>
            <a:off x="381000" y="3238608"/>
            <a:ext cx="1105800" cy="431700"/>
          </a:xfrm>
          <a:prstGeom prst="rect">
            <a:avLst/>
          </a:prstGeom>
        </p:spPr>
        <p:txBody>
          <a:bodyPr anchorCtr="0" anchor="ctr" bIns="0" lIns="0" spcFirstLastPara="1" rIns="0" wrap="square" tIns="0">
            <a:noAutofit/>
          </a:bodyPr>
          <a:lstStyle>
            <a:lvl1pPr lvl="0">
              <a:spcBef>
                <a:spcPts val="0"/>
              </a:spcBef>
              <a:spcAft>
                <a:spcPts val="0"/>
              </a:spcAft>
              <a:buNone/>
              <a:defRPr sz="1200"/>
            </a:lvl1pPr>
            <a:lvl2pPr lvl="1">
              <a:spcBef>
                <a:spcPts val="0"/>
              </a:spcBef>
              <a:spcAft>
                <a:spcPts val="0"/>
              </a:spcAft>
              <a:buNone/>
              <a:defRPr sz="1200"/>
            </a:lvl2pPr>
            <a:lvl3pPr lvl="2">
              <a:spcBef>
                <a:spcPts val="0"/>
              </a:spcBef>
              <a:spcAft>
                <a:spcPts val="0"/>
              </a:spcAft>
              <a:buNone/>
              <a:defRPr sz="1200"/>
            </a:lvl3pPr>
            <a:lvl4pPr lvl="3">
              <a:spcBef>
                <a:spcPts val="0"/>
              </a:spcBef>
              <a:spcAft>
                <a:spcPts val="0"/>
              </a:spcAft>
              <a:buNone/>
              <a:defRPr sz="1200"/>
            </a:lvl4pPr>
            <a:lvl5pPr lvl="4">
              <a:spcBef>
                <a:spcPts val="0"/>
              </a:spcBef>
              <a:spcAft>
                <a:spcPts val="0"/>
              </a:spcAft>
              <a:buNone/>
              <a:defRPr sz="1200"/>
            </a:lvl5pPr>
            <a:lvl6pPr lvl="5">
              <a:spcBef>
                <a:spcPts val="0"/>
              </a:spcBef>
              <a:spcAft>
                <a:spcPts val="0"/>
              </a:spcAft>
              <a:buNone/>
              <a:defRPr sz="1200"/>
            </a:lvl6pPr>
            <a:lvl7pPr lvl="6">
              <a:spcBef>
                <a:spcPts val="0"/>
              </a:spcBef>
              <a:spcAft>
                <a:spcPts val="0"/>
              </a:spcAft>
              <a:buNone/>
              <a:defRPr sz="1200"/>
            </a:lvl7pPr>
            <a:lvl8pPr lvl="7">
              <a:spcBef>
                <a:spcPts val="0"/>
              </a:spcBef>
              <a:spcAft>
                <a:spcPts val="0"/>
              </a:spcAft>
              <a:buNone/>
              <a:defRPr sz="1200"/>
            </a:lvl8pPr>
            <a:lvl9pPr lvl="8">
              <a:spcBef>
                <a:spcPts val="0"/>
              </a:spcBef>
              <a:spcAft>
                <a:spcPts val="0"/>
              </a:spcAft>
              <a:buNone/>
              <a:defRPr sz="1200"/>
            </a:lvl9pPr>
          </a:lstStyle>
          <a:p/>
        </p:txBody>
      </p:sp>
      <p:sp>
        <p:nvSpPr>
          <p:cNvPr id="557" name="Google Shape;557;p52"/>
          <p:cNvSpPr txBox="1"/>
          <p:nvPr>
            <p:ph idx="14" type="subTitle"/>
          </p:nvPr>
        </p:nvSpPr>
        <p:spPr>
          <a:xfrm>
            <a:off x="381000" y="3795058"/>
            <a:ext cx="1105800" cy="431700"/>
          </a:xfrm>
          <a:prstGeom prst="rect">
            <a:avLst/>
          </a:prstGeom>
        </p:spPr>
        <p:txBody>
          <a:bodyPr anchorCtr="0" anchor="ctr" bIns="0" lIns="0" spcFirstLastPara="1" rIns="0" wrap="square" tIns="0">
            <a:noAutofit/>
          </a:bodyPr>
          <a:lstStyle>
            <a:lvl1pPr lvl="0">
              <a:spcBef>
                <a:spcPts val="0"/>
              </a:spcBef>
              <a:spcAft>
                <a:spcPts val="0"/>
              </a:spcAft>
              <a:buNone/>
              <a:defRPr sz="1200"/>
            </a:lvl1pPr>
            <a:lvl2pPr lvl="1">
              <a:spcBef>
                <a:spcPts val="0"/>
              </a:spcBef>
              <a:spcAft>
                <a:spcPts val="0"/>
              </a:spcAft>
              <a:buNone/>
              <a:defRPr sz="1200"/>
            </a:lvl2pPr>
            <a:lvl3pPr lvl="2">
              <a:spcBef>
                <a:spcPts val="0"/>
              </a:spcBef>
              <a:spcAft>
                <a:spcPts val="0"/>
              </a:spcAft>
              <a:buNone/>
              <a:defRPr sz="1200"/>
            </a:lvl3pPr>
            <a:lvl4pPr lvl="3">
              <a:spcBef>
                <a:spcPts val="0"/>
              </a:spcBef>
              <a:spcAft>
                <a:spcPts val="0"/>
              </a:spcAft>
              <a:buNone/>
              <a:defRPr sz="1200"/>
            </a:lvl4pPr>
            <a:lvl5pPr lvl="4">
              <a:spcBef>
                <a:spcPts val="0"/>
              </a:spcBef>
              <a:spcAft>
                <a:spcPts val="0"/>
              </a:spcAft>
              <a:buNone/>
              <a:defRPr sz="1200"/>
            </a:lvl5pPr>
            <a:lvl6pPr lvl="5">
              <a:spcBef>
                <a:spcPts val="0"/>
              </a:spcBef>
              <a:spcAft>
                <a:spcPts val="0"/>
              </a:spcAft>
              <a:buNone/>
              <a:defRPr sz="1200"/>
            </a:lvl6pPr>
            <a:lvl7pPr lvl="6">
              <a:spcBef>
                <a:spcPts val="0"/>
              </a:spcBef>
              <a:spcAft>
                <a:spcPts val="0"/>
              </a:spcAft>
              <a:buNone/>
              <a:defRPr sz="1200"/>
            </a:lvl7pPr>
            <a:lvl8pPr lvl="7">
              <a:spcBef>
                <a:spcPts val="0"/>
              </a:spcBef>
              <a:spcAft>
                <a:spcPts val="0"/>
              </a:spcAft>
              <a:buNone/>
              <a:defRPr sz="1200"/>
            </a:lvl8pPr>
            <a:lvl9pPr lvl="8">
              <a:spcBef>
                <a:spcPts val="0"/>
              </a:spcBef>
              <a:spcAft>
                <a:spcPts val="0"/>
              </a:spcAft>
              <a:buNone/>
              <a:defRPr sz="1200"/>
            </a:lvl9pPr>
          </a:lstStyle>
          <a:p/>
        </p:txBody>
      </p:sp>
      <p:sp>
        <p:nvSpPr>
          <p:cNvPr id="558" name="Google Shape;558;p52"/>
          <p:cNvSpPr txBox="1"/>
          <p:nvPr>
            <p:ph idx="15" type="subTitle"/>
          </p:nvPr>
        </p:nvSpPr>
        <p:spPr>
          <a:xfrm>
            <a:off x="381000" y="4351508"/>
            <a:ext cx="1105800" cy="431700"/>
          </a:xfrm>
          <a:prstGeom prst="rect">
            <a:avLst/>
          </a:prstGeom>
        </p:spPr>
        <p:txBody>
          <a:bodyPr anchorCtr="0" anchor="ctr" bIns="0" lIns="0" spcFirstLastPara="1" rIns="0" wrap="square" tIns="0">
            <a:noAutofit/>
          </a:bodyPr>
          <a:lstStyle>
            <a:lvl1pPr lvl="0">
              <a:spcBef>
                <a:spcPts val="0"/>
              </a:spcBef>
              <a:spcAft>
                <a:spcPts val="0"/>
              </a:spcAft>
              <a:buNone/>
              <a:defRPr sz="1200"/>
            </a:lvl1pPr>
            <a:lvl2pPr lvl="1">
              <a:spcBef>
                <a:spcPts val="0"/>
              </a:spcBef>
              <a:spcAft>
                <a:spcPts val="0"/>
              </a:spcAft>
              <a:buNone/>
              <a:defRPr sz="1200"/>
            </a:lvl2pPr>
            <a:lvl3pPr lvl="2">
              <a:spcBef>
                <a:spcPts val="0"/>
              </a:spcBef>
              <a:spcAft>
                <a:spcPts val="0"/>
              </a:spcAft>
              <a:buNone/>
              <a:defRPr sz="1200"/>
            </a:lvl3pPr>
            <a:lvl4pPr lvl="3">
              <a:spcBef>
                <a:spcPts val="0"/>
              </a:spcBef>
              <a:spcAft>
                <a:spcPts val="0"/>
              </a:spcAft>
              <a:buNone/>
              <a:defRPr sz="1200"/>
            </a:lvl4pPr>
            <a:lvl5pPr lvl="4">
              <a:spcBef>
                <a:spcPts val="0"/>
              </a:spcBef>
              <a:spcAft>
                <a:spcPts val="0"/>
              </a:spcAft>
              <a:buNone/>
              <a:defRPr sz="1200"/>
            </a:lvl5pPr>
            <a:lvl6pPr lvl="5">
              <a:spcBef>
                <a:spcPts val="0"/>
              </a:spcBef>
              <a:spcAft>
                <a:spcPts val="0"/>
              </a:spcAft>
              <a:buNone/>
              <a:defRPr sz="1200"/>
            </a:lvl6pPr>
            <a:lvl7pPr lvl="6">
              <a:spcBef>
                <a:spcPts val="0"/>
              </a:spcBef>
              <a:spcAft>
                <a:spcPts val="0"/>
              </a:spcAft>
              <a:buNone/>
              <a:defRPr sz="1200"/>
            </a:lvl7pPr>
            <a:lvl8pPr lvl="7">
              <a:spcBef>
                <a:spcPts val="0"/>
              </a:spcBef>
              <a:spcAft>
                <a:spcPts val="0"/>
              </a:spcAft>
              <a:buNone/>
              <a:defRPr sz="1200"/>
            </a:lvl8pPr>
            <a:lvl9pPr lvl="8">
              <a:spcBef>
                <a:spcPts val="0"/>
              </a:spcBef>
              <a:spcAft>
                <a:spcPts val="0"/>
              </a:spcAft>
              <a:buNone/>
              <a:defRPr sz="1200"/>
            </a:lvl9pPr>
          </a:lstStyl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ersona - Alt 1">
  <p:cSld name="CUSTOM_8_1_1_1_1_1_1_1_1_1_1_1_1_1_1_1_1_1_1_1_1_1_1_1_2">
    <p:spTree>
      <p:nvGrpSpPr>
        <p:cNvPr id="559" name="Shape 559"/>
        <p:cNvGrpSpPr/>
        <p:nvPr/>
      </p:nvGrpSpPr>
      <p:grpSpPr>
        <a:xfrm>
          <a:off x="0" y="0"/>
          <a:ext cx="0" cy="0"/>
          <a:chOff x="0" y="0"/>
          <a:chExt cx="0" cy="0"/>
        </a:xfrm>
      </p:grpSpPr>
      <p:sp>
        <p:nvSpPr>
          <p:cNvPr id="560" name="Google Shape;560;p53"/>
          <p:cNvSpPr/>
          <p:nvPr/>
        </p:nvSpPr>
        <p:spPr>
          <a:xfrm flipH="1">
            <a:off x="6286500" y="0"/>
            <a:ext cx="2857500" cy="2857500"/>
          </a:xfrm>
          <a:prstGeom prst="rect">
            <a:avLst/>
          </a:prstGeom>
          <a:gradFill>
            <a:gsLst>
              <a:gs pos="0">
                <a:schemeClr val="lt2"/>
              </a:gs>
              <a:gs pos="72000">
                <a:schemeClr val="lt1"/>
              </a:gs>
              <a:gs pos="100000">
                <a:schemeClr val="lt1"/>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561" name="Google Shape;561;p53"/>
          <p:cNvSpPr/>
          <p:nvPr/>
        </p:nvSpPr>
        <p:spPr>
          <a:xfrm rot="10800000">
            <a:off x="0" y="250"/>
            <a:ext cx="4520100" cy="5147700"/>
          </a:xfrm>
          <a:prstGeom prst="rect">
            <a:avLst/>
          </a:prstGeom>
          <a:gradFill>
            <a:gsLst>
              <a:gs pos="0">
                <a:schemeClr val="accent6"/>
              </a:gs>
              <a:gs pos="100000">
                <a:schemeClr val="lt2"/>
              </a:gs>
            </a:gsLst>
            <a:lin ang="54007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562" name="Google Shape;562;p53"/>
          <p:cNvSpPr txBox="1"/>
          <p:nvPr>
            <p:ph idx="1" type="body"/>
          </p:nvPr>
        </p:nvSpPr>
        <p:spPr>
          <a:xfrm>
            <a:off x="4903325" y="1072775"/>
            <a:ext cx="3681600" cy="3432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563" name="Google Shape;563;p53"/>
          <p:cNvSpPr txBox="1"/>
          <p:nvPr>
            <p:ph idx="2" type="body"/>
          </p:nvPr>
        </p:nvSpPr>
        <p:spPr>
          <a:xfrm>
            <a:off x="4903325" y="2018675"/>
            <a:ext cx="3681600" cy="3432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564" name="Google Shape;564;p53"/>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565" name="Google Shape;565;p53"/>
          <p:cNvSpPr txBox="1"/>
          <p:nvPr>
            <p:ph idx="3"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566" name="Google Shape;566;p53"/>
          <p:cNvSpPr/>
          <p:nvPr>
            <p:ph idx="4" type="pic"/>
          </p:nvPr>
        </p:nvSpPr>
        <p:spPr>
          <a:xfrm>
            <a:off x="230075" y="457200"/>
            <a:ext cx="3681600" cy="2309700"/>
          </a:xfrm>
          <a:prstGeom prst="rect">
            <a:avLst/>
          </a:prstGeom>
          <a:noFill/>
          <a:ln>
            <a:noFill/>
          </a:ln>
        </p:spPr>
      </p:sp>
      <p:sp>
        <p:nvSpPr>
          <p:cNvPr id="567" name="Google Shape;567;p53"/>
          <p:cNvSpPr txBox="1"/>
          <p:nvPr>
            <p:ph idx="5" type="title"/>
          </p:nvPr>
        </p:nvSpPr>
        <p:spPr>
          <a:xfrm>
            <a:off x="230075" y="2993600"/>
            <a:ext cx="3681600" cy="3432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
        <p:nvSpPr>
          <p:cNvPr id="568" name="Google Shape;568;p53"/>
          <p:cNvSpPr txBox="1"/>
          <p:nvPr>
            <p:ph idx="6" type="body"/>
          </p:nvPr>
        </p:nvSpPr>
        <p:spPr>
          <a:xfrm>
            <a:off x="230075" y="3515700"/>
            <a:ext cx="3681600" cy="9135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569" name="Google Shape;569;p53"/>
          <p:cNvSpPr txBox="1"/>
          <p:nvPr>
            <p:ph idx="7" type="body"/>
          </p:nvPr>
        </p:nvSpPr>
        <p:spPr>
          <a:xfrm>
            <a:off x="4903325" y="2964575"/>
            <a:ext cx="3681600" cy="4452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570" name="Google Shape;570;p53"/>
          <p:cNvSpPr txBox="1"/>
          <p:nvPr>
            <p:ph idx="8" type="subTitle"/>
          </p:nvPr>
        </p:nvSpPr>
        <p:spPr>
          <a:xfrm>
            <a:off x="4903325" y="2653700"/>
            <a:ext cx="2378700" cy="167700"/>
          </a:xfrm>
          <a:prstGeom prst="rect">
            <a:avLst/>
          </a:prstGeom>
        </p:spPr>
        <p:txBody>
          <a:bodyPr anchorCtr="0" anchor="ctr" bIns="0" lIns="0" spcFirstLastPara="1" rIns="0" wrap="square" tIns="0">
            <a:noAutofit/>
          </a:bodyPr>
          <a:lstStyle>
            <a:lvl1pPr lvl="0">
              <a:spcBef>
                <a:spcPts val="0"/>
              </a:spcBef>
              <a:spcAft>
                <a:spcPts val="0"/>
              </a:spcAft>
              <a:buNone/>
              <a:defRPr sz="1200">
                <a:solidFill>
                  <a:schemeClr val="accent4"/>
                </a:solidFill>
                <a:latin typeface="Jost"/>
                <a:ea typeface="Jost"/>
                <a:cs typeface="Jost"/>
                <a:sym typeface="Jost"/>
              </a:defRPr>
            </a:lvl1pPr>
            <a:lvl2pPr lvl="1">
              <a:spcBef>
                <a:spcPts val="0"/>
              </a:spcBef>
              <a:spcAft>
                <a:spcPts val="0"/>
              </a:spcAft>
              <a:buNone/>
              <a:defRPr sz="1200">
                <a:solidFill>
                  <a:schemeClr val="accent4"/>
                </a:solidFill>
                <a:latin typeface="Jost"/>
                <a:ea typeface="Jost"/>
                <a:cs typeface="Jost"/>
                <a:sym typeface="Jost"/>
              </a:defRPr>
            </a:lvl2pPr>
            <a:lvl3pPr lvl="2">
              <a:spcBef>
                <a:spcPts val="0"/>
              </a:spcBef>
              <a:spcAft>
                <a:spcPts val="0"/>
              </a:spcAft>
              <a:buNone/>
              <a:defRPr sz="1200">
                <a:solidFill>
                  <a:schemeClr val="accent4"/>
                </a:solidFill>
                <a:latin typeface="Jost"/>
                <a:ea typeface="Jost"/>
                <a:cs typeface="Jost"/>
                <a:sym typeface="Jost"/>
              </a:defRPr>
            </a:lvl3pPr>
            <a:lvl4pPr lvl="3">
              <a:spcBef>
                <a:spcPts val="0"/>
              </a:spcBef>
              <a:spcAft>
                <a:spcPts val="0"/>
              </a:spcAft>
              <a:buNone/>
              <a:defRPr sz="1200">
                <a:solidFill>
                  <a:schemeClr val="accent4"/>
                </a:solidFill>
                <a:latin typeface="Jost"/>
                <a:ea typeface="Jost"/>
                <a:cs typeface="Jost"/>
                <a:sym typeface="Jost"/>
              </a:defRPr>
            </a:lvl4pPr>
            <a:lvl5pPr lvl="4">
              <a:spcBef>
                <a:spcPts val="0"/>
              </a:spcBef>
              <a:spcAft>
                <a:spcPts val="0"/>
              </a:spcAft>
              <a:buNone/>
              <a:defRPr sz="1200">
                <a:solidFill>
                  <a:schemeClr val="accent4"/>
                </a:solidFill>
                <a:latin typeface="Jost"/>
                <a:ea typeface="Jost"/>
                <a:cs typeface="Jost"/>
                <a:sym typeface="Jost"/>
              </a:defRPr>
            </a:lvl5pPr>
            <a:lvl6pPr lvl="5">
              <a:spcBef>
                <a:spcPts val="0"/>
              </a:spcBef>
              <a:spcAft>
                <a:spcPts val="0"/>
              </a:spcAft>
              <a:buNone/>
              <a:defRPr sz="1200">
                <a:solidFill>
                  <a:schemeClr val="accent4"/>
                </a:solidFill>
                <a:latin typeface="Jost"/>
                <a:ea typeface="Jost"/>
                <a:cs typeface="Jost"/>
                <a:sym typeface="Jost"/>
              </a:defRPr>
            </a:lvl6pPr>
            <a:lvl7pPr lvl="6">
              <a:spcBef>
                <a:spcPts val="0"/>
              </a:spcBef>
              <a:spcAft>
                <a:spcPts val="0"/>
              </a:spcAft>
              <a:buNone/>
              <a:defRPr sz="1200">
                <a:solidFill>
                  <a:schemeClr val="accent4"/>
                </a:solidFill>
                <a:latin typeface="Jost"/>
                <a:ea typeface="Jost"/>
                <a:cs typeface="Jost"/>
                <a:sym typeface="Jost"/>
              </a:defRPr>
            </a:lvl7pPr>
            <a:lvl8pPr lvl="7">
              <a:spcBef>
                <a:spcPts val="0"/>
              </a:spcBef>
              <a:spcAft>
                <a:spcPts val="0"/>
              </a:spcAft>
              <a:buNone/>
              <a:defRPr sz="1200">
                <a:solidFill>
                  <a:schemeClr val="accent4"/>
                </a:solidFill>
                <a:latin typeface="Jost"/>
                <a:ea typeface="Jost"/>
                <a:cs typeface="Jost"/>
                <a:sym typeface="Jost"/>
              </a:defRPr>
            </a:lvl8pPr>
            <a:lvl9pPr lvl="8">
              <a:spcBef>
                <a:spcPts val="0"/>
              </a:spcBef>
              <a:spcAft>
                <a:spcPts val="0"/>
              </a:spcAft>
              <a:buNone/>
              <a:defRPr sz="1200">
                <a:solidFill>
                  <a:schemeClr val="accent4"/>
                </a:solidFill>
                <a:latin typeface="Jost"/>
                <a:ea typeface="Jost"/>
                <a:cs typeface="Jost"/>
                <a:sym typeface="Jost"/>
              </a:defRPr>
            </a:lvl9pPr>
          </a:lstStyle>
          <a:p/>
        </p:txBody>
      </p:sp>
      <p:sp>
        <p:nvSpPr>
          <p:cNvPr id="571" name="Google Shape;571;p53"/>
          <p:cNvSpPr txBox="1"/>
          <p:nvPr>
            <p:ph idx="9" type="subTitle"/>
          </p:nvPr>
        </p:nvSpPr>
        <p:spPr>
          <a:xfrm>
            <a:off x="4903325" y="1707800"/>
            <a:ext cx="2378700" cy="167700"/>
          </a:xfrm>
          <a:prstGeom prst="rect">
            <a:avLst/>
          </a:prstGeom>
        </p:spPr>
        <p:txBody>
          <a:bodyPr anchorCtr="0" anchor="ctr" bIns="0" lIns="0" spcFirstLastPara="1" rIns="0" wrap="square" tIns="0">
            <a:noAutofit/>
          </a:bodyPr>
          <a:lstStyle>
            <a:lvl1pPr lvl="0">
              <a:spcBef>
                <a:spcPts val="0"/>
              </a:spcBef>
              <a:spcAft>
                <a:spcPts val="0"/>
              </a:spcAft>
              <a:buNone/>
              <a:defRPr sz="1200">
                <a:solidFill>
                  <a:schemeClr val="accent4"/>
                </a:solidFill>
                <a:latin typeface="Jost"/>
                <a:ea typeface="Jost"/>
                <a:cs typeface="Jost"/>
                <a:sym typeface="Jost"/>
              </a:defRPr>
            </a:lvl1pPr>
            <a:lvl2pPr lvl="1">
              <a:spcBef>
                <a:spcPts val="0"/>
              </a:spcBef>
              <a:spcAft>
                <a:spcPts val="0"/>
              </a:spcAft>
              <a:buNone/>
              <a:defRPr sz="1200">
                <a:solidFill>
                  <a:schemeClr val="accent4"/>
                </a:solidFill>
                <a:latin typeface="Jost"/>
                <a:ea typeface="Jost"/>
                <a:cs typeface="Jost"/>
                <a:sym typeface="Jost"/>
              </a:defRPr>
            </a:lvl2pPr>
            <a:lvl3pPr lvl="2">
              <a:spcBef>
                <a:spcPts val="0"/>
              </a:spcBef>
              <a:spcAft>
                <a:spcPts val="0"/>
              </a:spcAft>
              <a:buNone/>
              <a:defRPr sz="1200">
                <a:solidFill>
                  <a:schemeClr val="accent4"/>
                </a:solidFill>
                <a:latin typeface="Jost"/>
                <a:ea typeface="Jost"/>
                <a:cs typeface="Jost"/>
                <a:sym typeface="Jost"/>
              </a:defRPr>
            </a:lvl3pPr>
            <a:lvl4pPr lvl="3">
              <a:spcBef>
                <a:spcPts val="0"/>
              </a:spcBef>
              <a:spcAft>
                <a:spcPts val="0"/>
              </a:spcAft>
              <a:buNone/>
              <a:defRPr sz="1200">
                <a:solidFill>
                  <a:schemeClr val="accent4"/>
                </a:solidFill>
                <a:latin typeface="Jost"/>
                <a:ea typeface="Jost"/>
                <a:cs typeface="Jost"/>
                <a:sym typeface="Jost"/>
              </a:defRPr>
            </a:lvl4pPr>
            <a:lvl5pPr lvl="4">
              <a:spcBef>
                <a:spcPts val="0"/>
              </a:spcBef>
              <a:spcAft>
                <a:spcPts val="0"/>
              </a:spcAft>
              <a:buNone/>
              <a:defRPr sz="1200">
                <a:solidFill>
                  <a:schemeClr val="accent4"/>
                </a:solidFill>
                <a:latin typeface="Jost"/>
                <a:ea typeface="Jost"/>
                <a:cs typeface="Jost"/>
                <a:sym typeface="Jost"/>
              </a:defRPr>
            </a:lvl5pPr>
            <a:lvl6pPr lvl="5">
              <a:spcBef>
                <a:spcPts val="0"/>
              </a:spcBef>
              <a:spcAft>
                <a:spcPts val="0"/>
              </a:spcAft>
              <a:buNone/>
              <a:defRPr sz="1200">
                <a:solidFill>
                  <a:schemeClr val="accent4"/>
                </a:solidFill>
                <a:latin typeface="Jost"/>
                <a:ea typeface="Jost"/>
                <a:cs typeface="Jost"/>
                <a:sym typeface="Jost"/>
              </a:defRPr>
            </a:lvl6pPr>
            <a:lvl7pPr lvl="6">
              <a:spcBef>
                <a:spcPts val="0"/>
              </a:spcBef>
              <a:spcAft>
                <a:spcPts val="0"/>
              </a:spcAft>
              <a:buNone/>
              <a:defRPr sz="1200">
                <a:solidFill>
                  <a:schemeClr val="accent4"/>
                </a:solidFill>
                <a:latin typeface="Jost"/>
                <a:ea typeface="Jost"/>
                <a:cs typeface="Jost"/>
                <a:sym typeface="Jost"/>
              </a:defRPr>
            </a:lvl7pPr>
            <a:lvl8pPr lvl="7">
              <a:spcBef>
                <a:spcPts val="0"/>
              </a:spcBef>
              <a:spcAft>
                <a:spcPts val="0"/>
              </a:spcAft>
              <a:buNone/>
              <a:defRPr sz="1200">
                <a:solidFill>
                  <a:schemeClr val="accent4"/>
                </a:solidFill>
                <a:latin typeface="Jost"/>
                <a:ea typeface="Jost"/>
                <a:cs typeface="Jost"/>
                <a:sym typeface="Jost"/>
              </a:defRPr>
            </a:lvl8pPr>
            <a:lvl9pPr lvl="8">
              <a:spcBef>
                <a:spcPts val="0"/>
              </a:spcBef>
              <a:spcAft>
                <a:spcPts val="0"/>
              </a:spcAft>
              <a:buNone/>
              <a:defRPr sz="1200">
                <a:solidFill>
                  <a:schemeClr val="accent4"/>
                </a:solidFill>
                <a:latin typeface="Jost"/>
                <a:ea typeface="Jost"/>
                <a:cs typeface="Jost"/>
                <a:sym typeface="Jost"/>
              </a:defRPr>
            </a:lvl9pPr>
          </a:lstStyle>
          <a:p/>
        </p:txBody>
      </p:sp>
      <p:sp>
        <p:nvSpPr>
          <p:cNvPr id="572" name="Google Shape;572;p53"/>
          <p:cNvSpPr txBox="1"/>
          <p:nvPr>
            <p:ph idx="13" type="subTitle"/>
          </p:nvPr>
        </p:nvSpPr>
        <p:spPr>
          <a:xfrm>
            <a:off x="4903325" y="761900"/>
            <a:ext cx="2378700" cy="167700"/>
          </a:xfrm>
          <a:prstGeom prst="rect">
            <a:avLst/>
          </a:prstGeom>
        </p:spPr>
        <p:txBody>
          <a:bodyPr anchorCtr="0" anchor="ctr" bIns="0" lIns="0" spcFirstLastPara="1" rIns="0" wrap="square" tIns="0">
            <a:noAutofit/>
          </a:bodyPr>
          <a:lstStyle>
            <a:lvl1pPr lvl="0">
              <a:spcBef>
                <a:spcPts val="0"/>
              </a:spcBef>
              <a:spcAft>
                <a:spcPts val="0"/>
              </a:spcAft>
              <a:buNone/>
              <a:defRPr sz="1200">
                <a:solidFill>
                  <a:schemeClr val="accent4"/>
                </a:solidFill>
                <a:latin typeface="Jost"/>
                <a:ea typeface="Jost"/>
                <a:cs typeface="Jost"/>
                <a:sym typeface="Jost"/>
              </a:defRPr>
            </a:lvl1pPr>
            <a:lvl2pPr lvl="1">
              <a:spcBef>
                <a:spcPts val="0"/>
              </a:spcBef>
              <a:spcAft>
                <a:spcPts val="0"/>
              </a:spcAft>
              <a:buNone/>
              <a:defRPr sz="1200">
                <a:solidFill>
                  <a:schemeClr val="accent4"/>
                </a:solidFill>
                <a:latin typeface="Jost"/>
                <a:ea typeface="Jost"/>
                <a:cs typeface="Jost"/>
                <a:sym typeface="Jost"/>
              </a:defRPr>
            </a:lvl2pPr>
            <a:lvl3pPr lvl="2">
              <a:spcBef>
                <a:spcPts val="0"/>
              </a:spcBef>
              <a:spcAft>
                <a:spcPts val="0"/>
              </a:spcAft>
              <a:buNone/>
              <a:defRPr sz="1200">
                <a:solidFill>
                  <a:schemeClr val="accent4"/>
                </a:solidFill>
                <a:latin typeface="Jost"/>
                <a:ea typeface="Jost"/>
                <a:cs typeface="Jost"/>
                <a:sym typeface="Jost"/>
              </a:defRPr>
            </a:lvl3pPr>
            <a:lvl4pPr lvl="3">
              <a:spcBef>
                <a:spcPts val="0"/>
              </a:spcBef>
              <a:spcAft>
                <a:spcPts val="0"/>
              </a:spcAft>
              <a:buNone/>
              <a:defRPr sz="1200">
                <a:solidFill>
                  <a:schemeClr val="accent4"/>
                </a:solidFill>
                <a:latin typeface="Jost"/>
                <a:ea typeface="Jost"/>
                <a:cs typeface="Jost"/>
                <a:sym typeface="Jost"/>
              </a:defRPr>
            </a:lvl4pPr>
            <a:lvl5pPr lvl="4">
              <a:spcBef>
                <a:spcPts val="0"/>
              </a:spcBef>
              <a:spcAft>
                <a:spcPts val="0"/>
              </a:spcAft>
              <a:buNone/>
              <a:defRPr sz="1200">
                <a:solidFill>
                  <a:schemeClr val="accent4"/>
                </a:solidFill>
                <a:latin typeface="Jost"/>
                <a:ea typeface="Jost"/>
                <a:cs typeface="Jost"/>
                <a:sym typeface="Jost"/>
              </a:defRPr>
            </a:lvl5pPr>
            <a:lvl6pPr lvl="5">
              <a:spcBef>
                <a:spcPts val="0"/>
              </a:spcBef>
              <a:spcAft>
                <a:spcPts val="0"/>
              </a:spcAft>
              <a:buNone/>
              <a:defRPr sz="1200">
                <a:solidFill>
                  <a:schemeClr val="accent4"/>
                </a:solidFill>
                <a:latin typeface="Jost"/>
                <a:ea typeface="Jost"/>
                <a:cs typeface="Jost"/>
                <a:sym typeface="Jost"/>
              </a:defRPr>
            </a:lvl6pPr>
            <a:lvl7pPr lvl="6">
              <a:spcBef>
                <a:spcPts val="0"/>
              </a:spcBef>
              <a:spcAft>
                <a:spcPts val="0"/>
              </a:spcAft>
              <a:buNone/>
              <a:defRPr sz="1200">
                <a:solidFill>
                  <a:schemeClr val="accent4"/>
                </a:solidFill>
                <a:latin typeface="Jost"/>
                <a:ea typeface="Jost"/>
                <a:cs typeface="Jost"/>
                <a:sym typeface="Jost"/>
              </a:defRPr>
            </a:lvl7pPr>
            <a:lvl8pPr lvl="7">
              <a:spcBef>
                <a:spcPts val="0"/>
              </a:spcBef>
              <a:spcAft>
                <a:spcPts val="0"/>
              </a:spcAft>
              <a:buNone/>
              <a:defRPr sz="1200">
                <a:solidFill>
                  <a:schemeClr val="accent4"/>
                </a:solidFill>
                <a:latin typeface="Jost"/>
                <a:ea typeface="Jost"/>
                <a:cs typeface="Jost"/>
                <a:sym typeface="Jost"/>
              </a:defRPr>
            </a:lvl8pPr>
            <a:lvl9pPr lvl="8">
              <a:spcBef>
                <a:spcPts val="0"/>
              </a:spcBef>
              <a:spcAft>
                <a:spcPts val="0"/>
              </a:spcAft>
              <a:buNone/>
              <a:defRPr sz="1200">
                <a:solidFill>
                  <a:schemeClr val="accent4"/>
                </a:solidFill>
                <a:latin typeface="Jost"/>
                <a:ea typeface="Jost"/>
                <a:cs typeface="Jost"/>
                <a:sym typeface="Jost"/>
              </a:defRPr>
            </a:lvl9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ards">
  <p:cSld name="CUSTOM_8_1_1_1_1_1_1_1_1_1_1_1_1_1_1_1_1_1_1_1_1_1_1_1_1">
    <p:spTree>
      <p:nvGrpSpPr>
        <p:cNvPr id="573" name="Shape 573"/>
        <p:cNvGrpSpPr/>
        <p:nvPr/>
      </p:nvGrpSpPr>
      <p:grpSpPr>
        <a:xfrm>
          <a:off x="0" y="0"/>
          <a:ext cx="0" cy="0"/>
          <a:chOff x="0" y="0"/>
          <a:chExt cx="0" cy="0"/>
        </a:xfrm>
      </p:grpSpPr>
      <p:sp>
        <p:nvSpPr>
          <p:cNvPr id="574" name="Google Shape;574;p54"/>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575" name="Google Shape;575;p54"/>
          <p:cNvSpPr txBox="1"/>
          <p:nvPr>
            <p:ph idx="2"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576" name="Google Shape;576;p54"/>
          <p:cNvSpPr txBox="1"/>
          <p:nvPr>
            <p:ph idx="3" type="title"/>
          </p:nvPr>
        </p:nvSpPr>
        <p:spPr>
          <a:xfrm>
            <a:off x="228600" y="457200"/>
            <a:ext cx="4160400" cy="4647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
        <p:nvSpPr>
          <p:cNvPr id="577" name="Google Shape;577;p54"/>
          <p:cNvSpPr txBox="1"/>
          <p:nvPr>
            <p:ph idx="1" type="body"/>
          </p:nvPr>
        </p:nvSpPr>
        <p:spPr>
          <a:xfrm>
            <a:off x="228600" y="882000"/>
            <a:ext cx="2514300" cy="6438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578" name="Google Shape;578;p54"/>
          <p:cNvSpPr txBox="1"/>
          <p:nvPr>
            <p:ph idx="4" type="subTitle"/>
          </p:nvPr>
        </p:nvSpPr>
        <p:spPr>
          <a:xfrm>
            <a:off x="343325" y="2026000"/>
            <a:ext cx="2362200" cy="172200"/>
          </a:xfrm>
          <a:prstGeom prst="rect">
            <a:avLst/>
          </a:prstGeom>
        </p:spPr>
        <p:txBody>
          <a:bodyPr anchorCtr="0" anchor="t" bIns="0" lIns="0" spcFirstLastPara="1" rIns="0" wrap="square" tIns="0">
            <a:noAutofit/>
          </a:bodyPr>
          <a:lstStyle>
            <a:lvl1pPr lvl="0">
              <a:spcBef>
                <a:spcPts val="0"/>
              </a:spcBef>
              <a:spcAft>
                <a:spcPts val="0"/>
              </a:spcAft>
              <a:buNone/>
              <a:defRPr sz="1000"/>
            </a:lvl1pPr>
            <a:lvl2pPr lvl="1">
              <a:spcBef>
                <a:spcPts val="0"/>
              </a:spcBef>
              <a:spcAft>
                <a:spcPts val="0"/>
              </a:spcAft>
              <a:buNone/>
              <a:defRPr sz="1000"/>
            </a:lvl2pPr>
            <a:lvl3pPr lvl="2">
              <a:spcBef>
                <a:spcPts val="0"/>
              </a:spcBef>
              <a:spcAft>
                <a:spcPts val="0"/>
              </a:spcAft>
              <a:buNone/>
              <a:defRPr sz="1000"/>
            </a:lvl3pPr>
            <a:lvl4pPr lvl="3">
              <a:spcBef>
                <a:spcPts val="0"/>
              </a:spcBef>
              <a:spcAft>
                <a:spcPts val="0"/>
              </a:spcAft>
              <a:buNone/>
              <a:defRPr sz="1000"/>
            </a:lvl4pPr>
            <a:lvl5pPr lvl="4">
              <a:spcBef>
                <a:spcPts val="0"/>
              </a:spcBef>
              <a:spcAft>
                <a:spcPts val="0"/>
              </a:spcAft>
              <a:buNone/>
              <a:defRPr sz="1000"/>
            </a:lvl5pPr>
            <a:lvl6pPr lvl="5">
              <a:spcBef>
                <a:spcPts val="0"/>
              </a:spcBef>
              <a:spcAft>
                <a:spcPts val="0"/>
              </a:spcAft>
              <a:buNone/>
              <a:defRPr sz="1000"/>
            </a:lvl6pPr>
            <a:lvl7pPr lvl="6">
              <a:spcBef>
                <a:spcPts val="0"/>
              </a:spcBef>
              <a:spcAft>
                <a:spcPts val="0"/>
              </a:spcAft>
              <a:buNone/>
              <a:defRPr sz="1000"/>
            </a:lvl7pPr>
            <a:lvl8pPr lvl="7">
              <a:spcBef>
                <a:spcPts val="0"/>
              </a:spcBef>
              <a:spcAft>
                <a:spcPts val="0"/>
              </a:spcAft>
              <a:buNone/>
              <a:defRPr sz="1000"/>
            </a:lvl8pPr>
            <a:lvl9pPr lvl="8">
              <a:spcBef>
                <a:spcPts val="0"/>
              </a:spcBef>
              <a:spcAft>
                <a:spcPts val="0"/>
              </a:spcAft>
              <a:buNone/>
              <a:defRPr sz="1000"/>
            </a:lvl9pPr>
          </a:lstStyle>
          <a:p/>
        </p:txBody>
      </p:sp>
      <p:sp>
        <p:nvSpPr>
          <p:cNvPr id="579" name="Google Shape;579;p54"/>
          <p:cNvSpPr txBox="1"/>
          <p:nvPr>
            <p:ph idx="5" type="subTitle"/>
          </p:nvPr>
        </p:nvSpPr>
        <p:spPr>
          <a:xfrm>
            <a:off x="4733675" y="2026000"/>
            <a:ext cx="2362200" cy="172200"/>
          </a:xfrm>
          <a:prstGeom prst="rect">
            <a:avLst/>
          </a:prstGeom>
        </p:spPr>
        <p:txBody>
          <a:bodyPr anchorCtr="0" anchor="t" bIns="0" lIns="0" spcFirstLastPara="1" rIns="0" wrap="square" tIns="0">
            <a:noAutofit/>
          </a:bodyPr>
          <a:lstStyle>
            <a:lvl1pPr lvl="0">
              <a:spcBef>
                <a:spcPts val="0"/>
              </a:spcBef>
              <a:spcAft>
                <a:spcPts val="0"/>
              </a:spcAft>
              <a:buNone/>
              <a:defRPr sz="1000"/>
            </a:lvl1pPr>
            <a:lvl2pPr lvl="1">
              <a:spcBef>
                <a:spcPts val="0"/>
              </a:spcBef>
              <a:spcAft>
                <a:spcPts val="0"/>
              </a:spcAft>
              <a:buNone/>
              <a:defRPr sz="1000"/>
            </a:lvl2pPr>
            <a:lvl3pPr lvl="2">
              <a:spcBef>
                <a:spcPts val="0"/>
              </a:spcBef>
              <a:spcAft>
                <a:spcPts val="0"/>
              </a:spcAft>
              <a:buNone/>
              <a:defRPr sz="1000"/>
            </a:lvl3pPr>
            <a:lvl4pPr lvl="3">
              <a:spcBef>
                <a:spcPts val="0"/>
              </a:spcBef>
              <a:spcAft>
                <a:spcPts val="0"/>
              </a:spcAft>
              <a:buNone/>
              <a:defRPr sz="1000"/>
            </a:lvl4pPr>
            <a:lvl5pPr lvl="4">
              <a:spcBef>
                <a:spcPts val="0"/>
              </a:spcBef>
              <a:spcAft>
                <a:spcPts val="0"/>
              </a:spcAft>
              <a:buNone/>
              <a:defRPr sz="1000"/>
            </a:lvl5pPr>
            <a:lvl6pPr lvl="5">
              <a:spcBef>
                <a:spcPts val="0"/>
              </a:spcBef>
              <a:spcAft>
                <a:spcPts val="0"/>
              </a:spcAft>
              <a:buNone/>
              <a:defRPr sz="1000"/>
            </a:lvl6pPr>
            <a:lvl7pPr lvl="6">
              <a:spcBef>
                <a:spcPts val="0"/>
              </a:spcBef>
              <a:spcAft>
                <a:spcPts val="0"/>
              </a:spcAft>
              <a:buNone/>
              <a:defRPr sz="1000"/>
            </a:lvl7pPr>
            <a:lvl8pPr lvl="7">
              <a:spcBef>
                <a:spcPts val="0"/>
              </a:spcBef>
              <a:spcAft>
                <a:spcPts val="0"/>
              </a:spcAft>
              <a:buNone/>
              <a:defRPr sz="1000"/>
            </a:lvl8pPr>
            <a:lvl9pPr lvl="8">
              <a:spcBef>
                <a:spcPts val="0"/>
              </a:spcBef>
              <a:spcAft>
                <a:spcPts val="0"/>
              </a:spcAft>
              <a:buNone/>
              <a:defRPr sz="1000"/>
            </a:lvl9pPr>
          </a:lstStyle>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st">
  <p:cSld name="CUSTOM_8_1_1_1_1_1_1_1_1_1_1_1_1_1_1_1_1_1_1_1_1_1_1_1_1_1">
    <p:spTree>
      <p:nvGrpSpPr>
        <p:cNvPr id="580" name="Shape 580"/>
        <p:cNvGrpSpPr/>
        <p:nvPr/>
      </p:nvGrpSpPr>
      <p:grpSpPr>
        <a:xfrm>
          <a:off x="0" y="0"/>
          <a:ext cx="0" cy="0"/>
          <a:chOff x="0" y="0"/>
          <a:chExt cx="0" cy="0"/>
        </a:xfrm>
      </p:grpSpPr>
      <p:sp>
        <p:nvSpPr>
          <p:cNvPr id="581" name="Google Shape;581;p55"/>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582" name="Google Shape;582;p55"/>
          <p:cNvSpPr txBox="1"/>
          <p:nvPr>
            <p:ph idx="2"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583" name="Google Shape;583;p55"/>
          <p:cNvSpPr txBox="1"/>
          <p:nvPr>
            <p:ph idx="1" type="body"/>
          </p:nvPr>
        </p:nvSpPr>
        <p:spPr>
          <a:xfrm>
            <a:off x="4637600" y="4326275"/>
            <a:ext cx="3934800" cy="449100"/>
          </a:xfrm>
          <a:prstGeom prst="rect">
            <a:avLst/>
          </a:prstGeom>
        </p:spPr>
        <p:txBody>
          <a:bodyPr anchorCtr="0" anchor="ctr"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584" name="Google Shape;584;p55"/>
          <p:cNvSpPr txBox="1"/>
          <p:nvPr>
            <p:ph idx="3" type="subTitle"/>
          </p:nvPr>
        </p:nvSpPr>
        <p:spPr>
          <a:xfrm>
            <a:off x="1603898" y="4342896"/>
            <a:ext cx="2372700" cy="415800"/>
          </a:xfrm>
          <a:prstGeom prst="rect">
            <a:avLst/>
          </a:prstGeom>
        </p:spPr>
        <p:txBody>
          <a:bodyPr anchorCtr="0" anchor="ctr" bIns="0" lIns="0" spcFirstLastPara="1" rIns="0" wrap="square" tIns="0">
            <a:noAutofit/>
          </a:bodyPr>
          <a:lstStyle>
            <a:lvl1pPr lvl="0">
              <a:spcBef>
                <a:spcPts val="0"/>
              </a:spcBef>
              <a:spcAft>
                <a:spcPts val="0"/>
              </a:spcAft>
              <a:buNone/>
              <a:defRPr sz="1200"/>
            </a:lvl1pPr>
            <a:lvl2pPr lvl="1">
              <a:spcBef>
                <a:spcPts val="0"/>
              </a:spcBef>
              <a:spcAft>
                <a:spcPts val="0"/>
              </a:spcAft>
              <a:buNone/>
              <a:defRPr sz="1200"/>
            </a:lvl2pPr>
            <a:lvl3pPr lvl="2">
              <a:spcBef>
                <a:spcPts val="0"/>
              </a:spcBef>
              <a:spcAft>
                <a:spcPts val="0"/>
              </a:spcAft>
              <a:buNone/>
              <a:defRPr sz="1200"/>
            </a:lvl3pPr>
            <a:lvl4pPr lvl="3">
              <a:spcBef>
                <a:spcPts val="0"/>
              </a:spcBef>
              <a:spcAft>
                <a:spcPts val="0"/>
              </a:spcAft>
              <a:buNone/>
              <a:defRPr sz="1200"/>
            </a:lvl4pPr>
            <a:lvl5pPr lvl="4">
              <a:spcBef>
                <a:spcPts val="0"/>
              </a:spcBef>
              <a:spcAft>
                <a:spcPts val="0"/>
              </a:spcAft>
              <a:buNone/>
              <a:defRPr sz="1200"/>
            </a:lvl5pPr>
            <a:lvl6pPr lvl="5">
              <a:spcBef>
                <a:spcPts val="0"/>
              </a:spcBef>
              <a:spcAft>
                <a:spcPts val="0"/>
              </a:spcAft>
              <a:buNone/>
              <a:defRPr sz="1200"/>
            </a:lvl6pPr>
            <a:lvl7pPr lvl="6">
              <a:spcBef>
                <a:spcPts val="0"/>
              </a:spcBef>
              <a:spcAft>
                <a:spcPts val="0"/>
              </a:spcAft>
              <a:buNone/>
              <a:defRPr sz="1200"/>
            </a:lvl7pPr>
            <a:lvl8pPr lvl="7">
              <a:spcBef>
                <a:spcPts val="0"/>
              </a:spcBef>
              <a:spcAft>
                <a:spcPts val="0"/>
              </a:spcAft>
              <a:buNone/>
              <a:defRPr sz="1200"/>
            </a:lvl8pPr>
            <a:lvl9pPr lvl="8">
              <a:spcBef>
                <a:spcPts val="0"/>
              </a:spcBef>
              <a:spcAft>
                <a:spcPts val="0"/>
              </a:spcAft>
              <a:buNone/>
              <a:defRPr sz="1200"/>
            </a:lvl9pPr>
          </a:lstStyle>
          <a:p/>
        </p:txBody>
      </p:sp>
      <p:sp>
        <p:nvSpPr>
          <p:cNvPr id="585" name="Google Shape;585;p55"/>
          <p:cNvSpPr txBox="1"/>
          <p:nvPr>
            <p:ph idx="4" type="subTitle"/>
          </p:nvPr>
        </p:nvSpPr>
        <p:spPr>
          <a:xfrm>
            <a:off x="330825" y="4189325"/>
            <a:ext cx="923400" cy="723000"/>
          </a:xfrm>
          <a:prstGeom prst="rect">
            <a:avLst/>
          </a:prstGeom>
        </p:spPr>
        <p:txBody>
          <a:bodyPr anchorCtr="0" anchor="ctr" bIns="0" lIns="0" spcFirstLastPara="1" rIns="0" wrap="square" tIns="0">
            <a:noAutofit/>
          </a:bodyPr>
          <a:lstStyle>
            <a:lvl1pPr lvl="0">
              <a:spcBef>
                <a:spcPts val="0"/>
              </a:spcBef>
              <a:spcAft>
                <a:spcPts val="0"/>
              </a:spcAft>
              <a:buNone/>
              <a:defRPr sz="4800">
                <a:solidFill>
                  <a:schemeClr val="lt2"/>
                </a:solidFill>
              </a:defRPr>
            </a:lvl1pPr>
            <a:lvl2pPr lvl="1">
              <a:spcBef>
                <a:spcPts val="0"/>
              </a:spcBef>
              <a:spcAft>
                <a:spcPts val="0"/>
              </a:spcAft>
              <a:buNone/>
              <a:defRPr sz="4800">
                <a:solidFill>
                  <a:schemeClr val="lt2"/>
                </a:solidFill>
              </a:defRPr>
            </a:lvl2pPr>
            <a:lvl3pPr lvl="2">
              <a:spcBef>
                <a:spcPts val="0"/>
              </a:spcBef>
              <a:spcAft>
                <a:spcPts val="0"/>
              </a:spcAft>
              <a:buNone/>
              <a:defRPr sz="4800">
                <a:solidFill>
                  <a:schemeClr val="lt2"/>
                </a:solidFill>
              </a:defRPr>
            </a:lvl3pPr>
            <a:lvl4pPr lvl="3">
              <a:spcBef>
                <a:spcPts val="0"/>
              </a:spcBef>
              <a:spcAft>
                <a:spcPts val="0"/>
              </a:spcAft>
              <a:buNone/>
              <a:defRPr sz="4800">
                <a:solidFill>
                  <a:schemeClr val="lt2"/>
                </a:solidFill>
              </a:defRPr>
            </a:lvl4pPr>
            <a:lvl5pPr lvl="4">
              <a:spcBef>
                <a:spcPts val="0"/>
              </a:spcBef>
              <a:spcAft>
                <a:spcPts val="0"/>
              </a:spcAft>
              <a:buNone/>
              <a:defRPr sz="4800">
                <a:solidFill>
                  <a:schemeClr val="lt2"/>
                </a:solidFill>
              </a:defRPr>
            </a:lvl5pPr>
            <a:lvl6pPr lvl="5">
              <a:spcBef>
                <a:spcPts val="0"/>
              </a:spcBef>
              <a:spcAft>
                <a:spcPts val="0"/>
              </a:spcAft>
              <a:buNone/>
              <a:defRPr sz="4800">
                <a:solidFill>
                  <a:schemeClr val="lt2"/>
                </a:solidFill>
              </a:defRPr>
            </a:lvl6pPr>
            <a:lvl7pPr lvl="6">
              <a:spcBef>
                <a:spcPts val="0"/>
              </a:spcBef>
              <a:spcAft>
                <a:spcPts val="0"/>
              </a:spcAft>
              <a:buNone/>
              <a:defRPr sz="4800">
                <a:solidFill>
                  <a:schemeClr val="lt2"/>
                </a:solidFill>
              </a:defRPr>
            </a:lvl7pPr>
            <a:lvl8pPr lvl="7">
              <a:spcBef>
                <a:spcPts val="0"/>
              </a:spcBef>
              <a:spcAft>
                <a:spcPts val="0"/>
              </a:spcAft>
              <a:buNone/>
              <a:defRPr sz="4800">
                <a:solidFill>
                  <a:schemeClr val="lt2"/>
                </a:solidFill>
              </a:defRPr>
            </a:lvl8pPr>
            <a:lvl9pPr lvl="8">
              <a:spcBef>
                <a:spcPts val="0"/>
              </a:spcBef>
              <a:spcAft>
                <a:spcPts val="0"/>
              </a:spcAft>
              <a:buNone/>
              <a:defRPr sz="4800">
                <a:solidFill>
                  <a:schemeClr val="lt2"/>
                </a:solidFill>
              </a:defRPr>
            </a:lvl9pPr>
          </a:lstStyle>
          <a:p/>
        </p:txBody>
      </p:sp>
      <p:sp>
        <p:nvSpPr>
          <p:cNvPr id="586" name="Google Shape;586;p55"/>
          <p:cNvSpPr txBox="1"/>
          <p:nvPr>
            <p:ph idx="5" type="body"/>
          </p:nvPr>
        </p:nvSpPr>
        <p:spPr>
          <a:xfrm>
            <a:off x="4637600" y="3322645"/>
            <a:ext cx="3934800" cy="449100"/>
          </a:xfrm>
          <a:prstGeom prst="rect">
            <a:avLst/>
          </a:prstGeom>
        </p:spPr>
        <p:txBody>
          <a:bodyPr anchorCtr="0" anchor="ctr"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587" name="Google Shape;587;p55"/>
          <p:cNvSpPr txBox="1"/>
          <p:nvPr>
            <p:ph idx="6" type="subTitle"/>
          </p:nvPr>
        </p:nvSpPr>
        <p:spPr>
          <a:xfrm>
            <a:off x="1603898" y="3339267"/>
            <a:ext cx="2372700" cy="415800"/>
          </a:xfrm>
          <a:prstGeom prst="rect">
            <a:avLst/>
          </a:prstGeom>
        </p:spPr>
        <p:txBody>
          <a:bodyPr anchorCtr="0" anchor="ctr" bIns="0" lIns="0" spcFirstLastPara="1" rIns="0" wrap="square" tIns="0">
            <a:noAutofit/>
          </a:bodyPr>
          <a:lstStyle>
            <a:lvl1pPr lvl="0">
              <a:spcBef>
                <a:spcPts val="0"/>
              </a:spcBef>
              <a:spcAft>
                <a:spcPts val="0"/>
              </a:spcAft>
              <a:buNone/>
              <a:defRPr sz="1200"/>
            </a:lvl1pPr>
            <a:lvl2pPr lvl="1">
              <a:spcBef>
                <a:spcPts val="0"/>
              </a:spcBef>
              <a:spcAft>
                <a:spcPts val="0"/>
              </a:spcAft>
              <a:buNone/>
              <a:defRPr sz="1200"/>
            </a:lvl2pPr>
            <a:lvl3pPr lvl="2">
              <a:spcBef>
                <a:spcPts val="0"/>
              </a:spcBef>
              <a:spcAft>
                <a:spcPts val="0"/>
              </a:spcAft>
              <a:buNone/>
              <a:defRPr sz="1200"/>
            </a:lvl3pPr>
            <a:lvl4pPr lvl="3">
              <a:spcBef>
                <a:spcPts val="0"/>
              </a:spcBef>
              <a:spcAft>
                <a:spcPts val="0"/>
              </a:spcAft>
              <a:buNone/>
              <a:defRPr sz="1200"/>
            </a:lvl4pPr>
            <a:lvl5pPr lvl="4">
              <a:spcBef>
                <a:spcPts val="0"/>
              </a:spcBef>
              <a:spcAft>
                <a:spcPts val="0"/>
              </a:spcAft>
              <a:buNone/>
              <a:defRPr sz="1200"/>
            </a:lvl5pPr>
            <a:lvl6pPr lvl="5">
              <a:spcBef>
                <a:spcPts val="0"/>
              </a:spcBef>
              <a:spcAft>
                <a:spcPts val="0"/>
              </a:spcAft>
              <a:buNone/>
              <a:defRPr sz="1200"/>
            </a:lvl6pPr>
            <a:lvl7pPr lvl="6">
              <a:spcBef>
                <a:spcPts val="0"/>
              </a:spcBef>
              <a:spcAft>
                <a:spcPts val="0"/>
              </a:spcAft>
              <a:buNone/>
              <a:defRPr sz="1200"/>
            </a:lvl7pPr>
            <a:lvl8pPr lvl="7">
              <a:spcBef>
                <a:spcPts val="0"/>
              </a:spcBef>
              <a:spcAft>
                <a:spcPts val="0"/>
              </a:spcAft>
              <a:buNone/>
              <a:defRPr sz="1200"/>
            </a:lvl8pPr>
            <a:lvl9pPr lvl="8">
              <a:spcBef>
                <a:spcPts val="0"/>
              </a:spcBef>
              <a:spcAft>
                <a:spcPts val="0"/>
              </a:spcAft>
              <a:buNone/>
              <a:defRPr sz="1200"/>
            </a:lvl9pPr>
          </a:lstStyle>
          <a:p/>
        </p:txBody>
      </p:sp>
      <p:sp>
        <p:nvSpPr>
          <p:cNvPr id="588" name="Google Shape;588;p55"/>
          <p:cNvSpPr txBox="1"/>
          <p:nvPr>
            <p:ph idx="7" type="subTitle"/>
          </p:nvPr>
        </p:nvSpPr>
        <p:spPr>
          <a:xfrm>
            <a:off x="330825" y="3185695"/>
            <a:ext cx="923400" cy="723000"/>
          </a:xfrm>
          <a:prstGeom prst="rect">
            <a:avLst/>
          </a:prstGeom>
        </p:spPr>
        <p:txBody>
          <a:bodyPr anchorCtr="0" anchor="ctr" bIns="0" lIns="0" spcFirstLastPara="1" rIns="0" wrap="square" tIns="0">
            <a:noAutofit/>
          </a:bodyPr>
          <a:lstStyle>
            <a:lvl1pPr lvl="0">
              <a:spcBef>
                <a:spcPts val="0"/>
              </a:spcBef>
              <a:spcAft>
                <a:spcPts val="0"/>
              </a:spcAft>
              <a:buNone/>
              <a:defRPr sz="4800">
                <a:solidFill>
                  <a:schemeClr val="lt2"/>
                </a:solidFill>
              </a:defRPr>
            </a:lvl1pPr>
            <a:lvl2pPr lvl="1">
              <a:spcBef>
                <a:spcPts val="0"/>
              </a:spcBef>
              <a:spcAft>
                <a:spcPts val="0"/>
              </a:spcAft>
              <a:buNone/>
              <a:defRPr sz="4800">
                <a:solidFill>
                  <a:schemeClr val="lt2"/>
                </a:solidFill>
              </a:defRPr>
            </a:lvl2pPr>
            <a:lvl3pPr lvl="2">
              <a:spcBef>
                <a:spcPts val="0"/>
              </a:spcBef>
              <a:spcAft>
                <a:spcPts val="0"/>
              </a:spcAft>
              <a:buNone/>
              <a:defRPr sz="4800">
                <a:solidFill>
                  <a:schemeClr val="lt2"/>
                </a:solidFill>
              </a:defRPr>
            </a:lvl3pPr>
            <a:lvl4pPr lvl="3">
              <a:spcBef>
                <a:spcPts val="0"/>
              </a:spcBef>
              <a:spcAft>
                <a:spcPts val="0"/>
              </a:spcAft>
              <a:buNone/>
              <a:defRPr sz="4800">
                <a:solidFill>
                  <a:schemeClr val="lt2"/>
                </a:solidFill>
              </a:defRPr>
            </a:lvl4pPr>
            <a:lvl5pPr lvl="4">
              <a:spcBef>
                <a:spcPts val="0"/>
              </a:spcBef>
              <a:spcAft>
                <a:spcPts val="0"/>
              </a:spcAft>
              <a:buNone/>
              <a:defRPr sz="4800">
                <a:solidFill>
                  <a:schemeClr val="lt2"/>
                </a:solidFill>
              </a:defRPr>
            </a:lvl5pPr>
            <a:lvl6pPr lvl="5">
              <a:spcBef>
                <a:spcPts val="0"/>
              </a:spcBef>
              <a:spcAft>
                <a:spcPts val="0"/>
              </a:spcAft>
              <a:buNone/>
              <a:defRPr sz="4800">
                <a:solidFill>
                  <a:schemeClr val="lt2"/>
                </a:solidFill>
              </a:defRPr>
            </a:lvl6pPr>
            <a:lvl7pPr lvl="6">
              <a:spcBef>
                <a:spcPts val="0"/>
              </a:spcBef>
              <a:spcAft>
                <a:spcPts val="0"/>
              </a:spcAft>
              <a:buNone/>
              <a:defRPr sz="4800">
                <a:solidFill>
                  <a:schemeClr val="lt2"/>
                </a:solidFill>
              </a:defRPr>
            </a:lvl7pPr>
            <a:lvl8pPr lvl="7">
              <a:spcBef>
                <a:spcPts val="0"/>
              </a:spcBef>
              <a:spcAft>
                <a:spcPts val="0"/>
              </a:spcAft>
              <a:buNone/>
              <a:defRPr sz="4800">
                <a:solidFill>
                  <a:schemeClr val="lt2"/>
                </a:solidFill>
              </a:defRPr>
            </a:lvl8pPr>
            <a:lvl9pPr lvl="8">
              <a:spcBef>
                <a:spcPts val="0"/>
              </a:spcBef>
              <a:spcAft>
                <a:spcPts val="0"/>
              </a:spcAft>
              <a:buNone/>
              <a:defRPr sz="4800">
                <a:solidFill>
                  <a:schemeClr val="lt2"/>
                </a:solidFill>
              </a:defRPr>
            </a:lvl9pPr>
          </a:lstStyle>
          <a:p/>
        </p:txBody>
      </p:sp>
      <p:sp>
        <p:nvSpPr>
          <p:cNvPr id="589" name="Google Shape;589;p55"/>
          <p:cNvSpPr txBox="1"/>
          <p:nvPr>
            <p:ph idx="8" type="body"/>
          </p:nvPr>
        </p:nvSpPr>
        <p:spPr>
          <a:xfrm>
            <a:off x="4637600" y="2341985"/>
            <a:ext cx="3934800" cy="449100"/>
          </a:xfrm>
          <a:prstGeom prst="rect">
            <a:avLst/>
          </a:prstGeom>
        </p:spPr>
        <p:txBody>
          <a:bodyPr anchorCtr="0" anchor="ctr"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590" name="Google Shape;590;p55"/>
          <p:cNvSpPr txBox="1"/>
          <p:nvPr>
            <p:ph idx="9" type="subTitle"/>
          </p:nvPr>
        </p:nvSpPr>
        <p:spPr>
          <a:xfrm>
            <a:off x="1603898" y="2358608"/>
            <a:ext cx="2372700" cy="415800"/>
          </a:xfrm>
          <a:prstGeom prst="rect">
            <a:avLst/>
          </a:prstGeom>
        </p:spPr>
        <p:txBody>
          <a:bodyPr anchorCtr="0" anchor="ctr" bIns="0" lIns="0" spcFirstLastPara="1" rIns="0" wrap="square" tIns="0">
            <a:noAutofit/>
          </a:bodyPr>
          <a:lstStyle>
            <a:lvl1pPr lvl="0">
              <a:spcBef>
                <a:spcPts val="0"/>
              </a:spcBef>
              <a:spcAft>
                <a:spcPts val="0"/>
              </a:spcAft>
              <a:buNone/>
              <a:defRPr sz="1200"/>
            </a:lvl1pPr>
            <a:lvl2pPr lvl="1">
              <a:spcBef>
                <a:spcPts val="0"/>
              </a:spcBef>
              <a:spcAft>
                <a:spcPts val="0"/>
              </a:spcAft>
              <a:buNone/>
              <a:defRPr sz="1200"/>
            </a:lvl2pPr>
            <a:lvl3pPr lvl="2">
              <a:spcBef>
                <a:spcPts val="0"/>
              </a:spcBef>
              <a:spcAft>
                <a:spcPts val="0"/>
              </a:spcAft>
              <a:buNone/>
              <a:defRPr sz="1200"/>
            </a:lvl3pPr>
            <a:lvl4pPr lvl="3">
              <a:spcBef>
                <a:spcPts val="0"/>
              </a:spcBef>
              <a:spcAft>
                <a:spcPts val="0"/>
              </a:spcAft>
              <a:buNone/>
              <a:defRPr sz="1200"/>
            </a:lvl4pPr>
            <a:lvl5pPr lvl="4">
              <a:spcBef>
                <a:spcPts val="0"/>
              </a:spcBef>
              <a:spcAft>
                <a:spcPts val="0"/>
              </a:spcAft>
              <a:buNone/>
              <a:defRPr sz="1200"/>
            </a:lvl5pPr>
            <a:lvl6pPr lvl="5">
              <a:spcBef>
                <a:spcPts val="0"/>
              </a:spcBef>
              <a:spcAft>
                <a:spcPts val="0"/>
              </a:spcAft>
              <a:buNone/>
              <a:defRPr sz="1200"/>
            </a:lvl6pPr>
            <a:lvl7pPr lvl="6">
              <a:spcBef>
                <a:spcPts val="0"/>
              </a:spcBef>
              <a:spcAft>
                <a:spcPts val="0"/>
              </a:spcAft>
              <a:buNone/>
              <a:defRPr sz="1200"/>
            </a:lvl7pPr>
            <a:lvl8pPr lvl="7">
              <a:spcBef>
                <a:spcPts val="0"/>
              </a:spcBef>
              <a:spcAft>
                <a:spcPts val="0"/>
              </a:spcAft>
              <a:buNone/>
              <a:defRPr sz="1200"/>
            </a:lvl8pPr>
            <a:lvl9pPr lvl="8">
              <a:spcBef>
                <a:spcPts val="0"/>
              </a:spcBef>
              <a:spcAft>
                <a:spcPts val="0"/>
              </a:spcAft>
              <a:buNone/>
              <a:defRPr sz="1200"/>
            </a:lvl9pPr>
          </a:lstStyle>
          <a:p/>
        </p:txBody>
      </p:sp>
      <p:sp>
        <p:nvSpPr>
          <p:cNvPr id="591" name="Google Shape;591;p55"/>
          <p:cNvSpPr txBox="1"/>
          <p:nvPr>
            <p:ph idx="13" type="subTitle"/>
          </p:nvPr>
        </p:nvSpPr>
        <p:spPr>
          <a:xfrm>
            <a:off x="330825" y="2205037"/>
            <a:ext cx="923400" cy="723000"/>
          </a:xfrm>
          <a:prstGeom prst="rect">
            <a:avLst/>
          </a:prstGeom>
        </p:spPr>
        <p:txBody>
          <a:bodyPr anchorCtr="0" anchor="ctr" bIns="0" lIns="0" spcFirstLastPara="1" rIns="0" wrap="square" tIns="0">
            <a:noAutofit/>
          </a:bodyPr>
          <a:lstStyle>
            <a:lvl1pPr lvl="0">
              <a:spcBef>
                <a:spcPts val="0"/>
              </a:spcBef>
              <a:spcAft>
                <a:spcPts val="0"/>
              </a:spcAft>
              <a:buNone/>
              <a:defRPr sz="4800">
                <a:solidFill>
                  <a:schemeClr val="lt2"/>
                </a:solidFill>
              </a:defRPr>
            </a:lvl1pPr>
            <a:lvl2pPr lvl="1">
              <a:spcBef>
                <a:spcPts val="0"/>
              </a:spcBef>
              <a:spcAft>
                <a:spcPts val="0"/>
              </a:spcAft>
              <a:buNone/>
              <a:defRPr sz="4800">
                <a:solidFill>
                  <a:schemeClr val="lt2"/>
                </a:solidFill>
              </a:defRPr>
            </a:lvl2pPr>
            <a:lvl3pPr lvl="2">
              <a:spcBef>
                <a:spcPts val="0"/>
              </a:spcBef>
              <a:spcAft>
                <a:spcPts val="0"/>
              </a:spcAft>
              <a:buNone/>
              <a:defRPr sz="4800">
                <a:solidFill>
                  <a:schemeClr val="lt2"/>
                </a:solidFill>
              </a:defRPr>
            </a:lvl3pPr>
            <a:lvl4pPr lvl="3">
              <a:spcBef>
                <a:spcPts val="0"/>
              </a:spcBef>
              <a:spcAft>
                <a:spcPts val="0"/>
              </a:spcAft>
              <a:buNone/>
              <a:defRPr sz="4800">
                <a:solidFill>
                  <a:schemeClr val="lt2"/>
                </a:solidFill>
              </a:defRPr>
            </a:lvl4pPr>
            <a:lvl5pPr lvl="4">
              <a:spcBef>
                <a:spcPts val="0"/>
              </a:spcBef>
              <a:spcAft>
                <a:spcPts val="0"/>
              </a:spcAft>
              <a:buNone/>
              <a:defRPr sz="4800">
                <a:solidFill>
                  <a:schemeClr val="lt2"/>
                </a:solidFill>
              </a:defRPr>
            </a:lvl5pPr>
            <a:lvl6pPr lvl="5">
              <a:spcBef>
                <a:spcPts val="0"/>
              </a:spcBef>
              <a:spcAft>
                <a:spcPts val="0"/>
              </a:spcAft>
              <a:buNone/>
              <a:defRPr sz="4800">
                <a:solidFill>
                  <a:schemeClr val="lt2"/>
                </a:solidFill>
              </a:defRPr>
            </a:lvl6pPr>
            <a:lvl7pPr lvl="6">
              <a:spcBef>
                <a:spcPts val="0"/>
              </a:spcBef>
              <a:spcAft>
                <a:spcPts val="0"/>
              </a:spcAft>
              <a:buNone/>
              <a:defRPr sz="4800">
                <a:solidFill>
                  <a:schemeClr val="lt2"/>
                </a:solidFill>
              </a:defRPr>
            </a:lvl7pPr>
            <a:lvl8pPr lvl="7">
              <a:spcBef>
                <a:spcPts val="0"/>
              </a:spcBef>
              <a:spcAft>
                <a:spcPts val="0"/>
              </a:spcAft>
              <a:buNone/>
              <a:defRPr sz="4800">
                <a:solidFill>
                  <a:schemeClr val="lt2"/>
                </a:solidFill>
              </a:defRPr>
            </a:lvl8pPr>
            <a:lvl9pPr lvl="8">
              <a:spcBef>
                <a:spcPts val="0"/>
              </a:spcBef>
              <a:spcAft>
                <a:spcPts val="0"/>
              </a:spcAft>
              <a:buNone/>
              <a:defRPr sz="4800">
                <a:solidFill>
                  <a:schemeClr val="lt2"/>
                </a:solidFill>
              </a:defRPr>
            </a:lvl9pPr>
          </a:lstStyle>
          <a:p/>
        </p:txBody>
      </p:sp>
      <p:sp>
        <p:nvSpPr>
          <p:cNvPr id="592" name="Google Shape;592;p55"/>
          <p:cNvSpPr txBox="1"/>
          <p:nvPr>
            <p:ph idx="14" type="body"/>
          </p:nvPr>
        </p:nvSpPr>
        <p:spPr>
          <a:xfrm>
            <a:off x="4637600" y="1361325"/>
            <a:ext cx="3934800" cy="449100"/>
          </a:xfrm>
          <a:prstGeom prst="rect">
            <a:avLst/>
          </a:prstGeom>
        </p:spPr>
        <p:txBody>
          <a:bodyPr anchorCtr="0" anchor="ctr"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593" name="Google Shape;593;p55"/>
          <p:cNvSpPr txBox="1"/>
          <p:nvPr>
            <p:ph idx="15" type="subTitle"/>
          </p:nvPr>
        </p:nvSpPr>
        <p:spPr>
          <a:xfrm>
            <a:off x="1603898" y="1377949"/>
            <a:ext cx="2372700" cy="415800"/>
          </a:xfrm>
          <a:prstGeom prst="rect">
            <a:avLst/>
          </a:prstGeom>
        </p:spPr>
        <p:txBody>
          <a:bodyPr anchorCtr="0" anchor="ctr" bIns="0" lIns="0" spcFirstLastPara="1" rIns="0" wrap="square" tIns="0">
            <a:noAutofit/>
          </a:bodyPr>
          <a:lstStyle>
            <a:lvl1pPr lvl="0">
              <a:spcBef>
                <a:spcPts val="0"/>
              </a:spcBef>
              <a:spcAft>
                <a:spcPts val="0"/>
              </a:spcAft>
              <a:buNone/>
              <a:defRPr sz="1200"/>
            </a:lvl1pPr>
            <a:lvl2pPr lvl="1">
              <a:spcBef>
                <a:spcPts val="0"/>
              </a:spcBef>
              <a:spcAft>
                <a:spcPts val="0"/>
              </a:spcAft>
              <a:buNone/>
              <a:defRPr sz="1200"/>
            </a:lvl2pPr>
            <a:lvl3pPr lvl="2">
              <a:spcBef>
                <a:spcPts val="0"/>
              </a:spcBef>
              <a:spcAft>
                <a:spcPts val="0"/>
              </a:spcAft>
              <a:buNone/>
              <a:defRPr sz="1200"/>
            </a:lvl3pPr>
            <a:lvl4pPr lvl="3">
              <a:spcBef>
                <a:spcPts val="0"/>
              </a:spcBef>
              <a:spcAft>
                <a:spcPts val="0"/>
              </a:spcAft>
              <a:buNone/>
              <a:defRPr sz="1200"/>
            </a:lvl4pPr>
            <a:lvl5pPr lvl="4">
              <a:spcBef>
                <a:spcPts val="0"/>
              </a:spcBef>
              <a:spcAft>
                <a:spcPts val="0"/>
              </a:spcAft>
              <a:buNone/>
              <a:defRPr sz="1200"/>
            </a:lvl5pPr>
            <a:lvl6pPr lvl="5">
              <a:spcBef>
                <a:spcPts val="0"/>
              </a:spcBef>
              <a:spcAft>
                <a:spcPts val="0"/>
              </a:spcAft>
              <a:buNone/>
              <a:defRPr sz="1200"/>
            </a:lvl6pPr>
            <a:lvl7pPr lvl="6">
              <a:spcBef>
                <a:spcPts val="0"/>
              </a:spcBef>
              <a:spcAft>
                <a:spcPts val="0"/>
              </a:spcAft>
              <a:buNone/>
              <a:defRPr sz="1200"/>
            </a:lvl7pPr>
            <a:lvl8pPr lvl="7">
              <a:spcBef>
                <a:spcPts val="0"/>
              </a:spcBef>
              <a:spcAft>
                <a:spcPts val="0"/>
              </a:spcAft>
              <a:buNone/>
              <a:defRPr sz="1200"/>
            </a:lvl8pPr>
            <a:lvl9pPr lvl="8">
              <a:spcBef>
                <a:spcPts val="0"/>
              </a:spcBef>
              <a:spcAft>
                <a:spcPts val="0"/>
              </a:spcAft>
              <a:buNone/>
              <a:defRPr sz="1200"/>
            </a:lvl9pPr>
          </a:lstStyle>
          <a:p/>
        </p:txBody>
      </p:sp>
      <p:sp>
        <p:nvSpPr>
          <p:cNvPr id="594" name="Google Shape;594;p55"/>
          <p:cNvSpPr txBox="1"/>
          <p:nvPr>
            <p:ph idx="16" type="subTitle"/>
          </p:nvPr>
        </p:nvSpPr>
        <p:spPr>
          <a:xfrm>
            <a:off x="330825" y="1224378"/>
            <a:ext cx="923400" cy="723000"/>
          </a:xfrm>
          <a:prstGeom prst="rect">
            <a:avLst/>
          </a:prstGeom>
        </p:spPr>
        <p:txBody>
          <a:bodyPr anchorCtr="0" anchor="ctr" bIns="0" lIns="0" spcFirstLastPara="1" rIns="0" wrap="square" tIns="0">
            <a:noAutofit/>
          </a:bodyPr>
          <a:lstStyle>
            <a:lvl1pPr lvl="0">
              <a:spcBef>
                <a:spcPts val="0"/>
              </a:spcBef>
              <a:spcAft>
                <a:spcPts val="0"/>
              </a:spcAft>
              <a:buNone/>
              <a:defRPr sz="4800">
                <a:solidFill>
                  <a:schemeClr val="lt2"/>
                </a:solidFill>
              </a:defRPr>
            </a:lvl1pPr>
            <a:lvl2pPr lvl="1">
              <a:spcBef>
                <a:spcPts val="0"/>
              </a:spcBef>
              <a:spcAft>
                <a:spcPts val="0"/>
              </a:spcAft>
              <a:buNone/>
              <a:defRPr sz="4800">
                <a:solidFill>
                  <a:schemeClr val="lt2"/>
                </a:solidFill>
              </a:defRPr>
            </a:lvl2pPr>
            <a:lvl3pPr lvl="2">
              <a:spcBef>
                <a:spcPts val="0"/>
              </a:spcBef>
              <a:spcAft>
                <a:spcPts val="0"/>
              </a:spcAft>
              <a:buNone/>
              <a:defRPr sz="4800">
                <a:solidFill>
                  <a:schemeClr val="lt2"/>
                </a:solidFill>
              </a:defRPr>
            </a:lvl3pPr>
            <a:lvl4pPr lvl="3">
              <a:spcBef>
                <a:spcPts val="0"/>
              </a:spcBef>
              <a:spcAft>
                <a:spcPts val="0"/>
              </a:spcAft>
              <a:buNone/>
              <a:defRPr sz="4800">
                <a:solidFill>
                  <a:schemeClr val="lt2"/>
                </a:solidFill>
              </a:defRPr>
            </a:lvl4pPr>
            <a:lvl5pPr lvl="4">
              <a:spcBef>
                <a:spcPts val="0"/>
              </a:spcBef>
              <a:spcAft>
                <a:spcPts val="0"/>
              </a:spcAft>
              <a:buNone/>
              <a:defRPr sz="4800">
                <a:solidFill>
                  <a:schemeClr val="lt2"/>
                </a:solidFill>
              </a:defRPr>
            </a:lvl5pPr>
            <a:lvl6pPr lvl="5">
              <a:spcBef>
                <a:spcPts val="0"/>
              </a:spcBef>
              <a:spcAft>
                <a:spcPts val="0"/>
              </a:spcAft>
              <a:buNone/>
              <a:defRPr sz="4800">
                <a:solidFill>
                  <a:schemeClr val="lt2"/>
                </a:solidFill>
              </a:defRPr>
            </a:lvl6pPr>
            <a:lvl7pPr lvl="6">
              <a:spcBef>
                <a:spcPts val="0"/>
              </a:spcBef>
              <a:spcAft>
                <a:spcPts val="0"/>
              </a:spcAft>
              <a:buNone/>
              <a:defRPr sz="4800">
                <a:solidFill>
                  <a:schemeClr val="lt2"/>
                </a:solidFill>
              </a:defRPr>
            </a:lvl7pPr>
            <a:lvl8pPr lvl="7">
              <a:spcBef>
                <a:spcPts val="0"/>
              </a:spcBef>
              <a:spcAft>
                <a:spcPts val="0"/>
              </a:spcAft>
              <a:buNone/>
              <a:defRPr sz="4800">
                <a:solidFill>
                  <a:schemeClr val="lt2"/>
                </a:solidFill>
              </a:defRPr>
            </a:lvl8pPr>
            <a:lvl9pPr lvl="8">
              <a:spcBef>
                <a:spcPts val="0"/>
              </a:spcBef>
              <a:spcAft>
                <a:spcPts val="0"/>
              </a:spcAft>
              <a:buNone/>
              <a:defRPr sz="4800">
                <a:solidFill>
                  <a:schemeClr val="lt2"/>
                </a:solidFill>
              </a:defRPr>
            </a:lvl9pPr>
          </a:lstStyle>
          <a:p/>
        </p:txBody>
      </p:sp>
      <p:sp>
        <p:nvSpPr>
          <p:cNvPr id="595" name="Google Shape;595;p55"/>
          <p:cNvSpPr txBox="1"/>
          <p:nvPr>
            <p:ph idx="17" type="title"/>
          </p:nvPr>
        </p:nvSpPr>
        <p:spPr>
          <a:xfrm>
            <a:off x="228600" y="457200"/>
            <a:ext cx="4160400" cy="4647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cards">
  <p:cSld name="CUSTOM_8_1_1_1_1_1_1_1_1_1_1_1_1_1_1_1_1_1_1_1_1_1_1_1_1_1_1">
    <p:spTree>
      <p:nvGrpSpPr>
        <p:cNvPr id="596" name="Shape 596"/>
        <p:cNvGrpSpPr/>
        <p:nvPr/>
      </p:nvGrpSpPr>
      <p:grpSpPr>
        <a:xfrm>
          <a:off x="0" y="0"/>
          <a:ext cx="0" cy="0"/>
          <a:chOff x="0" y="0"/>
          <a:chExt cx="0" cy="0"/>
        </a:xfrm>
      </p:grpSpPr>
      <p:sp>
        <p:nvSpPr>
          <p:cNvPr id="597" name="Google Shape;597;p56"/>
          <p:cNvSpPr txBox="1"/>
          <p:nvPr>
            <p:ph idx="1" type="body"/>
          </p:nvPr>
        </p:nvSpPr>
        <p:spPr>
          <a:xfrm>
            <a:off x="3316788" y="1516150"/>
            <a:ext cx="2513100" cy="7140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598" name="Google Shape;598;p56"/>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599" name="Google Shape;599;p56"/>
          <p:cNvSpPr txBox="1"/>
          <p:nvPr>
            <p:ph idx="2"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600" name="Google Shape;600;p56"/>
          <p:cNvSpPr txBox="1"/>
          <p:nvPr>
            <p:ph idx="3" type="subTitle"/>
          </p:nvPr>
        </p:nvSpPr>
        <p:spPr>
          <a:xfrm>
            <a:off x="355609" y="549950"/>
            <a:ext cx="2433900" cy="431700"/>
          </a:xfrm>
          <a:prstGeom prst="rect">
            <a:avLst/>
          </a:prstGeom>
        </p:spPr>
        <p:txBody>
          <a:bodyPr anchorCtr="0" anchor="t" bIns="0" lIns="0" spcFirstLastPara="1" rIns="0" wrap="square" tIns="0">
            <a:noAutofit/>
          </a:bodyPr>
          <a:lstStyle>
            <a:lvl1pPr lvl="0">
              <a:lnSpc>
                <a:spcPct val="95000"/>
              </a:lnSpc>
              <a:spcBef>
                <a:spcPts val="0"/>
              </a:spcBef>
              <a:spcAft>
                <a:spcPts val="0"/>
              </a:spcAft>
              <a:buNone/>
              <a:defRPr sz="1600"/>
            </a:lvl1pPr>
            <a:lvl2pPr lvl="1">
              <a:lnSpc>
                <a:spcPct val="95000"/>
              </a:lnSpc>
              <a:spcBef>
                <a:spcPts val="0"/>
              </a:spcBef>
              <a:spcAft>
                <a:spcPts val="0"/>
              </a:spcAft>
              <a:buNone/>
              <a:defRPr sz="1600"/>
            </a:lvl2pPr>
            <a:lvl3pPr lvl="2">
              <a:lnSpc>
                <a:spcPct val="95000"/>
              </a:lnSpc>
              <a:spcBef>
                <a:spcPts val="0"/>
              </a:spcBef>
              <a:spcAft>
                <a:spcPts val="0"/>
              </a:spcAft>
              <a:buNone/>
              <a:defRPr sz="1600"/>
            </a:lvl3pPr>
            <a:lvl4pPr lvl="3">
              <a:lnSpc>
                <a:spcPct val="95000"/>
              </a:lnSpc>
              <a:spcBef>
                <a:spcPts val="0"/>
              </a:spcBef>
              <a:spcAft>
                <a:spcPts val="0"/>
              </a:spcAft>
              <a:buNone/>
              <a:defRPr sz="1600"/>
            </a:lvl4pPr>
            <a:lvl5pPr lvl="4">
              <a:lnSpc>
                <a:spcPct val="95000"/>
              </a:lnSpc>
              <a:spcBef>
                <a:spcPts val="0"/>
              </a:spcBef>
              <a:spcAft>
                <a:spcPts val="0"/>
              </a:spcAft>
              <a:buNone/>
              <a:defRPr sz="1600"/>
            </a:lvl5pPr>
            <a:lvl6pPr lvl="5">
              <a:lnSpc>
                <a:spcPct val="95000"/>
              </a:lnSpc>
              <a:spcBef>
                <a:spcPts val="0"/>
              </a:spcBef>
              <a:spcAft>
                <a:spcPts val="0"/>
              </a:spcAft>
              <a:buNone/>
              <a:defRPr sz="1600"/>
            </a:lvl6pPr>
            <a:lvl7pPr lvl="6">
              <a:lnSpc>
                <a:spcPct val="95000"/>
              </a:lnSpc>
              <a:spcBef>
                <a:spcPts val="0"/>
              </a:spcBef>
              <a:spcAft>
                <a:spcPts val="0"/>
              </a:spcAft>
              <a:buNone/>
              <a:defRPr sz="1600"/>
            </a:lvl7pPr>
            <a:lvl8pPr lvl="7">
              <a:lnSpc>
                <a:spcPct val="95000"/>
              </a:lnSpc>
              <a:spcBef>
                <a:spcPts val="0"/>
              </a:spcBef>
              <a:spcAft>
                <a:spcPts val="0"/>
              </a:spcAft>
              <a:buNone/>
              <a:defRPr sz="1600"/>
            </a:lvl8pPr>
            <a:lvl9pPr lvl="8">
              <a:lnSpc>
                <a:spcPct val="95000"/>
              </a:lnSpc>
              <a:spcBef>
                <a:spcPts val="0"/>
              </a:spcBef>
              <a:spcAft>
                <a:spcPts val="0"/>
              </a:spcAft>
              <a:buNone/>
              <a:defRPr sz="1600"/>
            </a:lvl9pPr>
          </a:lstStyle>
          <a:p/>
        </p:txBody>
      </p:sp>
      <p:sp>
        <p:nvSpPr>
          <p:cNvPr id="601" name="Google Shape;601;p56"/>
          <p:cNvSpPr txBox="1"/>
          <p:nvPr>
            <p:ph idx="4" type="body"/>
          </p:nvPr>
        </p:nvSpPr>
        <p:spPr>
          <a:xfrm>
            <a:off x="387450" y="1516150"/>
            <a:ext cx="2513100" cy="7140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602" name="Google Shape;602;p56"/>
          <p:cNvSpPr txBox="1"/>
          <p:nvPr>
            <p:ph idx="5" type="subTitle"/>
          </p:nvPr>
        </p:nvSpPr>
        <p:spPr>
          <a:xfrm>
            <a:off x="3284965" y="549950"/>
            <a:ext cx="2433900" cy="431700"/>
          </a:xfrm>
          <a:prstGeom prst="rect">
            <a:avLst/>
          </a:prstGeom>
        </p:spPr>
        <p:txBody>
          <a:bodyPr anchorCtr="0" anchor="t" bIns="0" lIns="0" spcFirstLastPara="1" rIns="0" wrap="square" tIns="0">
            <a:noAutofit/>
          </a:bodyPr>
          <a:lstStyle>
            <a:lvl1pPr lvl="0">
              <a:lnSpc>
                <a:spcPct val="95000"/>
              </a:lnSpc>
              <a:spcBef>
                <a:spcPts val="0"/>
              </a:spcBef>
              <a:spcAft>
                <a:spcPts val="0"/>
              </a:spcAft>
              <a:buNone/>
              <a:defRPr sz="1600"/>
            </a:lvl1pPr>
            <a:lvl2pPr lvl="1">
              <a:lnSpc>
                <a:spcPct val="95000"/>
              </a:lnSpc>
              <a:spcBef>
                <a:spcPts val="0"/>
              </a:spcBef>
              <a:spcAft>
                <a:spcPts val="0"/>
              </a:spcAft>
              <a:buNone/>
              <a:defRPr sz="1600"/>
            </a:lvl2pPr>
            <a:lvl3pPr lvl="2">
              <a:lnSpc>
                <a:spcPct val="95000"/>
              </a:lnSpc>
              <a:spcBef>
                <a:spcPts val="0"/>
              </a:spcBef>
              <a:spcAft>
                <a:spcPts val="0"/>
              </a:spcAft>
              <a:buNone/>
              <a:defRPr sz="1600"/>
            </a:lvl3pPr>
            <a:lvl4pPr lvl="3">
              <a:lnSpc>
                <a:spcPct val="95000"/>
              </a:lnSpc>
              <a:spcBef>
                <a:spcPts val="0"/>
              </a:spcBef>
              <a:spcAft>
                <a:spcPts val="0"/>
              </a:spcAft>
              <a:buNone/>
              <a:defRPr sz="1600"/>
            </a:lvl4pPr>
            <a:lvl5pPr lvl="4">
              <a:lnSpc>
                <a:spcPct val="95000"/>
              </a:lnSpc>
              <a:spcBef>
                <a:spcPts val="0"/>
              </a:spcBef>
              <a:spcAft>
                <a:spcPts val="0"/>
              </a:spcAft>
              <a:buNone/>
              <a:defRPr sz="1600"/>
            </a:lvl5pPr>
            <a:lvl6pPr lvl="5">
              <a:lnSpc>
                <a:spcPct val="95000"/>
              </a:lnSpc>
              <a:spcBef>
                <a:spcPts val="0"/>
              </a:spcBef>
              <a:spcAft>
                <a:spcPts val="0"/>
              </a:spcAft>
              <a:buNone/>
              <a:defRPr sz="1600"/>
            </a:lvl6pPr>
            <a:lvl7pPr lvl="6">
              <a:lnSpc>
                <a:spcPct val="95000"/>
              </a:lnSpc>
              <a:spcBef>
                <a:spcPts val="0"/>
              </a:spcBef>
              <a:spcAft>
                <a:spcPts val="0"/>
              </a:spcAft>
              <a:buNone/>
              <a:defRPr sz="1600"/>
            </a:lvl7pPr>
            <a:lvl8pPr lvl="7">
              <a:lnSpc>
                <a:spcPct val="95000"/>
              </a:lnSpc>
              <a:spcBef>
                <a:spcPts val="0"/>
              </a:spcBef>
              <a:spcAft>
                <a:spcPts val="0"/>
              </a:spcAft>
              <a:buNone/>
              <a:defRPr sz="1600"/>
            </a:lvl8pPr>
            <a:lvl9pPr lvl="8">
              <a:lnSpc>
                <a:spcPct val="95000"/>
              </a:lnSpc>
              <a:spcBef>
                <a:spcPts val="0"/>
              </a:spcBef>
              <a:spcAft>
                <a:spcPts val="0"/>
              </a:spcAft>
              <a:buNone/>
              <a:defRPr sz="1600"/>
            </a:lvl9pPr>
          </a:lstStyle>
          <a:p/>
        </p:txBody>
      </p:sp>
      <p:sp>
        <p:nvSpPr>
          <p:cNvPr id="603" name="Google Shape;603;p56"/>
          <p:cNvSpPr txBox="1"/>
          <p:nvPr>
            <p:ph idx="6" type="subTitle"/>
          </p:nvPr>
        </p:nvSpPr>
        <p:spPr>
          <a:xfrm>
            <a:off x="6213059" y="560550"/>
            <a:ext cx="2433900" cy="431700"/>
          </a:xfrm>
          <a:prstGeom prst="rect">
            <a:avLst/>
          </a:prstGeom>
        </p:spPr>
        <p:txBody>
          <a:bodyPr anchorCtr="0" anchor="t" bIns="0" lIns="0" spcFirstLastPara="1" rIns="0" wrap="square" tIns="0">
            <a:noAutofit/>
          </a:bodyPr>
          <a:lstStyle>
            <a:lvl1pPr lvl="0">
              <a:lnSpc>
                <a:spcPct val="95000"/>
              </a:lnSpc>
              <a:spcBef>
                <a:spcPts val="0"/>
              </a:spcBef>
              <a:spcAft>
                <a:spcPts val="0"/>
              </a:spcAft>
              <a:buNone/>
              <a:defRPr sz="1600"/>
            </a:lvl1pPr>
            <a:lvl2pPr lvl="1">
              <a:lnSpc>
                <a:spcPct val="95000"/>
              </a:lnSpc>
              <a:spcBef>
                <a:spcPts val="0"/>
              </a:spcBef>
              <a:spcAft>
                <a:spcPts val="0"/>
              </a:spcAft>
              <a:buNone/>
              <a:defRPr sz="1600"/>
            </a:lvl2pPr>
            <a:lvl3pPr lvl="2">
              <a:lnSpc>
                <a:spcPct val="95000"/>
              </a:lnSpc>
              <a:spcBef>
                <a:spcPts val="0"/>
              </a:spcBef>
              <a:spcAft>
                <a:spcPts val="0"/>
              </a:spcAft>
              <a:buNone/>
              <a:defRPr sz="1600"/>
            </a:lvl3pPr>
            <a:lvl4pPr lvl="3">
              <a:lnSpc>
                <a:spcPct val="95000"/>
              </a:lnSpc>
              <a:spcBef>
                <a:spcPts val="0"/>
              </a:spcBef>
              <a:spcAft>
                <a:spcPts val="0"/>
              </a:spcAft>
              <a:buNone/>
              <a:defRPr sz="1600"/>
            </a:lvl4pPr>
            <a:lvl5pPr lvl="4">
              <a:lnSpc>
                <a:spcPct val="95000"/>
              </a:lnSpc>
              <a:spcBef>
                <a:spcPts val="0"/>
              </a:spcBef>
              <a:spcAft>
                <a:spcPts val="0"/>
              </a:spcAft>
              <a:buNone/>
              <a:defRPr sz="1600"/>
            </a:lvl5pPr>
            <a:lvl6pPr lvl="5">
              <a:lnSpc>
                <a:spcPct val="95000"/>
              </a:lnSpc>
              <a:spcBef>
                <a:spcPts val="0"/>
              </a:spcBef>
              <a:spcAft>
                <a:spcPts val="0"/>
              </a:spcAft>
              <a:buNone/>
              <a:defRPr sz="1600"/>
            </a:lvl6pPr>
            <a:lvl7pPr lvl="6">
              <a:lnSpc>
                <a:spcPct val="95000"/>
              </a:lnSpc>
              <a:spcBef>
                <a:spcPts val="0"/>
              </a:spcBef>
              <a:spcAft>
                <a:spcPts val="0"/>
              </a:spcAft>
              <a:buNone/>
              <a:defRPr sz="1600"/>
            </a:lvl7pPr>
            <a:lvl8pPr lvl="7">
              <a:lnSpc>
                <a:spcPct val="95000"/>
              </a:lnSpc>
              <a:spcBef>
                <a:spcPts val="0"/>
              </a:spcBef>
              <a:spcAft>
                <a:spcPts val="0"/>
              </a:spcAft>
              <a:buNone/>
              <a:defRPr sz="1600"/>
            </a:lvl8pPr>
            <a:lvl9pPr lvl="8">
              <a:lnSpc>
                <a:spcPct val="95000"/>
              </a:lnSpc>
              <a:spcBef>
                <a:spcPts val="0"/>
              </a:spcBef>
              <a:spcAft>
                <a:spcPts val="0"/>
              </a:spcAft>
              <a:buNone/>
              <a:defRPr sz="1600"/>
            </a:lvl9pPr>
          </a:lstStyle>
          <a:p/>
        </p:txBody>
      </p:sp>
      <p:sp>
        <p:nvSpPr>
          <p:cNvPr id="604" name="Google Shape;604;p56"/>
          <p:cNvSpPr txBox="1"/>
          <p:nvPr>
            <p:ph idx="7" type="body"/>
          </p:nvPr>
        </p:nvSpPr>
        <p:spPr>
          <a:xfrm>
            <a:off x="6244900" y="1526750"/>
            <a:ext cx="2513100" cy="7140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ersona - Alt 2">
  <p:cSld name="CUSTOM_8_1_1_1_1_1_1_1_1_1_1_1_1_1_1_1_1_1_1_1_1_1_1_1_1_1_1_1">
    <p:spTree>
      <p:nvGrpSpPr>
        <p:cNvPr id="605" name="Shape 605"/>
        <p:cNvGrpSpPr/>
        <p:nvPr/>
      </p:nvGrpSpPr>
      <p:grpSpPr>
        <a:xfrm>
          <a:off x="0" y="0"/>
          <a:ext cx="0" cy="0"/>
          <a:chOff x="0" y="0"/>
          <a:chExt cx="0" cy="0"/>
        </a:xfrm>
      </p:grpSpPr>
      <p:sp>
        <p:nvSpPr>
          <p:cNvPr id="606" name="Google Shape;606;p57"/>
          <p:cNvSpPr/>
          <p:nvPr/>
        </p:nvSpPr>
        <p:spPr>
          <a:xfrm rot="10800000">
            <a:off x="-25" y="250"/>
            <a:ext cx="3066900" cy="5147700"/>
          </a:xfrm>
          <a:prstGeom prst="rect">
            <a:avLst/>
          </a:prstGeom>
          <a:gradFill>
            <a:gsLst>
              <a:gs pos="0">
                <a:schemeClr val="accent6"/>
              </a:gs>
              <a:gs pos="100000">
                <a:schemeClr val="lt2"/>
              </a:gs>
            </a:gsLst>
            <a:lin ang="54007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607" name="Google Shape;607;p57"/>
          <p:cNvSpPr txBox="1"/>
          <p:nvPr/>
        </p:nvSpPr>
        <p:spPr>
          <a:xfrm>
            <a:off x="230934" y="1805263"/>
            <a:ext cx="372000" cy="246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1600">
                <a:solidFill>
                  <a:schemeClr val="dk1"/>
                </a:solidFill>
                <a:latin typeface="Jost"/>
                <a:ea typeface="Jost"/>
                <a:cs typeface="Jost"/>
                <a:sym typeface="Jost"/>
              </a:rPr>
              <a:t>🡖</a:t>
            </a:r>
            <a:endParaRPr sz="1600">
              <a:solidFill>
                <a:schemeClr val="dk1"/>
              </a:solidFill>
              <a:latin typeface="Jost"/>
              <a:ea typeface="Jost"/>
              <a:cs typeface="Jost"/>
              <a:sym typeface="Jost"/>
            </a:endParaRPr>
          </a:p>
        </p:txBody>
      </p:sp>
      <p:sp>
        <p:nvSpPr>
          <p:cNvPr id="608" name="Google Shape;608;p57"/>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609" name="Google Shape;609;p57"/>
          <p:cNvSpPr txBox="1"/>
          <p:nvPr>
            <p:ph idx="2"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610" name="Google Shape;610;p57"/>
          <p:cNvSpPr txBox="1"/>
          <p:nvPr>
            <p:ph idx="3" type="title"/>
          </p:nvPr>
        </p:nvSpPr>
        <p:spPr>
          <a:xfrm>
            <a:off x="230937" y="1593450"/>
            <a:ext cx="2378700" cy="343200"/>
          </a:xfrm>
          <a:prstGeom prst="rect">
            <a:avLst/>
          </a:prstGeom>
        </p:spPr>
        <p:txBody>
          <a:bodyPr anchorCtr="0" anchor="t" bIns="0" lIns="0" spcFirstLastPara="1" rIns="0" wrap="square" tIns="0">
            <a:noAutofit/>
          </a:bodyPr>
          <a:lstStyle>
            <a:lvl1pPr lvl="0">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
        <p:nvSpPr>
          <p:cNvPr id="611" name="Google Shape;611;p57"/>
          <p:cNvSpPr txBox="1"/>
          <p:nvPr>
            <p:ph idx="1" type="body"/>
          </p:nvPr>
        </p:nvSpPr>
        <p:spPr>
          <a:xfrm>
            <a:off x="230938" y="2041800"/>
            <a:ext cx="2378700" cy="9627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612" name="Google Shape;612;p57"/>
          <p:cNvSpPr txBox="1"/>
          <p:nvPr>
            <p:ph idx="4" type="body"/>
          </p:nvPr>
        </p:nvSpPr>
        <p:spPr>
          <a:xfrm>
            <a:off x="3439371" y="907600"/>
            <a:ext cx="2498700" cy="3432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613" name="Google Shape;613;p57"/>
          <p:cNvSpPr txBox="1"/>
          <p:nvPr>
            <p:ph idx="5" type="subTitle"/>
          </p:nvPr>
        </p:nvSpPr>
        <p:spPr>
          <a:xfrm>
            <a:off x="3439363" y="618975"/>
            <a:ext cx="2378700" cy="167700"/>
          </a:xfrm>
          <a:prstGeom prst="rect">
            <a:avLst/>
          </a:prstGeom>
        </p:spPr>
        <p:txBody>
          <a:bodyPr anchorCtr="0" anchor="ctr" bIns="0" lIns="0" spcFirstLastPara="1" rIns="0" wrap="square" tIns="0">
            <a:noAutofit/>
          </a:bodyPr>
          <a:lstStyle>
            <a:lvl1pPr lvl="0">
              <a:spcBef>
                <a:spcPts val="0"/>
              </a:spcBef>
              <a:spcAft>
                <a:spcPts val="0"/>
              </a:spcAft>
              <a:buNone/>
              <a:defRPr sz="1200">
                <a:solidFill>
                  <a:schemeClr val="accent4"/>
                </a:solidFill>
                <a:latin typeface="Jost"/>
                <a:ea typeface="Jost"/>
                <a:cs typeface="Jost"/>
                <a:sym typeface="Jost"/>
              </a:defRPr>
            </a:lvl1pPr>
            <a:lvl2pPr lvl="1">
              <a:spcBef>
                <a:spcPts val="0"/>
              </a:spcBef>
              <a:spcAft>
                <a:spcPts val="0"/>
              </a:spcAft>
              <a:buNone/>
              <a:defRPr sz="1200">
                <a:solidFill>
                  <a:schemeClr val="accent4"/>
                </a:solidFill>
                <a:latin typeface="Jost"/>
                <a:ea typeface="Jost"/>
                <a:cs typeface="Jost"/>
                <a:sym typeface="Jost"/>
              </a:defRPr>
            </a:lvl2pPr>
            <a:lvl3pPr lvl="2">
              <a:spcBef>
                <a:spcPts val="0"/>
              </a:spcBef>
              <a:spcAft>
                <a:spcPts val="0"/>
              </a:spcAft>
              <a:buNone/>
              <a:defRPr sz="1200">
                <a:solidFill>
                  <a:schemeClr val="accent4"/>
                </a:solidFill>
                <a:latin typeface="Jost"/>
                <a:ea typeface="Jost"/>
                <a:cs typeface="Jost"/>
                <a:sym typeface="Jost"/>
              </a:defRPr>
            </a:lvl3pPr>
            <a:lvl4pPr lvl="3">
              <a:spcBef>
                <a:spcPts val="0"/>
              </a:spcBef>
              <a:spcAft>
                <a:spcPts val="0"/>
              </a:spcAft>
              <a:buNone/>
              <a:defRPr sz="1200">
                <a:solidFill>
                  <a:schemeClr val="accent4"/>
                </a:solidFill>
                <a:latin typeface="Jost"/>
                <a:ea typeface="Jost"/>
                <a:cs typeface="Jost"/>
                <a:sym typeface="Jost"/>
              </a:defRPr>
            </a:lvl4pPr>
            <a:lvl5pPr lvl="4">
              <a:spcBef>
                <a:spcPts val="0"/>
              </a:spcBef>
              <a:spcAft>
                <a:spcPts val="0"/>
              </a:spcAft>
              <a:buNone/>
              <a:defRPr sz="1200">
                <a:solidFill>
                  <a:schemeClr val="accent4"/>
                </a:solidFill>
                <a:latin typeface="Jost"/>
                <a:ea typeface="Jost"/>
                <a:cs typeface="Jost"/>
                <a:sym typeface="Jost"/>
              </a:defRPr>
            </a:lvl5pPr>
            <a:lvl6pPr lvl="5">
              <a:spcBef>
                <a:spcPts val="0"/>
              </a:spcBef>
              <a:spcAft>
                <a:spcPts val="0"/>
              </a:spcAft>
              <a:buNone/>
              <a:defRPr sz="1200">
                <a:solidFill>
                  <a:schemeClr val="accent4"/>
                </a:solidFill>
                <a:latin typeface="Jost"/>
                <a:ea typeface="Jost"/>
                <a:cs typeface="Jost"/>
                <a:sym typeface="Jost"/>
              </a:defRPr>
            </a:lvl6pPr>
            <a:lvl7pPr lvl="6">
              <a:spcBef>
                <a:spcPts val="0"/>
              </a:spcBef>
              <a:spcAft>
                <a:spcPts val="0"/>
              </a:spcAft>
              <a:buNone/>
              <a:defRPr sz="1200">
                <a:solidFill>
                  <a:schemeClr val="accent4"/>
                </a:solidFill>
                <a:latin typeface="Jost"/>
                <a:ea typeface="Jost"/>
                <a:cs typeface="Jost"/>
                <a:sym typeface="Jost"/>
              </a:defRPr>
            </a:lvl7pPr>
            <a:lvl8pPr lvl="7">
              <a:spcBef>
                <a:spcPts val="0"/>
              </a:spcBef>
              <a:spcAft>
                <a:spcPts val="0"/>
              </a:spcAft>
              <a:buNone/>
              <a:defRPr sz="1200">
                <a:solidFill>
                  <a:schemeClr val="accent4"/>
                </a:solidFill>
                <a:latin typeface="Jost"/>
                <a:ea typeface="Jost"/>
                <a:cs typeface="Jost"/>
                <a:sym typeface="Jost"/>
              </a:defRPr>
            </a:lvl8pPr>
            <a:lvl9pPr lvl="8">
              <a:spcBef>
                <a:spcPts val="0"/>
              </a:spcBef>
              <a:spcAft>
                <a:spcPts val="0"/>
              </a:spcAft>
              <a:buNone/>
              <a:defRPr sz="1200">
                <a:solidFill>
                  <a:schemeClr val="accent4"/>
                </a:solidFill>
                <a:latin typeface="Jost"/>
                <a:ea typeface="Jost"/>
                <a:cs typeface="Jost"/>
                <a:sym typeface="Jost"/>
              </a:defRPr>
            </a:lvl9pPr>
          </a:lstStyle>
          <a:p/>
        </p:txBody>
      </p:sp>
      <p:sp>
        <p:nvSpPr>
          <p:cNvPr id="614" name="Google Shape;614;p57"/>
          <p:cNvSpPr txBox="1"/>
          <p:nvPr>
            <p:ph idx="6" type="body"/>
          </p:nvPr>
        </p:nvSpPr>
        <p:spPr>
          <a:xfrm>
            <a:off x="3439371" y="2532294"/>
            <a:ext cx="2498700" cy="3432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615" name="Google Shape;615;p57"/>
          <p:cNvSpPr txBox="1"/>
          <p:nvPr>
            <p:ph idx="7" type="subTitle"/>
          </p:nvPr>
        </p:nvSpPr>
        <p:spPr>
          <a:xfrm>
            <a:off x="3439363" y="2243669"/>
            <a:ext cx="2378700" cy="167700"/>
          </a:xfrm>
          <a:prstGeom prst="rect">
            <a:avLst/>
          </a:prstGeom>
        </p:spPr>
        <p:txBody>
          <a:bodyPr anchorCtr="0" anchor="ctr" bIns="0" lIns="0" spcFirstLastPara="1" rIns="0" wrap="square" tIns="0">
            <a:noAutofit/>
          </a:bodyPr>
          <a:lstStyle>
            <a:lvl1pPr lvl="0">
              <a:spcBef>
                <a:spcPts val="0"/>
              </a:spcBef>
              <a:spcAft>
                <a:spcPts val="0"/>
              </a:spcAft>
              <a:buNone/>
              <a:defRPr sz="1200">
                <a:solidFill>
                  <a:schemeClr val="accent4"/>
                </a:solidFill>
                <a:latin typeface="Jost"/>
                <a:ea typeface="Jost"/>
                <a:cs typeface="Jost"/>
                <a:sym typeface="Jost"/>
              </a:defRPr>
            </a:lvl1pPr>
            <a:lvl2pPr lvl="1">
              <a:spcBef>
                <a:spcPts val="0"/>
              </a:spcBef>
              <a:spcAft>
                <a:spcPts val="0"/>
              </a:spcAft>
              <a:buNone/>
              <a:defRPr sz="1200">
                <a:solidFill>
                  <a:schemeClr val="accent4"/>
                </a:solidFill>
                <a:latin typeface="Jost"/>
                <a:ea typeface="Jost"/>
                <a:cs typeface="Jost"/>
                <a:sym typeface="Jost"/>
              </a:defRPr>
            </a:lvl2pPr>
            <a:lvl3pPr lvl="2">
              <a:spcBef>
                <a:spcPts val="0"/>
              </a:spcBef>
              <a:spcAft>
                <a:spcPts val="0"/>
              </a:spcAft>
              <a:buNone/>
              <a:defRPr sz="1200">
                <a:solidFill>
                  <a:schemeClr val="accent4"/>
                </a:solidFill>
                <a:latin typeface="Jost"/>
                <a:ea typeface="Jost"/>
                <a:cs typeface="Jost"/>
                <a:sym typeface="Jost"/>
              </a:defRPr>
            </a:lvl3pPr>
            <a:lvl4pPr lvl="3">
              <a:spcBef>
                <a:spcPts val="0"/>
              </a:spcBef>
              <a:spcAft>
                <a:spcPts val="0"/>
              </a:spcAft>
              <a:buNone/>
              <a:defRPr sz="1200">
                <a:solidFill>
                  <a:schemeClr val="accent4"/>
                </a:solidFill>
                <a:latin typeface="Jost"/>
                <a:ea typeface="Jost"/>
                <a:cs typeface="Jost"/>
                <a:sym typeface="Jost"/>
              </a:defRPr>
            </a:lvl4pPr>
            <a:lvl5pPr lvl="4">
              <a:spcBef>
                <a:spcPts val="0"/>
              </a:spcBef>
              <a:spcAft>
                <a:spcPts val="0"/>
              </a:spcAft>
              <a:buNone/>
              <a:defRPr sz="1200">
                <a:solidFill>
                  <a:schemeClr val="accent4"/>
                </a:solidFill>
                <a:latin typeface="Jost"/>
                <a:ea typeface="Jost"/>
                <a:cs typeface="Jost"/>
                <a:sym typeface="Jost"/>
              </a:defRPr>
            </a:lvl5pPr>
            <a:lvl6pPr lvl="5">
              <a:spcBef>
                <a:spcPts val="0"/>
              </a:spcBef>
              <a:spcAft>
                <a:spcPts val="0"/>
              </a:spcAft>
              <a:buNone/>
              <a:defRPr sz="1200">
                <a:solidFill>
                  <a:schemeClr val="accent4"/>
                </a:solidFill>
                <a:latin typeface="Jost"/>
                <a:ea typeface="Jost"/>
                <a:cs typeface="Jost"/>
                <a:sym typeface="Jost"/>
              </a:defRPr>
            </a:lvl6pPr>
            <a:lvl7pPr lvl="6">
              <a:spcBef>
                <a:spcPts val="0"/>
              </a:spcBef>
              <a:spcAft>
                <a:spcPts val="0"/>
              </a:spcAft>
              <a:buNone/>
              <a:defRPr sz="1200">
                <a:solidFill>
                  <a:schemeClr val="accent4"/>
                </a:solidFill>
                <a:latin typeface="Jost"/>
                <a:ea typeface="Jost"/>
                <a:cs typeface="Jost"/>
                <a:sym typeface="Jost"/>
              </a:defRPr>
            </a:lvl7pPr>
            <a:lvl8pPr lvl="7">
              <a:spcBef>
                <a:spcPts val="0"/>
              </a:spcBef>
              <a:spcAft>
                <a:spcPts val="0"/>
              </a:spcAft>
              <a:buNone/>
              <a:defRPr sz="1200">
                <a:solidFill>
                  <a:schemeClr val="accent4"/>
                </a:solidFill>
                <a:latin typeface="Jost"/>
                <a:ea typeface="Jost"/>
                <a:cs typeface="Jost"/>
                <a:sym typeface="Jost"/>
              </a:defRPr>
            </a:lvl8pPr>
            <a:lvl9pPr lvl="8">
              <a:spcBef>
                <a:spcPts val="0"/>
              </a:spcBef>
              <a:spcAft>
                <a:spcPts val="0"/>
              </a:spcAft>
              <a:buNone/>
              <a:defRPr sz="1200">
                <a:solidFill>
                  <a:schemeClr val="accent4"/>
                </a:solidFill>
                <a:latin typeface="Jost"/>
                <a:ea typeface="Jost"/>
                <a:cs typeface="Jost"/>
                <a:sym typeface="Jost"/>
              </a:defRPr>
            </a:lvl9pPr>
          </a:lstStyle>
          <a:p/>
        </p:txBody>
      </p:sp>
      <p:sp>
        <p:nvSpPr>
          <p:cNvPr id="616" name="Google Shape;616;p57"/>
          <p:cNvSpPr txBox="1"/>
          <p:nvPr>
            <p:ph idx="8" type="body"/>
          </p:nvPr>
        </p:nvSpPr>
        <p:spPr>
          <a:xfrm>
            <a:off x="6313271" y="907600"/>
            <a:ext cx="2498700" cy="3432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617" name="Google Shape;617;p57"/>
          <p:cNvSpPr txBox="1"/>
          <p:nvPr>
            <p:ph idx="9" type="subTitle"/>
          </p:nvPr>
        </p:nvSpPr>
        <p:spPr>
          <a:xfrm>
            <a:off x="6313263" y="618975"/>
            <a:ext cx="2378700" cy="167700"/>
          </a:xfrm>
          <a:prstGeom prst="rect">
            <a:avLst/>
          </a:prstGeom>
        </p:spPr>
        <p:txBody>
          <a:bodyPr anchorCtr="0" anchor="ctr" bIns="0" lIns="0" spcFirstLastPara="1" rIns="0" wrap="square" tIns="0">
            <a:noAutofit/>
          </a:bodyPr>
          <a:lstStyle>
            <a:lvl1pPr lvl="0">
              <a:spcBef>
                <a:spcPts val="0"/>
              </a:spcBef>
              <a:spcAft>
                <a:spcPts val="0"/>
              </a:spcAft>
              <a:buNone/>
              <a:defRPr sz="1200">
                <a:solidFill>
                  <a:schemeClr val="accent4"/>
                </a:solidFill>
                <a:latin typeface="Jost"/>
                <a:ea typeface="Jost"/>
                <a:cs typeface="Jost"/>
                <a:sym typeface="Jost"/>
              </a:defRPr>
            </a:lvl1pPr>
            <a:lvl2pPr lvl="1">
              <a:spcBef>
                <a:spcPts val="0"/>
              </a:spcBef>
              <a:spcAft>
                <a:spcPts val="0"/>
              </a:spcAft>
              <a:buNone/>
              <a:defRPr sz="1200">
                <a:solidFill>
                  <a:schemeClr val="accent4"/>
                </a:solidFill>
                <a:latin typeface="Jost"/>
                <a:ea typeface="Jost"/>
                <a:cs typeface="Jost"/>
                <a:sym typeface="Jost"/>
              </a:defRPr>
            </a:lvl2pPr>
            <a:lvl3pPr lvl="2">
              <a:spcBef>
                <a:spcPts val="0"/>
              </a:spcBef>
              <a:spcAft>
                <a:spcPts val="0"/>
              </a:spcAft>
              <a:buNone/>
              <a:defRPr sz="1200">
                <a:solidFill>
                  <a:schemeClr val="accent4"/>
                </a:solidFill>
                <a:latin typeface="Jost"/>
                <a:ea typeface="Jost"/>
                <a:cs typeface="Jost"/>
                <a:sym typeface="Jost"/>
              </a:defRPr>
            </a:lvl3pPr>
            <a:lvl4pPr lvl="3">
              <a:spcBef>
                <a:spcPts val="0"/>
              </a:spcBef>
              <a:spcAft>
                <a:spcPts val="0"/>
              </a:spcAft>
              <a:buNone/>
              <a:defRPr sz="1200">
                <a:solidFill>
                  <a:schemeClr val="accent4"/>
                </a:solidFill>
                <a:latin typeface="Jost"/>
                <a:ea typeface="Jost"/>
                <a:cs typeface="Jost"/>
                <a:sym typeface="Jost"/>
              </a:defRPr>
            </a:lvl4pPr>
            <a:lvl5pPr lvl="4">
              <a:spcBef>
                <a:spcPts val="0"/>
              </a:spcBef>
              <a:spcAft>
                <a:spcPts val="0"/>
              </a:spcAft>
              <a:buNone/>
              <a:defRPr sz="1200">
                <a:solidFill>
                  <a:schemeClr val="accent4"/>
                </a:solidFill>
                <a:latin typeface="Jost"/>
                <a:ea typeface="Jost"/>
                <a:cs typeface="Jost"/>
                <a:sym typeface="Jost"/>
              </a:defRPr>
            </a:lvl5pPr>
            <a:lvl6pPr lvl="5">
              <a:spcBef>
                <a:spcPts val="0"/>
              </a:spcBef>
              <a:spcAft>
                <a:spcPts val="0"/>
              </a:spcAft>
              <a:buNone/>
              <a:defRPr sz="1200">
                <a:solidFill>
                  <a:schemeClr val="accent4"/>
                </a:solidFill>
                <a:latin typeface="Jost"/>
                <a:ea typeface="Jost"/>
                <a:cs typeface="Jost"/>
                <a:sym typeface="Jost"/>
              </a:defRPr>
            </a:lvl6pPr>
            <a:lvl7pPr lvl="6">
              <a:spcBef>
                <a:spcPts val="0"/>
              </a:spcBef>
              <a:spcAft>
                <a:spcPts val="0"/>
              </a:spcAft>
              <a:buNone/>
              <a:defRPr sz="1200">
                <a:solidFill>
                  <a:schemeClr val="accent4"/>
                </a:solidFill>
                <a:latin typeface="Jost"/>
                <a:ea typeface="Jost"/>
                <a:cs typeface="Jost"/>
                <a:sym typeface="Jost"/>
              </a:defRPr>
            </a:lvl7pPr>
            <a:lvl8pPr lvl="7">
              <a:spcBef>
                <a:spcPts val="0"/>
              </a:spcBef>
              <a:spcAft>
                <a:spcPts val="0"/>
              </a:spcAft>
              <a:buNone/>
              <a:defRPr sz="1200">
                <a:solidFill>
                  <a:schemeClr val="accent4"/>
                </a:solidFill>
                <a:latin typeface="Jost"/>
                <a:ea typeface="Jost"/>
                <a:cs typeface="Jost"/>
                <a:sym typeface="Jost"/>
              </a:defRPr>
            </a:lvl8pPr>
            <a:lvl9pPr lvl="8">
              <a:spcBef>
                <a:spcPts val="0"/>
              </a:spcBef>
              <a:spcAft>
                <a:spcPts val="0"/>
              </a:spcAft>
              <a:buNone/>
              <a:defRPr sz="1200">
                <a:solidFill>
                  <a:schemeClr val="accent4"/>
                </a:solidFill>
                <a:latin typeface="Jost"/>
                <a:ea typeface="Jost"/>
                <a:cs typeface="Jost"/>
                <a:sym typeface="Jost"/>
              </a:defRPr>
            </a:lvl9pPr>
          </a:lstStyle>
          <a:p/>
        </p:txBody>
      </p:sp>
      <p:sp>
        <p:nvSpPr>
          <p:cNvPr id="618" name="Google Shape;618;p57"/>
          <p:cNvSpPr txBox="1"/>
          <p:nvPr>
            <p:ph idx="13" type="body"/>
          </p:nvPr>
        </p:nvSpPr>
        <p:spPr>
          <a:xfrm>
            <a:off x="6313271" y="2532294"/>
            <a:ext cx="2498700" cy="3432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619" name="Google Shape;619;p57"/>
          <p:cNvSpPr txBox="1"/>
          <p:nvPr>
            <p:ph idx="14" type="subTitle"/>
          </p:nvPr>
        </p:nvSpPr>
        <p:spPr>
          <a:xfrm>
            <a:off x="6313263" y="2243669"/>
            <a:ext cx="2378700" cy="167700"/>
          </a:xfrm>
          <a:prstGeom prst="rect">
            <a:avLst/>
          </a:prstGeom>
        </p:spPr>
        <p:txBody>
          <a:bodyPr anchorCtr="0" anchor="ctr" bIns="0" lIns="0" spcFirstLastPara="1" rIns="0" wrap="square" tIns="0">
            <a:noAutofit/>
          </a:bodyPr>
          <a:lstStyle>
            <a:lvl1pPr lvl="0">
              <a:spcBef>
                <a:spcPts val="0"/>
              </a:spcBef>
              <a:spcAft>
                <a:spcPts val="0"/>
              </a:spcAft>
              <a:buNone/>
              <a:defRPr sz="1200">
                <a:solidFill>
                  <a:schemeClr val="accent4"/>
                </a:solidFill>
                <a:latin typeface="Jost"/>
                <a:ea typeface="Jost"/>
                <a:cs typeface="Jost"/>
                <a:sym typeface="Jost"/>
              </a:defRPr>
            </a:lvl1pPr>
            <a:lvl2pPr lvl="1">
              <a:spcBef>
                <a:spcPts val="0"/>
              </a:spcBef>
              <a:spcAft>
                <a:spcPts val="0"/>
              </a:spcAft>
              <a:buNone/>
              <a:defRPr sz="1200">
                <a:solidFill>
                  <a:schemeClr val="accent4"/>
                </a:solidFill>
                <a:latin typeface="Jost"/>
                <a:ea typeface="Jost"/>
                <a:cs typeface="Jost"/>
                <a:sym typeface="Jost"/>
              </a:defRPr>
            </a:lvl2pPr>
            <a:lvl3pPr lvl="2">
              <a:spcBef>
                <a:spcPts val="0"/>
              </a:spcBef>
              <a:spcAft>
                <a:spcPts val="0"/>
              </a:spcAft>
              <a:buNone/>
              <a:defRPr sz="1200">
                <a:solidFill>
                  <a:schemeClr val="accent4"/>
                </a:solidFill>
                <a:latin typeface="Jost"/>
                <a:ea typeface="Jost"/>
                <a:cs typeface="Jost"/>
                <a:sym typeface="Jost"/>
              </a:defRPr>
            </a:lvl3pPr>
            <a:lvl4pPr lvl="3">
              <a:spcBef>
                <a:spcPts val="0"/>
              </a:spcBef>
              <a:spcAft>
                <a:spcPts val="0"/>
              </a:spcAft>
              <a:buNone/>
              <a:defRPr sz="1200">
                <a:solidFill>
                  <a:schemeClr val="accent4"/>
                </a:solidFill>
                <a:latin typeface="Jost"/>
                <a:ea typeface="Jost"/>
                <a:cs typeface="Jost"/>
                <a:sym typeface="Jost"/>
              </a:defRPr>
            </a:lvl4pPr>
            <a:lvl5pPr lvl="4">
              <a:spcBef>
                <a:spcPts val="0"/>
              </a:spcBef>
              <a:spcAft>
                <a:spcPts val="0"/>
              </a:spcAft>
              <a:buNone/>
              <a:defRPr sz="1200">
                <a:solidFill>
                  <a:schemeClr val="accent4"/>
                </a:solidFill>
                <a:latin typeface="Jost"/>
                <a:ea typeface="Jost"/>
                <a:cs typeface="Jost"/>
                <a:sym typeface="Jost"/>
              </a:defRPr>
            </a:lvl5pPr>
            <a:lvl6pPr lvl="5">
              <a:spcBef>
                <a:spcPts val="0"/>
              </a:spcBef>
              <a:spcAft>
                <a:spcPts val="0"/>
              </a:spcAft>
              <a:buNone/>
              <a:defRPr sz="1200">
                <a:solidFill>
                  <a:schemeClr val="accent4"/>
                </a:solidFill>
                <a:latin typeface="Jost"/>
                <a:ea typeface="Jost"/>
                <a:cs typeface="Jost"/>
                <a:sym typeface="Jost"/>
              </a:defRPr>
            </a:lvl6pPr>
            <a:lvl7pPr lvl="6">
              <a:spcBef>
                <a:spcPts val="0"/>
              </a:spcBef>
              <a:spcAft>
                <a:spcPts val="0"/>
              </a:spcAft>
              <a:buNone/>
              <a:defRPr sz="1200">
                <a:solidFill>
                  <a:schemeClr val="accent4"/>
                </a:solidFill>
                <a:latin typeface="Jost"/>
                <a:ea typeface="Jost"/>
                <a:cs typeface="Jost"/>
                <a:sym typeface="Jost"/>
              </a:defRPr>
            </a:lvl7pPr>
            <a:lvl8pPr lvl="7">
              <a:spcBef>
                <a:spcPts val="0"/>
              </a:spcBef>
              <a:spcAft>
                <a:spcPts val="0"/>
              </a:spcAft>
              <a:buNone/>
              <a:defRPr sz="1200">
                <a:solidFill>
                  <a:schemeClr val="accent4"/>
                </a:solidFill>
                <a:latin typeface="Jost"/>
                <a:ea typeface="Jost"/>
                <a:cs typeface="Jost"/>
                <a:sym typeface="Jost"/>
              </a:defRPr>
            </a:lvl8pPr>
            <a:lvl9pPr lvl="8">
              <a:spcBef>
                <a:spcPts val="0"/>
              </a:spcBef>
              <a:spcAft>
                <a:spcPts val="0"/>
              </a:spcAft>
              <a:buNone/>
              <a:defRPr sz="1200">
                <a:solidFill>
                  <a:schemeClr val="accent4"/>
                </a:solidFill>
                <a:latin typeface="Jost"/>
                <a:ea typeface="Jost"/>
                <a:cs typeface="Jost"/>
                <a:sym typeface="Jost"/>
              </a:defRPr>
            </a:lvl9pPr>
          </a:lstStyle>
          <a:p/>
        </p:txBody>
      </p:sp>
      <p:sp>
        <p:nvSpPr>
          <p:cNvPr id="620" name="Google Shape;620;p57"/>
          <p:cNvSpPr txBox="1"/>
          <p:nvPr>
            <p:ph idx="15" type="body"/>
          </p:nvPr>
        </p:nvSpPr>
        <p:spPr>
          <a:xfrm>
            <a:off x="230650" y="3875100"/>
            <a:ext cx="2378700" cy="913500"/>
          </a:xfrm>
          <a:prstGeom prst="rect">
            <a:avLst/>
          </a:prstGeom>
        </p:spPr>
        <p:txBody>
          <a:bodyPr anchorCtr="0" anchor="t" bIns="0" lIns="0" spcFirstLastPara="1" rIns="0" wrap="square" tIns="0">
            <a:spAutoFit/>
          </a:bodyPr>
          <a:lstStyle>
            <a:lvl1pPr indent="-304800" lvl="0" marL="457200">
              <a:spcBef>
                <a:spcPts val="0"/>
              </a:spcBef>
              <a:spcAft>
                <a:spcPts val="0"/>
              </a:spcAft>
              <a:buClr>
                <a:schemeClr val="dk1"/>
              </a:buClr>
              <a:buSzPts val="1200"/>
              <a:buFont typeface="Figtree"/>
              <a:buChar char="●"/>
              <a:defRPr>
                <a:latin typeface="Figtree"/>
                <a:ea typeface="Figtree"/>
                <a:cs typeface="Figtree"/>
                <a:sym typeface="Figtree"/>
              </a:defRPr>
            </a:lvl1pPr>
            <a:lvl2pPr indent="-304800" lvl="1" marL="914400">
              <a:spcBef>
                <a:spcPts val="0"/>
              </a:spcBef>
              <a:spcAft>
                <a:spcPts val="0"/>
              </a:spcAft>
              <a:buClr>
                <a:schemeClr val="dk1"/>
              </a:buClr>
              <a:buSzPts val="1200"/>
              <a:buFont typeface="Figtree"/>
              <a:buChar char="○"/>
              <a:defRPr>
                <a:latin typeface="Figtree"/>
                <a:ea typeface="Figtree"/>
                <a:cs typeface="Figtree"/>
                <a:sym typeface="Figtree"/>
              </a:defRPr>
            </a:lvl2pPr>
            <a:lvl3pPr indent="-304800" lvl="2" marL="1371600">
              <a:spcBef>
                <a:spcPts val="0"/>
              </a:spcBef>
              <a:spcAft>
                <a:spcPts val="0"/>
              </a:spcAft>
              <a:buClr>
                <a:schemeClr val="dk1"/>
              </a:buClr>
              <a:buSzPts val="1200"/>
              <a:buFont typeface="Figtree"/>
              <a:buChar char="■"/>
              <a:defRPr>
                <a:latin typeface="Figtree"/>
                <a:ea typeface="Figtree"/>
                <a:cs typeface="Figtree"/>
                <a:sym typeface="Figtree"/>
              </a:defRPr>
            </a:lvl3pPr>
            <a:lvl4pPr indent="-304800" lvl="3" marL="1828800">
              <a:spcBef>
                <a:spcPts val="0"/>
              </a:spcBef>
              <a:spcAft>
                <a:spcPts val="0"/>
              </a:spcAft>
              <a:buClr>
                <a:schemeClr val="dk1"/>
              </a:buClr>
              <a:buSzPts val="1200"/>
              <a:buFont typeface="Figtree"/>
              <a:buChar char="●"/>
              <a:defRPr>
                <a:latin typeface="Figtree"/>
                <a:ea typeface="Figtree"/>
                <a:cs typeface="Figtree"/>
                <a:sym typeface="Figtree"/>
              </a:defRPr>
            </a:lvl4pPr>
            <a:lvl5pPr indent="-304800" lvl="4" marL="2286000">
              <a:spcBef>
                <a:spcPts val="0"/>
              </a:spcBef>
              <a:spcAft>
                <a:spcPts val="0"/>
              </a:spcAft>
              <a:buClr>
                <a:schemeClr val="dk1"/>
              </a:buClr>
              <a:buSzPts val="1200"/>
              <a:buFont typeface="Figtree"/>
              <a:buChar char="○"/>
              <a:defRPr>
                <a:latin typeface="Figtree"/>
                <a:ea typeface="Figtree"/>
                <a:cs typeface="Figtree"/>
                <a:sym typeface="Figtree"/>
              </a:defRPr>
            </a:lvl5pPr>
            <a:lvl6pPr indent="-304800" lvl="5" marL="2743200">
              <a:spcBef>
                <a:spcPts val="0"/>
              </a:spcBef>
              <a:spcAft>
                <a:spcPts val="0"/>
              </a:spcAft>
              <a:buClr>
                <a:schemeClr val="dk1"/>
              </a:buClr>
              <a:buSzPts val="1200"/>
              <a:buFont typeface="Figtree"/>
              <a:buChar char="■"/>
              <a:defRPr>
                <a:latin typeface="Figtree"/>
                <a:ea typeface="Figtree"/>
                <a:cs typeface="Figtree"/>
                <a:sym typeface="Figtree"/>
              </a:defRPr>
            </a:lvl6pPr>
            <a:lvl7pPr indent="-304800" lvl="6" marL="3200400">
              <a:spcBef>
                <a:spcPts val="0"/>
              </a:spcBef>
              <a:spcAft>
                <a:spcPts val="0"/>
              </a:spcAft>
              <a:buClr>
                <a:schemeClr val="dk1"/>
              </a:buClr>
              <a:buSzPts val="1200"/>
              <a:buFont typeface="Figtree"/>
              <a:buChar char="●"/>
              <a:defRPr>
                <a:latin typeface="Figtree"/>
                <a:ea typeface="Figtree"/>
                <a:cs typeface="Figtree"/>
                <a:sym typeface="Figtree"/>
              </a:defRPr>
            </a:lvl7pPr>
            <a:lvl8pPr indent="-304800" lvl="7" marL="3657600">
              <a:spcBef>
                <a:spcPts val="0"/>
              </a:spcBef>
              <a:spcAft>
                <a:spcPts val="0"/>
              </a:spcAft>
              <a:buClr>
                <a:schemeClr val="dk1"/>
              </a:buClr>
              <a:buSzPts val="1200"/>
              <a:buFont typeface="Figtree"/>
              <a:buChar char="○"/>
              <a:defRPr>
                <a:latin typeface="Figtree"/>
                <a:ea typeface="Figtree"/>
                <a:cs typeface="Figtree"/>
                <a:sym typeface="Figtree"/>
              </a:defRPr>
            </a:lvl8pPr>
            <a:lvl9pPr indent="-304800" lvl="8" marL="4114800">
              <a:spcBef>
                <a:spcPts val="0"/>
              </a:spcBef>
              <a:spcAft>
                <a:spcPts val="0"/>
              </a:spcAft>
              <a:buClr>
                <a:schemeClr val="dk1"/>
              </a:buClr>
              <a:buSzPts val="1200"/>
              <a:buFont typeface="Figtree"/>
              <a:buChar char="■"/>
              <a:defRPr>
                <a:latin typeface="Figtree"/>
                <a:ea typeface="Figtree"/>
                <a:cs typeface="Figtree"/>
                <a:sym typeface="Figtree"/>
              </a:defRPr>
            </a:lvl9pPr>
          </a:lstStyle>
          <a:p/>
        </p:txBody>
      </p:sp>
      <p:sp>
        <p:nvSpPr>
          <p:cNvPr id="621" name="Google Shape;621;p57"/>
          <p:cNvSpPr/>
          <p:nvPr>
            <p:ph idx="16" type="pic"/>
          </p:nvPr>
        </p:nvSpPr>
        <p:spPr>
          <a:xfrm>
            <a:off x="230350" y="457200"/>
            <a:ext cx="853200" cy="1031100"/>
          </a:xfrm>
          <a:prstGeom prst="rect">
            <a:avLst/>
          </a:prstGeom>
          <a:noFill/>
          <a:ln>
            <a:noFill/>
          </a:ln>
        </p:spPr>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cards">
  <p:cSld name="CUSTOM_14">
    <p:spTree>
      <p:nvGrpSpPr>
        <p:cNvPr id="622" name="Shape 622"/>
        <p:cNvGrpSpPr/>
        <p:nvPr/>
      </p:nvGrpSpPr>
      <p:grpSpPr>
        <a:xfrm>
          <a:off x="0" y="0"/>
          <a:ext cx="0" cy="0"/>
          <a:chOff x="0" y="0"/>
          <a:chExt cx="0" cy="0"/>
        </a:xfrm>
      </p:grpSpPr>
      <p:sp>
        <p:nvSpPr>
          <p:cNvPr id="623" name="Google Shape;623;p58"/>
          <p:cNvSpPr/>
          <p:nvPr/>
        </p:nvSpPr>
        <p:spPr>
          <a:xfrm rot="-2700000">
            <a:off x="1338758" y="-3230594"/>
            <a:ext cx="6464087" cy="6464087"/>
          </a:xfrm>
          <a:prstGeom prst="rtTriangle">
            <a:avLst/>
          </a:prstGeom>
          <a:gradFill>
            <a:gsLst>
              <a:gs pos="0">
                <a:schemeClr val="lt2"/>
              </a:gs>
              <a:gs pos="72000">
                <a:schemeClr val="l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Jost"/>
              <a:ea typeface="Jost"/>
              <a:cs typeface="Jost"/>
              <a:sym typeface="Jost"/>
            </a:endParaRPr>
          </a:p>
        </p:txBody>
      </p:sp>
      <p:sp>
        <p:nvSpPr>
          <p:cNvPr id="624" name="Google Shape;624;p58"/>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700"/>
              <a:buFont typeface="Figtree"/>
              <a:buNone/>
              <a:defRPr sz="700"/>
            </a:lvl2pPr>
            <a:lvl3pPr lvl="2">
              <a:spcBef>
                <a:spcPts val="0"/>
              </a:spcBef>
              <a:spcAft>
                <a:spcPts val="0"/>
              </a:spcAft>
              <a:buSzPts val="700"/>
              <a:buFont typeface="Figtree"/>
              <a:buNone/>
              <a:defRPr sz="700"/>
            </a:lvl3pPr>
            <a:lvl4pPr lvl="3">
              <a:spcBef>
                <a:spcPts val="0"/>
              </a:spcBef>
              <a:spcAft>
                <a:spcPts val="0"/>
              </a:spcAft>
              <a:buSzPts val="700"/>
              <a:buFont typeface="Figtree"/>
              <a:buNone/>
              <a:defRPr sz="700"/>
            </a:lvl4pPr>
            <a:lvl5pPr lvl="4">
              <a:spcBef>
                <a:spcPts val="0"/>
              </a:spcBef>
              <a:spcAft>
                <a:spcPts val="0"/>
              </a:spcAft>
              <a:buSzPts val="700"/>
              <a:buFont typeface="Figtree"/>
              <a:buNone/>
              <a:defRPr sz="700"/>
            </a:lvl5pPr>
            <a:lvl6pPr lvl="5">
              <a:spcBef>
                <a:spcPts val="0"/>
              </a:spcBef>
              <a:spcAft>
                <a:spcPts val="0"/>
              </a:spcAft>
              <a:buSzPts val="700"/>
              <a:buFont typeface="Figtree"/>
              <a:buNone/>
              <a:defRPr sz="700"/>
            </a:lvl6pPr>
            <a:lvl7pPr lvl="6">
              <a:spcBef>
                <a:spcPts val="0"/>
              </a:spcBef>
              <a:spcAft>
                <a:spcPts val="0"/>
              </a:spcAft>
              <a:buSzPts val="700"/>
              <a:buFont typeface="Figtree"/>
              <a:buNone/>
              <a:defRPr sz="700"/>
            </a:lvl7pPr>
            <a:lvl8pPr lvl="7">
              <a:spcBef>
                <a:spcPts val="0"/>
              </a:spcBef>
              <a:spcAft>
                <a:spcPts val="0"/>
              </a:spcAft>
              <a:buSzPts val="700"/>
              <a:buFont typeface="Figtree"/>
              <a:buNone/>
              <a:defRPr sz="700"/>
            </a:lvl8pPr>
            <a:lvl9pPr lvl="8">
              <a:spcBef>
                <a:spcPts val="0"/>
              </a:spcBef>
              <a:spcAft>
                <a:spcPts val="0"/>
              </a:spcAft>
              <a:buSzPts val="700"/>
              <a:buFont typeface="Figtree"/>
              <a:buNone/>
              <a:defRPr sz="700"/>
            </a:lvl9pPr>
          </a:lstStyle>
          <a:p/>
        </p:txBody>
      </p:sp>
      <p:sp>
        <p:nvSpPr>
          <p:cNvPr id="625" name="Google Shape;625;p58"/>
          <p:cNvSpPr txBox="1"/>
          <p:nvPr>
            <p:ph idx="2"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700"/>
              <a:buFont typeface="Figtree"/>
              <a:buNone/>
              <a:defRPr sz="700"/>
            </a:lvl2pPr>
            <a:lvl3pPr lvl="2">
              <a:spcBef>
                <a:spcPts val="0"/>
              </a:spcBef>
              <a:spcAft>
                <a:spcPts val="0"/>
              </a:spcAft>
              <a:buSzPts val="700"/>
              <a:buFont typeface="Figtree"/>
              <a:buNone/>
              <a:defRPr sz="700"/>
            </a:lvl3pPr>
            <a:lvl4pPr lvl="3">
              <a:spcBef>
                <a:spcPts val="0"/>
              </a:spcBef>
              <a:spcAft>
                <a:spcPts val="0"/>
              </a:spcAft>
              <a:buSzPts val="700"/>
              <a:buFont typeface="Figtree"/>
              <a:buNone/>
              <a:defRPr sz="700"/>
            </a:lvl4pPr>
            <a:lvl5pPr lvl="4">
              <a:spcBef>
                <a:spcPts val="0"/>
              </a:spcBef>
              <a:spcAft>
                <a:spcPts val="0"/>
              </a:spcAft>
              <a:buSzPts val="700"/>
              <a:buFont typeface="Figtree"/>
              <a:buNone/>
              <a:defRPr sz="700"/>
            </a:lvl5pPr>
            <a:lvl6pPr lvl="5">
              <a:spcBef>
                <a:spcPts val="0"/>
              </a:spcBef>
              <a:spcAft>
                <a:spcPts val="0"/>
              </a:spcAft>
              <a:buSzPts val="700"/>
              <a:buFont typeface="Figtree"/>
              <a:buNone/>
              <a:defRPr sz="700"/>
            </a:lvl6pPr>
            <a:lvl7pPr lvl="6">
              <a:spcBef>
                <a:spcPts val="0"/>
              </a:spcBef>
              <a:spcAft>
                <a:spcPts val="0"/>
              </a:spcAft>
              <a:buSzPts val="700"/>
              <a:buFont typeface="Figtree"/>
              <a:buNone/>
              <a:defRPr sz="700"/>
            </a:lvl7pPr>
            <a:lvl8pPr lvl="7">
              <a:spcBef>
                <a:spcPts val="0"/>
              </a:spcBef>
              <a:spcAft>
                <a:spcPts val="0"/>
              </a:spcAft>
              <a:buSzPts val="700"/>
              <a:buFont typeface="Figtree"/>
              <a:buNone/>
              <a:defRPr sz="700"/>
            </a:lvl8pPr>
            <a:lvl9pPr lvl="8">
              <a:spcBef>
                <a:spcPts val="0"/>
              </a:spcBef>
              <a:spcAft>
                <a:spcPts val="0"/>
              </a:spcAft>
              <a:buSzPts val="700"/>
              <a:buFont typeface="Figtree"/>
              <a:buNone/>
              <a:defRPr sz="700"/>
            </a:lvl9pPr>
          </a:lstStyle>
          <a:p/>
        </p:txBody>
      </p:sp>
      <p:sp>
        <p:nvSpPr>
          <p:cNvPr id="626" name="Google Shape;626;p58"/>
          <p:cNvSpPr txBox="1"/>
          <p:nvPr>
            <p:ph idx="3" type="title"/>
          </p:nvPr>
        </p:nvSpPr>
        <p:spPr>
          <a:xfrm>
            <a:off x="228600" y="457200"/>
            <a:ext cx="4160400" cy="4647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
        <p:nvSpPr>
          <p:cNvPr id="627" name="Google Shape;627;p58"/>
          <p:cNvSpPr txBox="1"/>
          <p:nvPr>
            <p:ph idx="1" type="body"/>
          </p:nvPr>
        </p:nvSpPr>
        <p:spPr>
          <a:xfrm>
            <a:off x="429350" y="1801500"/>
            <a:ext cx="1683300" cy="714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628" name="Google Shape;628;p58"/>
          <p:cNvSpPr txBox="1"/>
          <p:nvPr>
            <p:ph idx="4" type="subTitle"/>
          </p:nvPr>
        </p:nvSpPr>
        <p:spPr>
          <a:xfrm>
            <a:off x="429350" y="1286000"/>
            <a:ext cx="1683300" cy="431700"/>
          </a:xfrm>
          <a:prstGeom prst="rect">
            <a:avLst/>
          </a:prstGeom>
        </p:spPr>
        <p:txBody>
          <a:bodyPr anchorCtr="0" anchor="t" bIns="0" lIns="0" spcFirstLastPara="1" rIns="0" wrap="square" tIns="0">
            <a:noAutofit/>
          </a:bodyPr>
          <a:lstStyle>
            <a:lvl1pPr lvl="0">
              <a:lnSpc>
                <a:spcPct val="95000"/>
              </a:lnSpc>
              <a:spcBef>
                <a:spcPts val="0"/>
              </a:spcBef>
              <a:spcAft>
                <a:spcPts val="0"/>
              </a:spcAft>
              <a:buNone/>
              <a:defRPr sz="1200"/>
            </a:lvl1pPr>
            <a:lvl2pPr lvl="1">
              <a:lnSpc>
                <a:spcPct val="95000"/>
              </a:lnSpc>
              <a:spcBef>
                <a:spcPts val="0"/>
              </a:spcBef>
              <a:spcAft>
                <a:spcPts val="0"/>
              </a:spcAft>
              <a:buNone/>
              <a:defRPr sz="1200"/>
            </a:lvl2pPr>
            <a:lvl3pPr lvl="2">
              <a:lnSpc>
                <a:spcPct val="95000"/>
              </a:lnSpc>
              <a:spcBef>
                <a:spcPts val="0"/>
              </a:spcBef>
              <a:spcAft>
                <a:spcPts val="0"/>
              </a:spcAft>
              <a:buNone/>
              <a:defRPr sz="1200"/>
            </a:lvl3pPr>
            <a:lvl4pPr lvl="3">
              <a:lnSpc>
                <a:spcPct val="95000"/>
              </a:lnSpc>
              <a:spcBef>
                <a:spcPts val="0"/>
              </a:spcBef>
              <a:spcAft>
                <a:spcPts val="0"/>
              </a:spcAft>
              <a:buNone/>
              <a:defRPr sz="1200"/>
            </a:lvl4pPr>
            <a:lvl5pPr lvl="4">
              <a:lnSpc>
                <a:spcPct val="95000"/>
              </a:lnSpc>
              <a:spcBef>
                <a:spcPts val="0"/>
              </a:spcBef>
              <a:spcAft>
                <a:spcPts val="0"/>
              </a:spcAft>
              <a:buNone/>
              <a:defRPr sz="1200"/>
            </a:lvl5pPr>
            <a:lvl6pPr lvl="5">
              <a:lnSpc>
                <a:spcPct val="95000"/>
              </a:lnSpc>
              <a:spcBef>
                <a:spcPts val="0"/>
              </a:spcBef>
              <a:spcAft>
                <a:spcPts val="0"/>
              </a:spcAft>
              <a:buNone/>
              <a:defRPr sz="1200"/>
            </a:lvl6pPr>
            <a:lvl7pPr lvl="6">
              <a:lnSpc>
                <a:spcPct val="95000"/>
              </a:lnSpc>
              <a:spcBef>
                <a:spcPts val="0"/>
              </a:spcBef>
              <a:spcAft>
                <a:spcPts val="0"/>
              </a:spcAft>
              <a:buNone/>
              <a:defRPr sz="1200"/>
            </a:lvl7pPr>
            <a:lvl8pPr lvl="7">
              <a:lnSpc>
                <a:spcPct val="95000"/>
              </a:lnSpc>
              <a:spcBef>
                <a:spcPts val="0"/>
              </a:spcBef>
              <a:spcAft>
                <a:spcPts val="0"/>
              </a:spcAft>
              <a:buNone/>
              <a:defRPr sz="1200"/>
            </a:lvl8pPr>
            <a:lvl9pPr lvl="8">
              <a:lnSpc>
                <a:spcPct val="95000"/>
              </a:lnSpc>
              <a:spcBef>
                <a:spcPts val="0"/>
              </a:spcBef>
              <a:spcAft>
                <a:spcPts val="0"/>
              </a:spcAft>
              <a:buNone/>
              <a:defRPr sz="1200"/>
            </a:lvl9pPr>
          </a:lstStyle>
          <a:p/>
        </p:txBody>
      </p:sp>
      <p:sp>
        <p:nvSpPr>
          <p:cNvPr id="629" name="Google Shape;629;p58"/>
          <p:cNvSpPr txBox="1"/>
          <p:nvPr>
            <p:ph idx="5" type="body"/>
          </p:nvPr>
        </p:nvSpPr>
        <p:spPr>
          <a:xfrm>
            <a:off x="4833813" y="1801500"/>
            <a:ext cx="1683300" cy="714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630" name="Google Shape;630;p58"/>
          <p:cNvSpPr txBox="1"/>
          <p:nvPr>
            <p:ph idx="6" type="subTitle"/>
          </p:nvPr>
        </p:nvSpPr>
        <p:spPr>
          <a:xfrm>
            <a:off x="4833813" y="1286000"/>
            <a:ext cx="1683300" cy="431700"/>
          </a:xfrm>
          <a:prstGeom prst="rect">
            <a:avLst/>
          </a:prstGeom>
        </p:spPr>
        <p:txBody>
          <a:bodyPr anchorCtr="0" anchor="t" bIns="0" lIns="0" spcFirstLastPara="1" rIns="0" wrap="square" tIns="0">
            <a:noAutofit/>
          </a:bodyPr>
          <a:lstStyle>
            <a:lvl1pPr lvl="0">
              <a:lnSpc>
                <a:spcPct val="95000"/>
              </a:lnSpc>
              <a:spcBef>
                <a:spcPts val="0"/>
              </a:spcBef>
              <a:spcAft>
                <a:spcPts val="0"/>
              </a:spcAft>
              <a:buNone/>
              <a:defRPr sz="1200"/>
            </a:lvl1pPr>
            <a:lvl2pPr lvl="1">
              <a:lnSpc>
                <a:spcPct val="95000"/>
              </a:lnSpc>
              <a:spcBef>
                <a:spcPts val="0"/>
              </a:spcBef>
              <a:spcAft>
                <a:spcPts val="0"/>
              </a:spcAft>
              <a:buNone/>
              <a:defRPr sz="1200"/>
            </a:lvl2pPr>
            <a:lvl3pPr lvl="2">
              <a:lnSpc>
                <a:spcPct val="95000"/>
              </a:lnSpc>
              <a:spcBef>
                <a:spcPts val="0"/>
              </a:spcBef>
              <a:spcAft>
                <a:spcPts val="0"/>
              </a:spcAft>
              <a:buNone/>
              <a:defRPr sz="1200"/>
            </a:lvl3pPr>
            <a:lvl4pPr lvl="3">
              <a:lnSpc>
                <a:spcPct val="95000"/>
              </a:lnSpc>
              <a:spcBef>
                <a:spcPts val="0"/>
              </a:spcBef>
              <a:spcAft>
                <a:spcPts val="0"/>
              </a:spcAft>
              <a:buNone/>
              <a:defRPr sz="1200"/>
            </a:lvl4pPr>
            <a:lvl5pPr lvl="4">
              <a:lnSpc>
                <a:spcPct val="95000"/>
              </a:lnSpc>
              <a:spcBef>
                <a:spcPts val="0"/>
              </a:spcBef>
              <a:spcAft>
                <a:spcPts val="0"/>
              </a:spcAft>
              <a:buNone/>
              <a:defRPr sz="1200"/>
            </a:lvl5pPr>
            <a:lvl6pPr lvl="5">
              <a:lnSpc>
                <a:spcPct val="95000"/>
              </a:lnSpc>
              <a:spcBef>
                <a:spcPts val="0"/>
              </a:spcBef>
              <a:spcAft>
                <a:spcPts val="0"/>
              </a:spcAft>
              <a:buNone/>
              <a:defRPr sz="1200"/>
            </a:lvl6pPr>
            <a:lvl7pPr lvl="6">
              <a:lnSpc>
                <a:spcPct val="95000"/>
              </a:lnSpc>
              <a:spcBef>
                <a:spcPts val="0"/>
              </a:spcBef>
              <a:spcAft>
                <a:spcPts val="0"/>
              </a:spcAft>
              <a:buNone/>
              <a:defRPr sz="1200"/>
            </a:lvl7pPr>
            <a:lvl8pPr lvl="7">
              <a:lnSpc>
                <a:spcPct val="95000"/>
              </a:lnSpc>
              <a:spcBef>
                <a:spcPts val="0"/>
              </a:spcBef>
              <a:spcAft>
                <a:spcPts val="0"/>
              </a:spcAft>
              <a:buNone/>
              <a:defRPr sz="1200"/>
            </a:lvl8pPr>
            <a:lvl9pPr lvl="8">
              <a:lnSpc>
                <a:spcPct val="95000"/>
              </a:lnSpc>
              <a:spcBef>
                <a:spcPts val="0"/>
              </a:spcBef>
              <a:spcAft>
                <a:spcPts val="0"/>
              </a:spcAft>
              <a:buNone/>
              <a:defRPr sz="1200"/>
            </a:lvl9pPr>
          </a:lstStyle>
          <a:p/>
        </p:txBody>
      </p:sp>
      <p:sp>
        <p:nvSpPr>
          <p:cNvPr id="631" name="Google Shape;631;p58"/>
          <p:cNvSpPr txBox="1"/>
          <p:nvPr>
            <p:ph idx="7" type="body"/>
          </p:nvPr>
        </p:nvSpPr>
        <p:spPr>
          <a:xfrm>
            <a:off x="2631588" y="2360650"/>
            <a:ext cx="1683300" cy="714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632" name="Google Shape;632;p58"/>
          <p:cNvSpPr txBox="1"/>
          <p:nvPr>
            <p:ph idx="8" type="subTitle"/>
          </p:nvPr>
        </p:nvSpPr>
        <p:spPr>
          <a:xfrm>
            <a:off x="2631588" y="1845150"/>
            <a:ext cx="1683300" cy="431700"/>
          </a:xfrm>
          <a:prstGeom prst="rect">
            <a:avLst/>
          </a:prstGeom>
        </p:spPr>
        <p:txBody>
          <a:bodyPr anchorCtr="0" anchor="t" bIns="0" lIns="0" spcFirstLastPara="1" rIns="0" wrap="square" tIns="0">
            <a:noAutofit/>
          </a:bodyPr>
          <a:lstStyle>
            <a:lvl1pPr lvl="0">
              <a:lnSpc>
                <a:spcPct val="95000"/>
              </a:lnSpc>
              <a:spcBef>
                <a:spcPts val="0"/>
              </a:spcBef>
              <a:spcAft>
                <a:spcPts val="0"/>
              </a:spcAft>
              <a:buNone/>
              <a:defRPr sz="1200"/>
            </a:lvl1pPr>
            <a:lvl2pPr lvl="1">
              <a:lnSpc>
                <a:spcPct val="95000"/>
              </a:lnSpc>
              <a:spcBef>
                <a:spcPts val="0"/>
              </a:spcBef>
              <a:spcAft>
                <a:spcPts val="0"/>
              </a:spcAft>
              <a:buNone/>
              <a:defRPr sz="1200"/>
            </a:lvl2pPr>
            <a:lvl3pPr lvl="2">
              <a:lnSpc>
                <a:spcPct val="95000"/>
              </a:lnSpc>
              <a:spcBef>
                <a:spcPts val="0"/>
              </a:spcBef>
              <a:spcAft>
                <a:spcPts val="0"/>
              </a:spcAft>
              <a:buNone/>
              <a:defRPr sz="1200"/>
            </a:lvl3pPr>
            <a:lvl4pPr lvl="3">
              <a:lnSpc>
                <a:spcPct val="95000"/>
              </a:lnSpc>
              <a:spcBef>
                <a:spcPts val="0"/>
              </a:spcBef>
              <a:spcAft>
                <a:spcPts val="0"/>
              </a:spcAft>
              <a:buNone/>
              <a:defRPr sz="1200"/>
            </a:lvl4pPr>
            <a:lvl5pPr lvl="4">
              <a:lnSpc>
                <a:spcPct val="95000"/>
              </a:lnSpc>
              <a:spcBef>
                <a:spcPts val="0"/>
              </a:spcBef>
              <a:spcAft>
                <a:spcPts val="0"/>
              </a:spcAft>
              <a:buNone/>
              <a:defRPr sz="1200"/>
            </a:lvl5pPr>
            <a:lvl6pPr lvl="5">
              <a:lnSpc>
                <a:spcPct val="95000"/>
              </a:lnSpc>
              <a:spcBef>
                <a:spcPts val="0"/>
              </a:spcBef>
              <a:spcAft>
                <a:spcPts val="0"/>
              </a:spcAft>
              <a:buNone/>
              <a:defRPr sz="1200"/>
            </a:lvl6pPr>
            <a:lvl7pPr lvl="6">
              <a:lnSpc>
                <a:spcPct val="95000"/>
              </a:lnSpc>
              <a:spcBef>
                <a:spcPts val="0"/>
              </a:spcBef>
              <a:spcAft>
                <a:spcPts val="0"/>
              </a:spcAft>
              <a:buNone/>
              <a:defRPr sz="1200"/>
            </a:lvl7pPr>
            <a:lvl8pPr lvl="7">
              <a:lnSpc>
                <a:spcPct val="95000"/>
              </a:lnSpc>
              <a:spcBef>
                <a:spcPts val="0"/>
              </a:spcBef>
              <a:spcAft>
                <a:spcPts val="0"/>
              </a:spcAft>
              <a:buNone/>
              <a:defRPr sz="1200"/>
            </a:lvl8pPr>
            <a:lvl9pPr lvl="8">
              <a:lnSpc>
                <a:spcPct val="95000"/>
              </a:lnSpc>
              <a:spcBef>
                <a:spcPts val="0"/>
              </a:spcBef>
              <a:spcAft>
                <a:spcPts val="0"/>
              </a:spcAft>
              <a:buNone/>
              <a:defRPr sz="1200"/>
            </a:lvl9pPr>
          </a:lstStyle>
          <a:p/>
        </p:txBody>
      </p:sp>
      <p:sp>
        <p:nvSpPr>
          <p:cNvPr id="633" name="Google Shape;633;p58"/>
          <p:cNvSpPr txBox="1"/>
          <p:nvPr>
            <p:ph idx="9" type="body"/>
          </p:nvPr>
        </p:nvSpPr>
        <p:spPr>
          <a:xfrm>
            <a:off x="7036075" y="2360650"/>
            <a:ext cx="1683300" cy="714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634" name="Google Shape;634;p58"/>
          <p:cNvSpPr txBox="1"/>
          <p:nvPr>
            <p:ph idx="13" type="subTitle"/>
          </p:nvPr>
        </p:nvSpPr>
        <p:spPr>
          <a:xfrm>
            <a:off x="7036075" y="1845150"/>
            <a:ext cx="1683300" cy="431700"/>
          </a:xfrm>
          <a:prstGeom prst="rect">
            <a:avLst/>
          </a:prstGeom>
        </p:spPr>
        <p:txBody>
          <a:bodyPr anchorCtr="0" anchor="t" bIns="0" lIns="0" spcFirstLastPara="1" rIns="0" wrap="square" tIns="0">
            <a:noAutofit/>
          </a:bodyPr>
          <a:lstStyle>
            <a:lvl1pPr lvl="0">
              <a:lnSpc>
                <a:spcPct val="95000"/>
              </a:lnSpc>
              <a:spcBef>
                <a:spcPts val="0"/>
              </a:spcBef>
              <a:spcAft>
                <a:spcPts val="0"/>
              </a:spcAft>
              <a:buNone/>
              <a:defRPr sz="1200"/>
            </a:lvl1pPr>
            <a:lvl2pPr lvl="1">
              <a:lnSpc>
                <a:spcPct val="95000"/>
              </a:lnSpc>
              <a:spcBef>
                <a:spcPts val="0"/>
              </a:spcBef>
              <a:spcAft>
                <a:spcPts val="0"/>
              </a:spcAft>
              <a:buNone/>
              <a:defRPr sz="1200"/>
            </a:lvl2pPr>
            <a:lvl3pPr lvl="2">
              <a:lnSpc>
                <a:spcPct val="95000"/>
              </a:lnSpc>
              <a:spcBef>
                <a:spcPts val="0"/>
              </a:spcBef>
              <a:spcAft>
                <a:spcPts val="0"/>
              </a:spcAft>
              <a:buNone/>
              <a:defRPr sz="1200"/>
            </a:lvl3pPr>
            <a:lvl4pPr lvl="3">
              <a:lnSpc>
                <a:spcPct val="95000"/>
              </a:lnSpc>
              <a:spcBef>
                <a:spcPts val="0"/>
              </a:spcBef>
              <a:spcAft>
                <a:spcPts val="0"/>
              </a:spcAft>
              <a:buNone/>
              <a:defRPr sz="1200"/>
            </a:lvl4pPr>
            <a:lvl5pPr lvl="4">
              <a:lnSpc>
                <a:spcPct val="95000"/>
              </a:lnSpc>
              <a:spcBef>
                <a:spcPts val="0"/>
              </a:spcBef>
              <a:spcAft>
                <a:spcPts val="0"/>
              </a:spcAft>
              <a:buNone/>
              <a:defRPr sz="1200"/>
            </a:lvl5pPr>
            <a:lvl6pPr lvl="5">
              <a:lnSpc>
                <a:spcPct val="95000"/>
              </a:lnSpc>
              <a:spcBef>
                <a:spcPts val="0"/>
              </a:spcBef>
              <a:spcAft>
                <a:spcPts val="0"/>
              </a:spcAft>
              <a:buNone/>
              <a:defRPr sz="1200"/>
            </a:lvl6pPr>
            <a:lvl7pPr lvl="6">
              <a:lnSpc>
                <a:spcPct val="95000"/>
              </a:lnSpc>
              <a:spcBef>
                <a:spcPts val="0"/>
              </a:spcBef>
              <a:spcAft>
                <a:spcPts val="0"/>
              </a:spcAft>
              <a:buNone/>
              <a:defRPr sz="1200"/>
            </a:lvl7pPr>
            <a:lvl8pPr lvl="7">
              <a:lnSpc>
                <a:spcPct val="95000"/>
              </a:lnSpc>
              <a:spcBef>
                <a:spcPts val="0"/>
              </a:spcBef>
              <a:spcAft>
                <a:spcPts val="0"/>
              </a:spcAft>
              <a:buNone/>
              <a:defRPr sz="1200"/>
            </a:lvl8pPr>
            <a:lvl9pPr lvl="8">
              <a:lnSpc>
                <a:spcPct val="95000"/>
              </a:lnSpc>
              <a:spcBef>
                <a:spcPts val="0"/>
              </a:spcBef>
              <a:spcAft>
                <a:spcPts val="0"/>
              </a:spcAft>
              <a:buNone/>
              <a:defRPr sz="1200"/>
            </a:lvl9pPr>
          </a:lstStyle>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phic">
  <p:cSld name="CUSTOM_8_1_1_1_1_1_1_1_1_1_1_1_1_1_1_1_1_1_1_1_1_1_1_1_1_1_1_1_1_1">
    <p:spTree>
      <p:nvGrpSpPr>
        <p:cNvPr id="635" name="Shape 635"/>
        <p:cNvGrpSpPr/>
        <p:nvPr/>
      </p:nvGrpSpPr>
      <p:grpSpPr>
        <a:xfrm>
          <a:off x="0" y="0"/>
          <a:ext cx="0" cy="0"/>
          <a:chOff x="0" y="0"/>
          <a:chExt cx="0" cy="0"/>
        </a:xfrm>
      </p:grpSpPr>
      <p:sp>
        <p:nvSpPr>
          <p:cNvPr id="636" name="Google Shape;636;p59"/>
          <p:cNvSpPr/>
          <p:nvPr/>
        </p:nvSpPr>
        <p:spPr>
          <a:xfrm>
            <a:off x="0" y="0"/>
            <a:ext cx="3177300" cy="3177300"/>
          </a:xfrm>
          <a:prstGeom prst="rect">
            <a:avLst/>
          </a:prstGeom>
          <a:gradFill>
            <a:gsLst>
              <a:gs pos="0">
                <a:schemeClr val="lt2"/>
              </a:gs>
              <a:gs pos="72000">
                <a:schemeClr val="lt1"/>
              </a:gs>
              <a:gs pos="100000">
                <a:schemeClr val="lt1"/>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637" name="Google Shape;637;p59"/>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638" name="Google Shape;638;p59"/>
          <p:cNvSpPr txBox="1"/>
          <p:nvPr>
            <p:ph idx="2"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639" name="Google Shape;639;p59"/>
          <p:cNvSpPr txBox="1"/>
          <p:nvPr>
            <p:ph idx="1" type="body"/>
          </p:nvPr>
        </p:nvSpPr>
        <p:spPr>
          <a:xfrm>
            <a:off x="337797" y="1044075"/>
            <a:ext cx="2839500" cy="714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640" name="Google Shape;640;p59"/>
          <p:cNvSpPr txBox="1"/>
          <p:nvPr>
            <p:ph idx="3" type="body"/>
          </p:nvPr>
        </p:nvSpPr>
        <p:spPr>
          <a:xfrm>
            <a:off x="5967566" y="1044075"/>
            <a:ext cx="2855700" cy="714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641" name="Google Shape;641;p59"/>
          <p:cNvSpPr txBox="1"/>
          <p:nvPr>
            <p:ph idx="4" type="body"/>
          </p:nvPr>
        </p:nvSpPr>
        <p:spPr>
          <a:xfrm>
            <a:off x="321474" y="3385428"/>
            <a:ext cx="2839500" cy="714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642" name="Google Shape;642;p59"/>
          <p:cNvSpPr txBox="1"/>
          <p:nvPr>
            <p:ph idx="5" type="body"/>
          </p:nvPr>
        </p:nvSpPr>
        <p:spPr>
          <a:xfrm>
            <a:off x="5951149" y="3385428"/>
            <a:ext cx="2855700" cy="714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643" name="Google Shape;643;p59"/>
          <p:cNvSpPr txBox="1"/>
          <p:nvPr>
            <p:ph idx="6" type="subTitle"/>
          </p:nvPr>
        </p:nvSpPr>
        <p:spPr>
          <a:xfrm>
            <a:off x="3505113" y="2005475"/>
            <a:ext cx="1000200" cy="172200"/>
          </a:xfrm>
          <a:prstGeom prst="rect">
            <a:avLst/>
          </a:prstGeom>
        </p:spPr>
        <p:txBody>
          <a:bodyPr anchorCtr="0" anchor="ctr" bIns="0" lIns="0" spcFirstLastPara="1" rIns="0" wrap="square" tIns="0">
            <a:noAutofit/>
          </a:bodyPr>
          <a:lstStyle>
            <a:lvl1pPr lvl="0" algn="ctr">
              <a:spcBef>
                <a:spcPts val="0"/>
              </a:spcBef>
              <a:spcAft>
                <a:spcPts val="0"/>
              </a:spcAft>
              <a:buNone/>
              <a:defRPr sz="1000"/>
            </a:lvl1pPr>
            <a:lvl2pPr lvl="1" algn="ctr">
              <a:spcBef>
                <a:spcPts val="0"/>
              </a:spcBef>
              <a:spcAft>
                <a:spcPts val="0"/>
              </a:spcAft>
              <a:buNone/>
              <a:defRPr sz="1000"/>
            </a:lvl2pPr>
            <a:lvl3pPr lvl="2" algn="ctr">
              <a:spcBef>
                <a:spcPts val="0"/>
              </a:spcBef>
              <a:spcAft>
                <a:spcPts val="0"/>
              </a:spcAft>
              <a:buNone/>
              <a:defRPr sz="1000"/>
            </a:lvl3pPr>
            <a:lvl4pPr lvl="3" algn="ctr">
              <a:spcBef>
                <a:spcPts val="0"/>
              </a:spcBef>
              <a:spcAft>
                <a:spcPts val="0"/>
              </a:spcAft>
              <a:buNone/>
              <a:defRPr sz="1000"/>
            </a:lvl4pPr>
            <a:lvl5pPr lvl="4" algn="ctr">
              <a:spcBef>
                <a:spcPts val="0"/>
              </a:spcBef>
              <a:spcAft>
                <a:spcPts val="0"/>
              </a:spcAft>
              <a:buNone/>
              <a:defRPr sz="1000"/>
            </a:lvl5pPr>
            <a:lvl6pPr lvl="5" algn="ctr">
              <a:spcBef>
                <a:spcPts val="0"/>
              </a:spcBef>
              <a:spcAft>
                <a:spcPts val="0"/>
              </a:spcAft>
              <a:buNone/>
              <a:defRPr sz="1000"/>
            </a:lvl6pPr>
            <a:lvl7pPr lvl="6" algn="ctr">
              <a:spcBef>
                <a:spcPts val="0"/>
              </a:spcBef>
              <a:spcAft>
                <a:spcPts val="0"/>
              </a:spcAft>
              <a:buNone/>
              <a:defRPr sz="1000"/>
            </a:lvl7pPr>
            <a:lvl8pPr lvl="7" algn="ctr">
              <a:spcBef>
                <a:spcPts val="0"/>
              </a:spcBef>
              <a:spcAft>
                <a:spcPts val="0"/>
              </a:spcAft>
              <a:buNone/>
              <a:defRPr sz="1000"/>
            </a:lvl8pPr>
            <a:lvl9pPr lvl="8" algn="ctr">
              <a:spcBef>
                <a:spcPts val="0"/>
              </a:spcBef>
              <a:spcAft>
                <a:spcPts val="0"/>
              </a:spcAft>
              <a:buNone/>
              <a:defRPr sz="1000"/>
            </a:lvl9pPr>
          </a:lstStyle>
          <a:p/>
        </p:txBody>
      </p:sp>
      <p:sp>
        <p:nvSpPr>
          <p:cNvPr id="644" name="Google Shape;644;p59"/>
          <p:cNvSpPr txBox="1"/>
          <p:nvPr>
            <p:ph idx="7" type="subTitle"/>
          </p:nvPr>
        </p:nvSpPr>
        <p:spPr>
          <a:xfrm>
            <a:off x="4638638" y="2005475"/>
            <a:ext cx="1000200" cy="172200"/>
          </a:xfrm>
          <a:prstGeom prst="rect">
            <a:avLst/>
          </a:prstGeom>
        </p:spPr>
        <p:txBody>
          <a:bodyPr anchorCtr="0" anchor="ctr" bIns="0" lIns="0" spcFirstLastPara="1" rIns="0" wrap="square" tIns="0">
            <a:noAutofit/>
          </a:bodyPr>
          <a:lstStyle>
            <a:lvl1pPr lvl="0" algn="ctr">
              <a:spcBef>
                <a:spcPts val="0"/>
              </a:spcBef>
              <a:spcAft>
                <a:spcPts val="0"/>
              </a:spcAft>
              <a:buNone/>
              <a:defRPr sz="1000"/>
            </a:lvl1pPr>
            <a:lvl2pPr lvl="1" algn="ctr">
              <a:spcBef>
                <a:spcPts val="0"/>
              </a:spcBef>
              <a:spcAft>
                <a:spcPts val="0"/>
              </a:spcAft>
              <a:buNone/>
              <a:defRPr sz="1000"/>
            </a:lvl2pPr>
            <a:lvl3pPr lvl="2" algn="ctr">
              <a:spcBef>
                <a:spcPts val="0"/>
              </a:spcBef>
              <a:spcAft>
                <a:spcPts val="0"/>
              </a:spcAft>
              <a:buNone/>
              <a:defRPr sz="1000"/>
            </a:lvl3pPr>
            <a:lvl4pPr lvl="3" algn="ctr">
              <a:spcBef>
                <a:spcPts val="0"/>
              </a:spcBef>
              <a:spcAft>
                <a:spcPts val="0"/>
              </a:spcAft>
              <a:buNone/>
              <a:defRPr sz="1000"/>
            </a:lvl4pPr>
            <a:lvl5pPr lvl="4" algn="ctr">
              <a:spcBef>
                <a:spcPts val="0"/>
              </a:spcBef>
              <a:spcAft>
                <a:spcPts val="0"/>
              </a:spcAft>
              <a:buNone/>
              <a:defRPr sz="1000"/>
            </a:lvl5pPr>
            <a:lvl6pPr lvl="5" algn="ctr">
              <a:spcBef>
                <a:spcPts val="0"/>
              </a:spcBef>
              <a:spcAft>
                <a:spcPts val="0"/>
              </a:spcAft>
              <a:buNone/>
              <a:defRPr sz="1000"/>
            </a:lvl6pPr>
            <a:lvl7pPr lvl="6" algn="ctr">
              <a:spcBef>
                <a:spcPts val="0"/>
              </a:spcBef>
              <a:spcAft>
                <a:spcPts val="0"/>
              </a:spcAft>
              <a:buNone/>
              <a:defRPr sz="1000"/>
            </a:lvl7pPr>
            <a:lvl8pPr lvl="7" algn="ctr">
              <a:spcBef>
                <a:spcPts val="0"/>
              </a:spcBef>
              <a:spcAft>
                <a:spcPts val="0"/>
              </a:spcAft>
              <a:buNone/>
              <a:defRPr sz="1000"/>
            </a:lvl8pPr>
            <a:lvl9pPr lvl="8" algn="ctr">
              <a:spcBef>
                <a:spcPts val="0"/>
              </a:spcBef>
              <a:spcAft>
                <a:spcPts val="0"/>
              </a:spcAft>
              <a:buNone/>
              <a:defRPr sz="1000"/>
            </a:lvl9pPr>
          </a:lstStyle>
          <a:p/>
        </p:txBody>
      </p:sp>
      <p:sp>
        <p:nvSpPr>
          <p:cNvPr id="645" name="Google Shape;645;p59"/>
          <p:cNvSpPr txBox="1"/>
          <p:nvPr>
            <p:ph idx="8" type="subTitle"/>
          </p:nvPr>
        </p:nvSpPr>
        <p:spPr>
          <a:xfrm>
            <a:off x="3505525" y="2965825"/>
            <a:ext cx="1000200" cy="172200"/>
          </a:xfrm>
          <a:prstGeom prst="rect">
            <a:avLst/>
          </a:prstGeom>
        </p:spPr>
        <p:txBody>
          <a:bodyPr anchorCtr="0" anchor="ctr" bIns="0" lIns="0" spcFirstLastPara="1" rIns="0" wrap="square" tIns="0">
            <a:noAutofit/>
          </a:bodyPr>
          <a:lstStyle>
            <a:lvl1pPr lvl="0" algn="ctr">
              <a:spcBef>
                <a:spcPts val="0"/>
              </a:spcBef>
              <a:spcAft>
                <a:spcPts val="0"/>
              </a:spcAft>
              <a:buNone/>
              <a:defRPr sz="1000"/>
            </a:lvl1pPr>
            <a:lvl2pPr lvl="1" algn="ctr">
              <a:spcBef>
                <a:spcPts val="0"/>
              </a:spcBef>
              <a:spcAft>
                <a:spcPts val="0"/>
              </a:spcAft>
              <a:buNone/>
              <a:defRPr sz="1000"/>
            </a:lvl2pPr>
            <a:lvl3pPr lvl="2" algn="ctr">
              <a:spcBef>
                <a:spcPts val="0"/>
              </a:spcBef>
              <a:spcAft>
                <a:spcPts val="0"/>
              </a:spcAft>
              <a:buNone/>
              <a:defRPr sz="1000"/>
            </a:lvl3pPr>
            <a:lvl4pPr lvl="3" algn="ctr">
              <a:spcBef>
                <a:spcPts val="0"/>
              </a:spcBef>
              <a:spcAft>
                <a:spcPts val="0"/>
              </a:spcAft>
              <a:buNone/>
              <a:defRPr sz="1000"/>
            </a:lvl4pPr>
            <a:lvl5pPr lvl="4" algn="ctr">
              <a:spcBef>
                <a:spcPts val="0"/>
              </a:spcBef>
              <a:spcAft>
                <a:spcPts val="0"/>
              </a:spcAft>
              <a:buNone/>
              <a:defRPr sz="1000"/>
            </a:lvl5pPr>
            <a:lvl6pPr lvl="5" algn="ctr">
              <a:spcBef>
                <a:spcPts val="0"/>
              </a:spcBef>
              <a:spcAft>
                <a:spcPts val="0"/>
              </a:spcAft>
              <a:buNone/>
              <a:defRPr sz="1000"/>
            </a:lvl6pPr>
            <a:lvl7pPr lvl="6" algn="ctr">
              <a:spcBef>
                <a:spcPts val="0"/>
              </a:spcBef>
              <a:spcAft>
                <a:spcPts val="0"/>
              </a:spcAft>
              <a:buNone/>
              <a:defRPr sz="1000"/>
            </a:lvl7pPr>
            <a:lvl8pPr lvl="7" algn="ctr">
              <a:spcBef>
                <a:spcPts val="0"/>
              </a:spcBef>
              <a:spcAft>
                <a:spcPts val="0"/>
              </a:spcAft>
              <a:buNone/>
              <a:defRPr sz="1000"/>
            </a:lvl8pPr>
            <a:lvl9pPr lvl="8" algn="ctr">
              <a:spcBef>
                <a:spcPts val="0"/>
              </a:spcBef>
              <a:spcAft>
                <a:spcPts val="0"/>
              </a:spcAft>
              <a:buNone/>
              <a:defRPr sz="1000"/>
            </a:lvl9pPr>
          </a:lstStyle>
          <a:p/>
        </p:txBody>
      </p:sp>
      <p:sp>
        <p:nvSpPr>
          <p:cNvPr id="646" name="Google Shape;646;p59"/>
          <p:cNvSpPr txBox="1"/>
          <p:nvPr>
            <p:ph idx="9" type="subTitle"/>
          </p:nvPr>
        </p:nvSpPr>
        <p:spPr>
          <a:xfrm>
            <a:off x="4639050" y="2965825"/>
            <a:ext cx="1000200" cy="172200"/>
          </a:xfrm>
          <a:prstGeom prst="rect">
            <a:avLst/>
          </a:prstGeom>
        </p:spPr>
        <p:txBody>
          <a:bodyPr anchorCtr="0" anchor="ctr" bIns="0" lIns="0" spcFirstLastPara="1" rIns="0" wrap="square" tIns="0">
            <a:noAutofit/>
          </a:bodyPr>
          <a:lstStyle>
            <a:lvl1pPr lvl="0" algn="ctr">
              <a:spcBef>
                <a:spcPts val="0"/>
              </a:spcBef>
              <a:spcAft>
                <a:spcPts val="0"/>
              </a:spcAft>
              <a:buNone/>
              <a:defRPr sz="1000"/>
            </a:lvl1pPr>
            <a:lvl2pPr lvl="1" algn="ctr">
              <a:spcBef>
                <a:spcPts val="0"/>
              </a:spcBef>
              <a:spcAft>
                <a:spcPts val="0"/>
              </a:spcAft>
              <a:buNone/>
              <a:defRPr sz="1000"/>
            </a:lvl2pPr>
            <a:lvl3pPr lvl="2" algn="ctr">
              <a:spcBef>
                <a:spcPts val="0"/>
              </a:spcBef>
              <a:spcAft>
                <a:spcPts val="0"/>
              </a:spcAft>
              <a:buNone/>
              <a:defRPr sz="1000"/>
            </a:lvl3pPr>
            <a:lvl4pPr lvl="3" algn="ctr">
              <a:spcBef>
                <a:spcPts val="0"/>
              </a:spcBef>
              <a:spcAft>
                <a:spcPts val="0"/>
              </a:spcAft>
              <a:buNone/>
              <a:defRPr sz="1000"/>
            </a:lvl4pPr>
            <a:lvl5pPr lvl="4" algn="ctr">
              <a:spcBef>
                <a:spcPts val="0"/>
              </a:spcBef>
              <a:spcAft>
                <a:spcPts val="0"/>
              </a:spcAft>
              <a:buNone/>
              <a:defRPr sz="1000"/>
            </a:lvl5pPr>
            <a:lvl6pPr lvl="5" algn="ctr">
              <a:spcBef>
                <a:spcPts val="0"/>
              </a:spcBef>
              <a:spcAft>
                <a:spcPts val="0"/>
              </a:spcAft>
              <a:buNone/>
              <a:defRPr sz="1000"/>
            </a:lvl6pPr>
            <a:lvl7pPr lvl="6" algn="ctr">
              <a:spcBef>
                <a:spcPts val="0"/>
              </a:spcBef>
              <a:spcAft>
                <a:spcPts val="0"/>
              </a:spcAft>
              <a:buNone/>
              <a:defRPr sz="1000"/>
            </a:lvl7pPr>
            <a:lvl8pPr lvl="7" algn="ctr">
              <a:spcBef>
                <a:spcPts val="0"/>
              </a:spcBef>
              <a:spcAft>
                <a:spcPts val="0"/>
              </a:spcAft>
              <a:buNone/>
              <a:defRPr sz="1000"/>
            </a:lvl8pPr>
            <a:lvl9pPr lvl="8" algn="ctr">
              <a:spcBef>
                <a:spcPts val="0"/>
              </a:spcBef>
              <a:spcAft>
                <a:spcPts val="0"/>
              </a:spcAft>
              <a:buNone/>
              <a:defRPr sz="1000"/>
            </a:lvl9pPr>
          </a:lstStyle>
          <a:p/>
        </p:txBody>
      </p:sp>
      <p:sp>
        <p:nvSpPr>
          <p:cNvPr id="647" name="Google Shape;647;p59"/>
          <p:cNvSpPr txBox="1"/>
          <p:nvPr>
            <p:ph idx="13" type="subTitle"/>
          </p:nvPr>
        </p:nvSpPr>
        <p:spPr>
          <a:xfrm>
            <a:off x="4319044" y="2485650"/>
            <a:ext cx="506700" cy="172200"/>
          </a:xfrm>
          <a:prstGeom prst="rect">
            <a:avLst/>
          </a:prstGeom>
        </p:spPr>
        <p:txBody>
          <a:bodyPr anchorCtr="0" anchor="ctr" bIns="0" lIns="0" spcFirstLastPara="1" rIns="0" wrap="square" tIns="0">
            <a:noAutofit/>
          </a:bodyPr>
          <a:lstStyle>
            <a:lvl1pPr lvl="0" algn="ctr">
              <a:spcBef>
                <a:spcPts val="0"/>
              </a:spcBef>
              <a:spcAft>
                <a:spcPts val="0"/>
              </a:spcAft>
              <a:buNone/>
              <a:defRPr sz="1000"/>
            </a:lvl1pPr>
            <a:lvl2pPr lvl="1" algn="ctr">
              <a:spcBef>
                <a:spcPts val="0"/>
              </a:spcBef>
              <a:spcAft>
                <a:spcPts val="0"/>
              </a:spcAft>
              <a:buNone/>
              <a:defRPr sz="1000"/>
            </a:lvl2pPr>
            <a:lvl3pPr lvl="2" algn="ctr">
              <a:spcBef>
                <a:spcPts val="0"/>
              </a:spcBef>
              <a:spcAft>
                <a:spcPts val="0"/>
              </a:spcAft>
              <a:buNone/>
              <a:defRPr sz="1000"/>
            </a:lvl3pPr>
            <a:lvl4pPr lvl="3" algn="ctr">
              <a:spcBef>
                <a:spcPts val="0"/>
              </a:spcBef>
              <a:spcAft>
                <a:spcPts val="0"/>
              </a:spcAft>
              <a:buNone/>
              <a:defRPr sz="1000"/>
            </a:lvl4pPr>
            <a:lvl5pPr lvl="4" algn="ctr">
              <a:spcBef>
                <a:spcPts val="0"/>
              </a:spcBef>
              <a:spcAft>
                <a:spcPts val="0"/>
              </a:spcAft>
              <a:buNone/>
              <a:defRPr sz="1000"/>
            </a:lvl5pPr>
            <a:lvl6pPr lvl="5" algn="ctr">
              <a:spcBef>
                <a:spcPts val="0"/>
              </a:spcBef>
              <a:spcAft>
                <a:spcPts val="0"/>
              </a:spcAft>
              <a:buNone/>
              <a:defRPr sz="1000"/>
            </a:lvl6pPr>
            <a:lvl7pPr lvl="6" algn="ctr">
              <a:spcBef>
                <a:spcPts val="0"/>
              </a:spcBef>
              <a:spcAft>
                <a:spcPts val="0"/>
              </a:spcAft>
              <a:buNone/>
              <a:defRPr sz="1000"/>
            </a:lvl7pPr>
            <a:lvl8pPr lvl="7" algn="ctr">
              <a:spcBef>
                <a:spcPts val="0"/>
              </a:spcBef>
              <a:spcAft>
                <a:spcPts val="0"/>
              </a:spcAft>
              <a:buNone/>
              <a:defRPr sz="1000"/>
            </a:lvl8pPr>
            <a:lvl9pPr lvl="8" algn="ctr">
              <a:spcBef>
                <a:spcPts val="0"/>
              </a:spcBef>
              <a:spcAft>
                <a:spcPts val="0"/>
              </a:spcAft>
              <a:buNone/>
              <a:defRPr sz="1000"/>
            </a:lvl9pPr>
          </a:lstStyle>
          <a:p/>
        </p:txBody>
      </p:sp>
      <p:sp>
        <p:nvSpPr>
          <p:cNvPr id="648" name="Google Shape;648;p59"/>
          <p:cNvSpPr txBox="1"/>
          <p:nvPr>
            <p:ph idx="14" type="title"/>
          </p:nvPr>
        </p:nvSpPr>
        <p:spPr>
          <a:xfrm>
            <a:off x="228600" y="457200"/>
            <a:ext cx="4160400" cy="4647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oadmap - Alt 1">
  <p:cSld name="CUSTOM_8_1_1_1_1_1_1_1_1_1_1_1_1_1_1_1_1_1_1_1_1_1_1_1_1_1_1_1_1_1_1_1">
    <p:spTree>
      <p:nvGrpSpPr>
        <p:cNvPr id="649" name="Shape 649"/>
        <p:cNvGrpSpPr/>
        <p:nvPr/>
      </p:nvGrpSpPr>
      <p:grpSpPr>
        <a:xfrm>
          <a:off x="0" y="0"/>
          <a:ext cx="0" cy="0"/>
          <a:chOff x="0" y="0"/>
          <a:chExt cx="0" cy="0"/>
        </a:xfrm>
      </p:grpSpPr>
      <p:sp>
        <p:nvSpPr>
          <p:cNvPr id="650" name="Google Shape;650;p60"/>
          <p:cNvSpPr/>
          <p:nvPr/>
        </p:nvSpPr>
        <p:spPr>
          <a:xfrm flipH="1" rot="5400000">
            <a:off x="6563025" y="657900"/>
            <a:ext cx="1358100" cy="3792600"/>
          </a:xfrm>
          <a:prstGeom prst="rect">
            <a:avLst/>
          </a:prstGeom>
          <a:gradFill>
            <a:gsLst>
              <a:gs pos="0">
                <a:schemeClr val="accent4"/>
              </a:gs>
              <a:gs pos="100000">
                <a:schemeClr val="lt2"/>
              </a:gs>
            </a:gsLst>
            <a:lin ang="1350003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Jost"/>
              <a:ea typeface="Jost"/>
              <a:cs typeface="Jost"/>
              <a:sym typeface="Jost"/>
            </a:endParaRPr>
          </a:p>
        </p:txBody>
      </p:sp>
      <p:sp>
        <p:nvSpPr>
          <p:cNvPr id="651" name="Google Shape;651;p60"/>
          <p:cNvSpPr/>
          <p:nvPr/>
        </p:nvSpPr>
        <p:spPr>
          <a:xfrm rot="5400000">
            <a:off x="580600" y="1292250"/>
            <a:ext cx="1358100" cy="2523900"/>
          </a:xfrm>
          <a:prstGeom prst="rect">
            <a:avLst/>
          </a:prstGeom>
          <a:gradFill>
            <a:gsLst>
              <a:gs pos="0">
                <a:schemeClr val="accent6"/>
              </a:gs>
              <a:gs pos="100000">
                <a:schemeClr val="lt2"/>
              </a:gs>
            </a:gsLst>
            <a:lin ang="16200038"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Jost"/>
              <a:ea typeface="Jost"/>
              <a:cs typeface="Jost"/>
              <a:sym typeface="Jost"/>
            </a:endParaRPr>
          </a:p>
        </p:txBody>
      </p:sp>
      <p:pic>
        <p:nvPicPr>
          <p:cNvPr descr="A landscape shot of a marshland at dusk. " id="652" name="Google Shape;652;p60"/>
          <p:cNvPicPr preferRelativeResize="0"/>
          <p:nvPr/>
        </p:nvPicPr>
        <p:blipFill rotWithShape="1">
          <a:blip r:embed="rId2">
            <a:alphaModFix/>
          </a:blip>
          <a:srcRect b="14406" l="0" r="0" t="14413"/>
          <a:stretch/>
        </p:blipFill>
        <p:spPr>
          <a:xfrm>
            <a:off x="2517525" y="1875150"/>
            <a:ext cx="2822973" cy="1350004"/>
          </a:xfrm>
          <a:prstGeom prst="rect">
            <a:avLst/>
          </a:prstGeom>
          <a:noFill/>
          <a:ln>
            <a:noFill/>
          </a:ln>
        </p:spPr>
      </p:pic>
      <p:sp>
        <p:nvSpPr>
          <p:cNvPr id="653" name="Google Shape;653;p60"/>
          <p:cNvSpPr txBox="1"/>
          <p:nvPr>
            <p:ph idx="1" type="body"/>
          </p:nvPr>
        </p:nvSpPr>
        <p:spPr>
          <a:xfrm>
            <a:off x="3272950" y="2558125"/>
            <a:ext cx="1149900" cy="5049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654" name="Google Shape;654;p60"/>
          <p:cNvSpPr txBox="1"/>
          <p:nvPr>
            <p:ph idx="2" type="body"/>
          </p:nvPr>
        </p:nvSpPr>
        <p:spPr>
          <a:xfrm>
            <a:off x="1806550" y="2558125"/>
            <a:ext cx="1149900" cy="5049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655" name="Google Shape;655;p60"/>
          <p:cNvSpPr txBox="1"/>
          <p:nvPr>
            <p:ph idx="3" type="body"/>
          </p:nvPr>
        </p:nvSpPr>
        <p:spPr>
          <a:xfrm>
            <a:off x="335425" y="1201925"/>
            <a:ext cx="1149900" cy="5028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656" name="Google Shape;656;p60"/>
          <p:cNvSpPr txBox="1"/>
          <p:nvPr>
            <p:ph idx="4" type="body"/>
          </p:nvPr>
        </p:nvSpPr>
        <p:spPr>
          <a:xfrm>
            <a:off x="4721725" y="1229725"/>
            <a:ext cx="1149900" cy="5049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657" name="Google Shape;657;p60"/>
          <p:cNvSpPr txBox="1"/>
          <p:nvPr>
            <p:ph idx="5" type="body"/>
          </p:nvPr>
        </p:nvSpPr>
        <p:spPr>
          <a:xfrm>
            <a:off x="6193925" y="2623525"/>
            <a:ext cx="1149900" cy="5049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658" name="Google Shape;658;p60"/>
          <p:cNvSpPr txBox="1"/>
          <p:nvPr>
            <p:ph idx="6" type="subTitle"/>
          </p:nvPr>
        </p:nvSpPr>
        <p:spPr>
          <a:xfrm>
            <a:off x="3273038" y="3269975"/>
            <a:ext cx="1149900" cy="431700"/>
          </a:xfrm>
          <a:prstGeom prst="rect">
            <a:avLst/>
          </a:prstGeom>
        </p:spPr>
        <p:txBody>
          <a:bodyPr anchorCtr="0" anchor="b" bIns="0" lIns="0" spcFirstLastPara="1" rIns="0" wrap="square" tIns="0">
            <a:noAutofit/>
          </a:bodyPr>
          <a:lstStyle>
            <a:lvl1pPr lvl="0">
              <a:lnSpc>
                <a:spcPct val="95000"/>
              </a:lnSpc>
              <a:spcBef>
                <a:spcPts val="0"/>
              </a:spcBef>
              <a:spcAft>
                <a:spcPts val="0"/>
              </a:spcAft>
              <a:buNone/>
              <a:defRPr sz="1200"/>
            </a:lvl1pPr>
            <a:lvl2pPr lvl="1">
              <a:lnSpc>
                <a:spcPct val="95000"/>
              </a:lnSpc>
              <a:spcBef>
                <a:spcPts val="0"/>
              </a:spcBef>
              <a:spcAft>
                <a:spcPts val="0"/>
              </a:spcAft>
              <a:buNone/>
              <a:defRPr sz="1200"/>
            </a:lvl2pPr>
            <a:lvl3pPr lvl="2">
              <a:lnSpc>
                <a:spcPct val="95000"/>
              </a:lnSpc>
              <a:spcBef>
                <a:spcPts val="0"/>
              </a:spcBef>
              <a:spcAft>
                <a:spcPts val="0"/>
              </a:spcAft>
              <a:buNone/>
              <a:defRPr sz="1200"/>
            </a:lvl3pPr>
            <a:lvl4pPr lvl="3">
              <a:lnSpc>
                <a:spcPct val="95000"/>
              </a:lnSpc>
              <a:spcBef>
                <a:spcPts val="0"/>
              </a:spcBef>
              <a:spcAft>
                <a:spcPts val="0"/>
              </a:spcAft>
              <a:buNone/>
              <a:defRPr sz="1200"/>
            </a:lvl4pPr>
            <a:lvl5pPr lvl="4">
              <a:lnSpc>
                <a:spcPct val="95000"/>
              </a:lnSpc>
              <a:spcBef>
                <a:spcPts val="0"/>
              </a:spcBef>
              <a:spcAft>
                <a:spcPts val="0"/>
              </a:spcAft>
              <a:buNone/>
              <a:defRPr sz="1200"/>
            </a:lvl5pPr>
            <a:lvl6pPr lvl="5">
              <a:lnSpc>
                <a:spcPct val="95000"/>
              </a:lnSpc>
              <a:spcBef>
                <a:spcPts val="0"/>
              </a:spcBef>
              <a:spcAft>
                <a:spcPts val="0"/>
              </a:spcAft>
              <a:buNone/>
              <a:defRPr sz="1200"/>
            </a:lvl6pPr>
            <a:lvl7pPr lvl="6">
              <a:lnSpc>
                <a:spcPct val="95000"/>
              </a:lnSpc>
              <a:spcBef>
                <a:spcPts val="0"/>
              </a:spcBef>
              <a:spcAft>
                <a:spcPts val="0"/>
              </a:spcAft>
              <a:buNone/>
              <a:defRPr sz="1200"/>
            </a:lvl7pPr>
            <a:lvl8pPr lvl="7">
              <a:lnSpc>
                <a:spcPct val="95000"/>
              </a:lnSpc>
              <a:spcBef>
                <a:spcPts val="0"/>
              </a:spcBef>
              <a:spcAft>
                <a:spcPts val="0"/>
              </a:spcAft>
              <a:buNone/>
              <a:defRPr sz="1200"/>
            </a:lvl8pPr>
            <a:lvl9pPr lvl="8">
              <a:lnSpc>
                <a:spcPct val="95000"/>
              </a:lnSpc>
              <a:spcBef>
                <a:spcPts val="0"/>
              </a:spcBef>
              <a:spcAft>
                <a:spcPts val="0"/>
              </a:spcAft>
              <a:buNone/>
              <a:defRPr sz="1200"/>
            </a:lvl9pPr>
          </a:lstStyle>
          <a:p/>
        </p:txBody>
      </p:sp>
      <p:sp>
        <p:nvSpPr>
          <p:cNvPr id="659" name="Google Shape;659;p60"/>
          <p:cNvSpPr txBox="1"/>
          <p:nvPr>
            <p:ph idx="7" type="subTitle"/>
          </p:nvPr>
        </p:nvSpPr>
        <p:spPr>
          <a:xfrm>
            <a:off x="1806638" y="3269975"/>
            <a:ext cx="1149900" cy="431700"/>
          </a:xfrm>
          <a:prstGeom prst="rect">
            <a:avLst/>
          </a:prstGeom>
        </p:spPr>
        <p:txBody>
          <a:bodyPr anchorCtr="0" anchor="b" bIns="0" lIns="0" spcFirstLastPara="1" rIns="0" wrap="square" tIns="0">
            <a:noAutofit/>
          </a:bodyPr>
          <a:lstStyle>
            <a:lvl1pPr lvl="0">
              <a:lnSpc>
                <a:spcPct val="95000"/>
              </a:lnSpc>
              <a:spcBef>
                <a:spcPts val="0"/>
              </a:spcBef>
              <a:spcAft>
                <a:spcPts val="0"/>
              </a:spcAft>
              <a:buNone/>
              <a:defRPr sz="1200"/>
            </a:lvl1pPr>
            <a:lvl2pPr lvl="1">
              <a:lnSpc>
                <a:spcPct val="95000"/>
              </a:lnSpc>
              <a:spcBef>
                <a:spcPts val="0"/>
              </a:spcBef>
              <a:spcAft>
                <a:spcPts val="0"/>
              </a:spcAft>
              <a:buNone/>
              <a:defRPr sz="1200"/>
            </a:lvl2pPr>
            <a:lvl3pPr lvl="2">
              <a:lnSpc>
                <a:spcPct val="95000"/>
              </a:lnSpc>
              <a:spcBef>
                <a:spcPts val="0"/>
              </a:spcBef>
              <a:spcAft>
                <a:spcPts val="0"/>
              </a:spcAft>
              <a:buNone/>
              <a:defRPr sz="1200"/>
            </a:lvl3pPr>
            <a:lvl4pPr lvl="3">
              <a:lnSpc>
                <a:spcPct val="95000"/>
              </a:lnSpc>
              <a:spcBef>
                <a:spcPts val="0"/>
              </a:spcBef>
              <a:spcAft>
                <a:spcPts val="0"/>
              </a:spcAft>
              <a:buNone/>
              <a:defRPr sz="1200"/>
            </a:lvl4pPr>
            <a:lvl5pPr lvl="4">
              <a:lnSpc>
                <a:spcPct val="95000"/>
              </a:lnSpc>
              <a:spcBef>
                <a:spcPts val="0"/>
              </a:spcBef>
              <a:spcAft>
                <a:spcPts val="0"/>
              </a:spcAft>
              <a:buNone/>
              <a:defRPr sz="1200"/>
            </a:lvl5pPr>
            <a:lvl6pPr lvl="5">
              <a:lnSpc>
                <a:spcPct val="95000"/>
              </a:lnSpc>
              <a:spcBef>
                <a:spcPts val="0"/>
              </a:spcBef>
              <a:spcAft>
                <a:spcPts val="0"/>
              </a:spcAft>
              <a:buNone/>
              <a:defRPr sz="1200"/>
            </a:lvl6pPr>
            <a:lvl7pPr lvl="6">
              <a:lnSpc>
                <a:spcPct val="95000"/>
              </a:lnSpc>
              <a:spcBef>
                <a:spcPts val="0"/>
              </a:spcBef>
              <a:spcAft>
                <a:spcPts val="0"/>
              </a:spcAft>
              <a:buNone/>
              <a:defRPr sz="1200"/>
            </a:lvl7pPr>
            <a:lvl8pPr lvl="7">
              <a:lnSpc>
                <a:spcPct val="95000"/>
              </a:lnSpc>
              <a:spcBef>
                <a:spcPts val="0"/>
              </a:spcBef>
              <a:spcAft>
                <a:spcPts val="0"/>
              </a:spcAft>
              <a:buNone/>
              <a:defRPr sz="1200"/>
            </a:lvl8pPr>
            <a:lvl9pPr lvl="8">
              <a:lnSpc>
                <a:spcPct val="95000"/>
              </a:lnSpc>
              <a:spcBef>
                <a:spcPts val="0"/>
              </a:spcBef>
              <a:spcAft>
                <a:spcPts val="0"/>
              </a:spcAft>
              <a:buNone/>
              <a:defRPr sz="1200"/>
            </a:lvl9pPr>
          </a:lstStyle>
          <a:p/>
        </p:txBody>
      </p:sp>
      <p:sp>
        <p:nvSpPr>
          <p:cNvPr id="660" name="Google Shape;660;p60"/>
          <p:cNvSpPr txBox="1"/>
          <p:nvPr>
            <p:ph idx="8" type="subTitle"/>
          </p:nvPr>
        </p:nvSpPr>
        <p:spPr>
          <a:xfrm>
            <a:off x="335513" y="1913775"/>
            <a:ext cx="1149900" cy="431700"/>
          </a:xfrm>
          <a:prstGeom prst="rect">
            <a:avLst/>
          </a:prstGeom>
        </p:spPr>
        <p:txBody>
          <a:bodyPr anchorCtr="0" anchor="b" bIns="0" lIns="0" spcFirstLastPara="1" rIns="0" wrap="square" tIns="0">
            <a:noAutofit/>
          </a:bodyPr>
          <a:lstStyle>
            <a:lvl1pPr lvl="0">
              <a:lnSpc>
                <a:spcPct val="95000"/>
              </a:lnSpc>
              <a:spcBef>
                <a:spcPts val="0"/>
              </a:spcBef>
              <a:spcAft>
                <a:spcPts val="0"/>
              </a:spcAft>
              <a:buNone/>
              <a:defRPr sz="1200"/>
            </a:lvl1pPr>
            <a:lvl2pPr lvl="1">
              <a:lnSpc>
                <a:spcPct val="95000"/>
              </a:lnSpc>
              <a:spcBef>
                <a:spcPts val="0"/>
              </a:spcBef>
              <a:spcAft>
                <a:spcPts val="0"/>
              </a:spcAft>
              <a:buNone/>
              <a:defRPr sz="1200"/>
            </a:lvl2pPr>
            <a:lvl3pPr lvl="2">
              <a:lnSpc>
                <a:spcPct val="95000"/>
              </a:lnSpc>
              <a:spcBef>
                <a:spcPts val="0"/>
              </a:spcBef>
              <a:spcAft>
                <a:spcPts val="0"/>
              </a:spcAft>
              <a:buNone/>
              <a:defRPr sz="1200"/>
            </a:lvl3pPr>
            <a:lvl4pPr lvl="3">
              <a:lnSpc>
                <a:spcPct val="95000"/>
              </a:lnSpc>
              <a:spcBef>
                <a:spcPts val="0"/>
              </a:spcBef>
              <a:spcAft>
                <a:spcPts val="0"/>
              </a:spcAft>
              <a:buNone/>
              <a:defRPr sz="1200"/>
            </a:lvl4pPr>
            <a:lvl5pPr lvl="4">
              <a:lnSpc>
                <a:spcPct val="95000"/>
              </a:lnSpc>
              <a:spcBef>
                <a:spcPts val="0"/>
              </a:spcBef>
              <a:spcAft>
                <a:spcPts val="0"/>
              </a:spcAft>
              <a:buNone/>
              <a:defRPr sz="1200"/>
            </a:lvl5pPr>
            <a:lvl6pPr lvl="5">
              <a:lnSpc>
                <a:spcPct val="95000"/>
              </a:lnSpc>
              <a:spcBef>
                <a:spcPts val="0"/>
              </a:spcBef>
              <a:spcAft>
                <a:spcPts val="0"/>
              </a:spcAft>
              <a:buNone/>
              <a:defRPr sz="1200"/>
            </a:lvl6pPr>
            <a:lvl7pPr lvl="6">
              <a:lnSpc>
                <a:spcPct val="95000"/>
              </a:lnSpc>
              <a:spcBef>
                <a:spcPts val="0"/>
              </a:spcBef>
              <a:spcAft>
                <a:spcPts val="0"/>
              </a:spcAft>
              <a:buNone/>
              <a:defRPr sz="1200"/>
            </a:lvl7pPr>
            <a:lvl8pPr lvl="7">
              <a:lnSpc>
                <a:spcPct val="95000"/>
              </a:lnSpc>
              <a:spcBef>
                <a:spcPts val="0"/>
              </a:spcBef>
              <a:spcAft>
                <a:spcPts val="0"/>
              </a:spcAft>
              <a:buNone/>
              <a:defRPr sz="1200"/>
            </a:lvl8pPr>
            <a:lvl9pPr lvl="8">
              <a:lnSpc>
                <a:spcPct val="95000"/>
              </a:lnSpc>
              <a:spcBef>
                <a:spcPts val="0"/>
              </a:spcBef>
              <a:spcAft>
                <a:spcPts val="0"/>
              </a:spcAft>
              <a:buNone/>
              <a:defRPr sz="1200"/>
            </a:lvl9pPr>
          </a:lstStyle>
          <a:p/>
        </p:txBody>
      </p:sp>
      <p:sp>
        <p:nvSpPr>
          <p:cNvPr id="661" name="Google Shape;661;p60"/>
          <p:cNvSpPr txBox="1"/>
          <p:nvPr>
            <p:ph idx="9" type="subTitle"/>
          </p:nvPr>
        </p:nvSpPr>
        <p:spPr>
          <a:xfrm>
            <a:off x="4721813" y="1941575"/>
            <a:ext cx="1149900" cy="431700"/>
          </a:xfrm>
          <a:prstGeom prst="rect">
            <a:avLst/>
          </a:prstGeom>
        </p:spPr>
        <p:txBody>
          <a:bodyPr anchorCtr="0" anchor="b" bIns="0" lIns="0" spcFirstLastPara="1" rIns="0" wrap="square" tIns="0">
            <a:noAutofit/>
          </a:bodyPr>
          <a:lstStyle>
            <a:lvl1pPr lvl="0">
              <a:lnSpc>
                <a:spcPct val="95000"/>
              </a:lnSpc>
              <a:spcBef>
                <a:spcPts val="0"/>
              </a:spcBef>
              <a:spcAft>
                <a:spcPts val="0"/>
              </a:spcAft>
              <a:buNone/>
              <a:defRPr sz="1200"/>
            </a:lvl1pPr>
            <a:lvl2pPr lvl="1">
              <a:lnSpc>
                <a:spcPct val="95000"/>
              </a:lnSpc>
              <a:spcBef>
                <a:spcPts val="0"/>
              </a:spcBef>
              <a:spcAft>
                <a:spcPts val="0"/>
              </a:spcAft>
              <a:buNone/>
              <a:defRPr sz="1200"/>
            </a:lvl2pPr>
            <a:lvl3pPr lvl="2">
              <a:lnSpc>
                <a:spcPct val="95000"/>
              </a:lnSpc>
              <a:spcBef>
                <a:spcPts val="0"/>
              </a:spcBef>
              <a:spcAft>
                <a:spcPts val="0"/>
              </a:spcAft>
              <a:buNone/>
              <a:defRPr sz="1200"/>
            </a:lvl3pPr>
            <a:lvl4pPr lvl="3">
              <a:lnSpc>
                <a:spcPct val="95000"/>
              </a:lnSpc>
              <a:spcBef>
                <a:spcPts val="0"/>
              </a:spcBef>
              <a:spcAft>
                <a:spcPts val="0"/>
              </a:spcAft>
              <a:buNone/>
              <a:defRPr sz="1200"/>
            </a:lvl4pPr>
            <a:lvl5pPr lvl="4">
              <a:lnSpc>
                <a:spcPct val="95000"/>
              </a:lnSpc>
              <a:spcBef>
                <a:spcPts val="0"/>
              </a:spcBef>
              <a:spcAft>
                <a:spcPts val="0"/>
              </a:spcAft>
              <a:buNone/>
              <a:defRPr sz="1200"/>
            </a:lvl5pPr>
            <a:lvl6pPr lvl="5">
              <a:lnSpc>
                <a:spcPct val="95000"/>
              </a:lnSpc>
              <a:spcBef>
                <a:spcPts val="0"/>
              </a:spcBef>
              <a:spcAft>
                <a:spcPts val="0"/>
              </a:spcAft>
              <a:buNone/>
              <a:defRPr sz="1200"/>
            </a:lvl6pPr>
            <a:lvl7pPr lvl="6">
              <a:lnSpc>
                <a:spcPct val="95000"/>
              </a:lnSpc>
              <a:spcBef>
                <a:spcPts val="0"/>
              </a:spcBef>
              <a:spcAft>
                <a:spcPts val="0"/>
              </a:spcAft>
              <a:buNone/>
              <a:defRPr sz="1200"/>
            </a:lvl7pPr>
            <a:lvl8pPr lvl="7">
              <a:lnSpc>
                <a:spcPct val="95000"/>
              </a:lnSpc>
              <a:spcBef>
                <a:spcPts val="0"/>
              </a:spcBef>
              <a:spcAft>
                <a:spcPts val="0"/>
              </a:spcAft>
              <a:buNone/>
              <a:defRPr sz="1200"/>
            </a:lvl8pPr>
            <a:lvl9pPr lvl="8">
              <a:lnSpc>
                <a:spcPct val="95000"/>
              </a:lnSpc>
              <a:spcBef>
                <a:spcPts val="0"/>
              </a:spcBef>
              <a:spcAft>
                <a:spcPts val="0"/>
              </a:spcAft>
              <a:buNone/>
              <a:defRPr sz="1200"/>
            </a:lvl9pPr>
          </a:lstStyle>
          <a:p/>
        </p:txBody>
      </p:sp>
      <p:sp>
        <p:nvSpPr>
          <p:cNvPr id="662" name="Google Shape;662;p60"/>
          <p:cNvSpPr txBox="1"/>
          <p:nvPr>
            <p:ph idx="13" type="subTitle"/>
          </p:nvPr>
        </p:nvSpPr>
        <p:spPr>
          <a:xfrm>
            <a:off x="6194013" y="3335375"/>
            <a:ext cx="1149900" cy="431700"/>
          </a:xfrm>
          <a:prstGeom prst="rect">
            <a:avLst/>
          </a:prstGeom>
        </p:spPr>
        <p:txBody>
          <a:bodyPr anchorCtr="0" anchor="b" bIns="0" lIns="0" spcFirstLastPara="1" rIns="0" wrap="square" tIns="0">
            <a:noAutofit/>
          </a:bodyPr>
          <a:lstStyle>
            <a:lvl1pPr lvl="0">
              <a:lnSpc>
                <a:spcPct val="95000"/>
              </a:lnSpc>
              <a:spcBef>
                <a:spcPts val="0"/>
              </a:spcBef>
              <a:spcAft>
                <a:spcPts val="0"/>
              </a:spcAft>
              <a:buNone/>
              <a:defRPr sz="1200"/>
            </a:lvl1pPr>
            <a:lvl2pPr lvl="1">
              <a:lnSpc>
                <a:spcPct val="95000"/>
              </a:lnSpc>
              <a:spcBef>
                <a:spcPts val="0"/>
              </a:spcBef>
              <a:spcAft>
                <a:spcPts val="0"/>
              </a:spcAft>
              <a:buNone/>
              <a:defRPr sz="1200"/>
            </a:lvl2pPr>
            <a:lvl3pPr lvl="2">
              <a:lnSpc>
                <a:spcPct val="95000"/>
              </a:lnSpc>
              <a:spcBef>
                <a:spcPts val="0"/>
              </a:spcBef>
              <a:spcAft>
                <a:spcPts val="0"/>
              </a:spcAft>
              <a:buNone/>
              <a:defRPr sz="1200"/>
            </a:lvl3pPr>
            <a:lvl4pPr lvl="3">
              <a:lnSpc>
                <a:spcPct val="95000"/>
              </a:lnSpc>
              <a:spcBef>
                <a:spcPts val="0"/>
              </a:spcBef>
              <a:spcAft>
                <a:spcPts val="0"/>
              </a:spcAft>
              <a:buNone/>
              <a:defRPr sz="1200"/>
            </a:lvl4pPr>
            <a:lvl5pPr lvl="4">
              <a:lnSpc>
                <a:spcPct val="95000"/>
              </a:lnSpc>
              <a:spcBef>
                <a:spcPts val="0"/>
              </a:spcBef>
              <a:spcAft>
                <a:spcPts val="0"/>
              </a:spcAft>
              <a:buNone/>
              <a:defRPr sz="1200"/>
            </a:lvl5pPr>
            <a:lvl6pPr lvl="5">
              <a:lnSpc>
                <a:spcPct val="95000"/>
              </a:lnSpc>
              <a:spcBef>
                <a:spcPts val="0"/>
              </a:spcBef>
              <a:spcAft>
                <a:spcPts val="0"/>
              </a:spcAft>
              <a:buNone/>
              <a:defRPr sz="1200"/>
            </a:lvl6pPr>
            <a:lvl7pPr lvl="6">
              <a:lnSpc>
                <a:spcPct val="95000"/>
              </a:lnSpc>
              <a:spcBef>
                <a:spcPts val="0"/>
              </a:spcBef>
              <a:spcAft>
                <a:spcPts val="0"/>
              </a:spcAft>
              <a:buNone/>
              <a:defRPr sz="1200"/>
            </a:lvl7pPr>
            <a:lvl8pPr lvl="7">
              <a:lnSpc>
                <a:spcPct val="95000"/>
              </a:lnSpc>
              <a:spcBef>
                <a:spcPts val="0"/>
              </a:spcBef>
              <a:spcAft>
                <a:spcPts val="0"/>
              </a:spcAft>
              <a:buNone/>
              <a:defRPr sz="1200"/>
            </a:lvl8pPr>
            <a:lvl9pPr lvl="8">
              <a:lnSpc>
                <a:spcPct val="95000"/>
              </a:lnSpc>
              <a:spcBef>
                <a:spcPts val="0"/>
              </a:spcBef>
              <a:spcAft>
                <a:spcPts val="0"/>
              </a:spcAft>
              <a:buNone/>
              <a:defRPr sz="1200"/>
            </a:lvl9pPr>
          </a:lstStyle>
          <a:p/>
        </p:txBody>
      </p:sp>
      <p:sp>
        <p:nvSpPr>
          <p:cNvPr id="663" name="Google Shape;663;p60"/>
          <p:cNvSpPr txBox="1"/>
          <p:nvPr>
            <p:ph idx="14" type="subTitle"/>
          </p:nvPr>
        </p:nvSpPr>
        <p:spPr>
          <a:xfrm>
            <a:off x="7658713" y="4312650"/>
            <a:ext cx="1149900" cy="431700"/>
          </a:xfrm>
          <a:prstGeom prst="rect">
            <a:avLst/>
          </a:prstGeom>
        </p:spPr>
        <p:txBody>
          <a:bodyPr anchorCtr="0" anchor="b" bIns="0" lIns="0" spcFirstLastPara="1" rIns="0" wrap="square" tIns="0">
            <a:noAutofit/>
          </a:bodyPr>
          <a:lstStyle>
            <a:lvl1pPr lvl="0">
              <a:lnSpc>
                <a:spcPct val="95000"/>
              </a:lnSpc>
              <a:spcBef>
                <a:spcPts val="0"/>
              </a:spcBef>
              <a:spcAft>
                <a:spcPts val="0"/>
              </a:spcAft>
              <a:buNone/>
              <a:defRPr sz="1200"/>
            </a:lvl1pPr>
            <a:lvl2pPr lvl="1">
              <a:lnSpc>
                <a:spcPct val="95000"/>
              </a:lnSpc>
              <a:spcBef>
                <a:spcPts val="0"/>
              </a:spcBef>
              <a:spcAft>
                <a:spcPts val="0"/>
              </a:spcAft>
              <a:buNone/>
              <a:defRPr sz="1200"/>
            </a:lvl2pPr>
            <a:lvl3pPr lvl="2">
              <a:lnSpc>
                <a:spcPct val="95000"/>
              </a:lnSpc>
              <a:spcBef>
                <a:spcPts val="0"/>
              </a:spcBef>
              <a:spcAft>
                <a:spcPts val="0"/>
              </a:spcAft>
              <a:buNone/>
              <a:defRPr sz="1200"/>
            </a:lvl3pPr>
            <a:lvl4pPr lvl="3">
              <a:lnSpc>
                <a:spcPct val="95000"/>
              </a:lnSpc>
              <a:spcBef>
                <a:spcPts val="0"/>
              </a:spcBef>
              <a:spcAft>
                <a:spcPts val="0"/>
              </a:spcAft>
              <a:buNone/>
              <a:defRPr sz="1200"/>
            </a:lvl4pPr>
            <a:lvl5pPr lvl="4">
              <a:lnSpc>
                <a:spcPct val="95000"/>
              </a:lnSpc>
              <a:spcBef>
                <a:spcPts val="0"/>
              </a:spcBef>
              <a:spcAft>
                <a:spcPts val="0"/>
              </a:spcAft>
              <a:buNone/>
              <a:defRPr sz="1200"/>
            </a:lvl5pPr>
            <a:lvl6pPr lvl="5">
              <a:lnSpc>
                <a:spcPct val="95000"/>
              </a:lnSpc>
              <a:spcBef>
                <a:spcPts val="0"/>
              </a:spcBef>
              <a:spcAft>
                <a:spcPts val="0"/>
              </a:spcAft>
              <a:buNone/>
              <a:defRPr sz="1200"/>
            </a:lvl6pPr>
            <a:lvl7pPr lvl="6">
              <a:lnSpc>
                <a:spcPct val="95000"/>
              </a:lnSpc>
              <a:spcBef>
                <a:spcPts val="0"/>
              </a:spcBef>
              <a:spcAft>
                <a:spcPts val="0"/>
              </a:spcAft>
              <a:buNone/>
              <a:defRPr sz="1200"/>
            </a:lvl7pPr>
            <a:lvl8pPr lvl="7">
              <a:lnSpc>
                <a:spcPct val="95000"/>
              </a:lnSpc>
              <a:spcBef>
                <a:spcPts val="0"/>
              </a:spcBef>
              <a:spcAft>
                <a:spcPts val="0"/>
              </a:spcAft>
              <a:buNone/>
              <a:defRPr sz="1200"/>
            </a:lvl8pPr>
            <a:lvl9pPr lvl="8">
              <a:lnSpc>
                <a:spcPct val="95000"/>
              </a:lnSpc>
              <a:spcBef>
                <a:spcPts val="0"/>
              </a:spcBef>
              <a:spcAft>
                <a:spcPts val="0"/>
              </a:spcAft>
              <a:buNone/>
              <a:defRPr sz="1200"/>
            </a:lvl9pPr>
          </a:lstStyle>
          <a:p/>
        </p:txBody>
      </p:sp>
      <p:sp>
        <p:nvSpPr>
          <p:cNvPr id="664" name="Google Shape;664;p60"/>
          <p:cNvSpPr txBox="1"/>
          <p:nvPr>
            <p:ph idx="15" type="body"/>
          </p:nvPr>
        </p:nvSpPr>
        <p:spPr>
          <a:xfrm>
            <a:off x="7658625" y="3600800"/>
            <a:ext cx="1149900" cy="5049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665" name="Google Shape;665;p60"/>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666" name="Google Shape;666;p60"/>
          <p:cNvSpPr txBox="1"/>
          <p:nvPr>
            <p:ph idx="16"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667" name="Google Shape;667;p60"/>
          <p:cNvSpPr txBox="1"/>
          <p:nvPr>
            <p:ph idx="17" type="title"/>
          </p:nvPr>
        </p:nvSpPr>
        <p:spPr>
          <a:xfrm>
            <a:off x="228600" y="457200"/>
            <a:ext cx="4160400" cy="4647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oadmap - Alt 2">
  <p:cSld name="CUSTOM_8_1_1_1_1_1_1_1_1_1_1_1_1_1_1_1_1_1_1_1_1_1_1_1_1_1_1_1_1_1_1_1_1">
    <p:spTree>
      <p:nvGrpSpPr>
        <p:cNvPr id="668" name="Shape 668"/>
        <p:cNvGrpSpPr/>
        <p:nvPr/>
      </p:nvGrpSpPr>
      <p:grpSpPr>
        <a:xfrm>
          <a:off x="0" y="0"/>
          <a:ext cx="0" cy="0"/>
          <a:chOff x="0" y="0"/>
          <a:chExt cx="0" cy="0"/>
        </a:xfrm>
      </p:grpSpPr>
      <p:sp>
        <p:nvSpPr>
          <p:cNvPr id="669" name="Google Shape;669;p61"/>
          <p:cNvSpPr/>
          <p:nvPr/>
        </p:nvSpPr>
        <p:spPr>
          <a:xfrm flipH="1">
            <a:off x="5961300" y="0"/>
            <a:ext cx="3177300" cy="3177300"/>
          </a:xfrm>
          <a:prstGeom prst="rect">
            <a:avLst/>
          </a:prstGeom>
          <a:gradFill>
            <a:gsLst>
              <a:gs pos="0">
                <a:schemeClr val="lt2"/>
              </a:gs>
              <a:gs pos="72000">
                <a:schemeClr val="lt1"/>
              </a:gs>
              <a:gs pos="100000">
                <a:schemeClr val="lt1"/>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670" name="Google Shape;670;p61"/>
          <p:cNvSpPr/>
          <p:nvPr/>
        </p:nvSpPr>
        <p:spPr>
          <a:xfrm rot="5400000">
            <a:off x="3888975" y="-2016150"/>
            <a:ext cx="1358100" cy="9140700"/>
          </a:xfrm>
          <a:prstGeom prst="rect">
            <a:avLst/>
          </a:prstGeom>
          <a:gradFill>
            <a:gsLst>
              <a:gs pos="0">
                <a:schemeClr val="accent6"/>
              </a:gs>
              <a:gs pos="100000">
                <a:schemeClr val="lt2"/>
              </a:gs>
            </a:gsLst>
            <a:lin ang="16200038"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Jost"/>
              <a:ea typeface="Jost"/>
              <a:cs typeface="Jost"/>
              <a:sym typeface="Jost"/>
            </a:endParaRPr>
          </a:p>
        </p:txBody>
      </p:sp>
      <p:sp>
        <p:nvSpPr>
          <p:cNvPr id="671" name="Google Shape;671;p61"/>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700"/>
              <a:buFont typeface="Figtree"/>
              <a:buNone/>
              <a:defRPr sz="700"/>
            </a:lvl2pPr>
            <a:lvl3pPr lvl="2">
              <a:spcBef>
                <a:spcPts val="0"/>
              </a:spcBef>
              <a:spcAft>
                <a:spcPts val="0"/>
              </a:spcAft>
              <a:buSzPts val="700"/>
              <a:buFont typeface="Figtree"/>
              <a:buNone/>
              <a:defRPr sz="700"/>
            </a:lvl3pPr>
            <a:lvl4pPr lvl="3">
              <a:spcBef>
                <a:spcPts val="0"/>
              </a:spcBef>
              <a:spcAft>
                <a:spcPts val="0"/>
              </a:spcAft>
              <a:buSzPts val="700"/>
              <a:buFont typeface="Figtree"/>
              <a:buNone/>
              <a:defRPr sz="700"/>
            </a:lvl4pPr>
            <a:lvl5pPr lvl="4">
              <a:spcBef>
                <a:spcPts val="0"/>
              </a:spcBef>
              <a:spcAft>
                <a:spcPts val="0"/>
              </a:spcAft>
              <a:buSzPts val="700"/>
              <a:buFont typeface="Figtree"/>
              <a:buNone/>
              <a:defRPr sz="700"/>
            </a:lvl5pPr>
            <a:lvl6pPr lvl="5">
              <a:spcBef>
                <a:spcPts val="0"/>
              </a:spcBef>
              <a:spcAft>
                <a:spcPts val="0"/>
              </a:spcAft>
              <a:buSzPts val="700"/>
              <a:buFont typeface="Figtree"/>
              <a:buNone/>
              <a:defRPr sz="700"/>
            </a:lvl6pPr>
            <a:lvl7pPr lvl="6">
              <a:spcBef>
                <a:spcPts val="0"/>
              </a:spcBef>
              <a:spcAft>
                <a:spcPts val="0"/>
              </a:spcAft>
              <a:buSzPts val="700"/>
              <a:buFont typeface="Figtree"/>
              <a:buNone/>
              <a:defRPr sz="700"/>
            </a:lvl7pPr>
            <a:lvl8pPr lvl="7">
              <a:spcBef>
                <a:spcPts val="0"/>
              </a:spcBef>
              <a:spcAft>
                <a:spcPts val="0"/>
              </a:spcAft>
              <a:buSzPts val="700"/>
              <a:buFont typeface="Figtree"/>
              <a:buNone/>
              <a:defRPr sz="700"/>
            </a:lvl8pPr>
            <a:lvl9pPr lvl="8">
              <a:spcBef>
                <a:spcPts val="0"/>
              </a:spcBef>
              <a:spcAft>
                <a:spcPts val="0"/>
              </a:spcAft>
              <a:buSzPts val="700"/>
              <a:buFont typeface="Figtree"/>
              <a:buNone/>
              <a:defRPr sz="700"/>
            </a:lvl9pPr>
          </a:lstStyle>
          <a:p/>
        </p:txBody>
      </p:sp>
      <p:sp>
        <p:nvSpPr>
          <p:cNvPr id="672" name="Google Shape;672;p61"/>
          <p:cNvSpPr txBox="1"/>
          <p:nvPr>
            <p:ph idx="2"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673" name="Google Shape;673;p61"/>
          <p:cNvSpPr txBox="1"/>
          <p:nvPr>
            <p:ph idx="3" type="title"/>
          </p:nvPr>
        </p:nvSpPr>
        <p:spPr>
          <a:xfrm>
            <a:off x="228600" y="457200"/>
            <a:ext cx="4160400" cy="4647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
        <p:nvSpPr>
          <p:cNvPr id="674" name="Google Shape;674;p61"/>
          <p:cNvSpPr txBox="1"/>
          <p:nvPr>
            <p:ph idx="1" type="subTitle"/>
          </p:nvPr>
        </p:nvSpPr>
        <p:spPr>
          <a:xfrm>
            <a:off x="486625" y="1307025"/>
            <a:ext cx="2281500" cy="207600"/>
          </a:xfrm>
          <a:prstGeom prst="rect">
            <a:avLst/>
          </a:prstGeom>
        </p:spPr>
        <p:txBody>
          <a:bodyPr anchorCtr="0" anchor="t" bIns="0" lIns="0" spcFirstLastPara="1" rIns="0" wrap="square" tIns="0">
            <a:noAutofit/>
          </a:bodyPr>
          <a:lstStyle>
            <a:lvl1pPr lvl="0">
              <a:lnSpc>
                <a:spcPct val="95000"/>
              </a:lnSpc>
              <a:spcBef>
                <a:spcPts val="0"/>
              </a:spcBef>
              <a:spcAft>
                <a:spcPts val="0"/>
              </a:spcAft>
              <a:buNone/>
              <a:defRPr/>
            </a:lvl1pPr>
            <a:lvl2pPr lvl="1">
              <a:lnSpc>
                <a:spcPct val="95000"/>
              </a:lnSpc>
              <a:spcBef>
                <a:spcPts val="0"/>
              </a:spcBef>
              <a:spcAft>
                <a:spcPts val="0"/>
              </a:spcAft>
              <a:buNone/>
              <a:defRPr/>
            </a:lvl2pPr>
            <a:lvl3pPr lvl="2">
              <a:lnSpc>
                <a:spcPct val="95000"/>
              </a:lnSpc>
              <a:spcBef>
                <a:spcPts val="0"/>
              </a:spcBef>
              <a:spcAft>
                <a:spcPts val="0"/>
              </a:spcAft>
              <a:buNone/>
              <a:defRPr/>
            </a:lvl3pPr>
            <a:lvl4pPr lvl="3">
              <a:lnSpc>
                <a:spcPct val="95000"/>
              </a:lnSpc>
              <a:spcBef>
                <a:spcPts val="0"/>
              </a:spcBef>
              <a:spcAft>
                <a:spcPts val="0"/>
              </a:spcAft>
              <a:buNone/>
              <a:defRPr/>
            </a:lvl4pPr>
            <a:lvl5pPr lvl="4">
              <a:lnSpc>
                <a:spcPct val="95000"/>
              </a:lnSpc>
              <a:spcBef>
                <a:spcPts val="0"/>
              </a:spcBef>
              <a:spcAft>
                <a:spcPts val="0"/>
              </a:spcAft>
              <a:buNone/>
              <a:defRPr/>
            </a:lvl5pPr>
            <a:lvl6pPr lvl="5">
              <a:lnSpc>
                <a:spcPct val="95000"/>
              </a:lnSpc>
              <a:spcBef>
                <a:spcPts val="0"/>
              </a:spcBef>
              <a:spcAft>
                <a:spcPts val="0"/>
              </a:spcAft>
              <a:buNone/>
              <a:defRPr/>
            </a:lvl6pPr>
            <a:lvl7pPr lvl="6">
              <a:lnSpc>
                <a:spcPct val="95000"/>
              </a:lnSpc>
              <a:spcBef>
                <a:spcPts val="0"/>
              </a:spcBef>
              <a:spcAft>
                <a:spcPts val="0"/>
              </a:spcAft>
              <a:buNone/>
              <a:defRPr/>
            </a:lvl7pPr>
            <a:lvl8pPr lvl="7">
              <a:lnSpc>
                <a:spcPct val="95000"/>
              </a:lnSpc>
              <a:spcBef>
                <a:spcPts val="0"/>
              </a:spcBef>
              <a:spcAft>
                <a:spcPts val="0"/>
              </a:spcAft>
              <a:buNone/>
              <a:defRPr/>
            </a:lvl8pPr>
            <a:lvl9pPr lvl="8">
              <a:lnSpc>
                <a:spcPct val="95000"/>
              </a:lnSpc>
              <a:spcBef>
                <a:spcPts val="0"/>
              </a:spcBef>
              <a:spcAft>
                <a:spcPts val="0"/>
              </a:spcAft>
              <a:buNone/>
              <a:defRPr/>
            </a:lvl9pPr>
          </a:lstStyle>
          <a:p/>
        </p:txBody>
      </p:sp>
      <p:sp>
        <p:nvSpPr>
          <p:cNvPr id="675" name="Google Shape;675;p61"/>
          <p:cNvSpPr txBox="1"/>
          <p:nvPr>
            <p:ph idx="4" type="body"/>
          </p:nvPr>
        </p:nvSpPr>
        <p:spPr>
          <a:xfrm>
            <a:off x="486650" y="1623430"/>
            <a:ext cx="2281500" cy="714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676" name="Google Shape;676;p61"/>
          <p:cNvSpPr txBox="1"/>
          <p:nvPr>
            <p:ph idx="5" type="subTitle"/>
          </p:nvPr>
        </p:nvSpPr>
        <p:spPr>
          <a:xfrm>
            <a:off x="3431225" y="1668075"/>
            <a:ext cx="2281500" cy="207600"/>
          </a:xfrm>
          <a:prstGeom prst="rect">
            <a:avLst/>
          </a:prstGeom>
        </p:spPr>
        <p:txBody>
          <a:bodyPr anchorCtr="0" anchor="t" bIns="0" lIns="0" spcFirstLastPara="1" rIns="0" wrap="square" tIns="0">
            <a:noAutofit/>
          </a:bodyPr>
          <a:lstStyle>
            <a:lvl1pPr lvl="0">
              <a:lnSpc>
                <a:spcPct val="95000"/>
              </a:lnSpc>
              <a:spcBef>
                <a:spcPts val="0"/>
              </a:spcBef>
              <a:spcAft>
                <a:spcPts val="0"/>
              </a:spcAft>
              <a:buNone/>
              <a:defRPr/>
            </a:lvl1pPr>
            <a:lvl2pPr lvl="1">
              <a:lnSpc>
                <a:spcPct val="95000"/>
              </a:lnSpc>
              <a:spcBef>
                <a:spcPts val="0"/>
              </a:spcBef>
              <a:spcAft>
                <a:spcPts val="0"/>
              </a:spcAft>
              <a:buNone/>
              <a:defRPr/>
            </a:lvl2pPr>
            <a:lvl3pPr lvl="2">
              <a:lnSpc>
                <a:spcPct val="95000"/>
              </a:lnSpc>
              <a:spcBef>
                <a:spcPts val="0"/>
              </a:spcBef>
              <a:spcAft>
                <a:spcPts val="0"/>
              </a:spcAft>
              <a:buNone/>
              <a:defRPr/>
            </a:lvl3pPr>
            <a:lvl4pPr lvl="3">
              <a:lnSpc>
                <a:spcPct val="95000"/>
              </a:lnSpc>
              <a:spcBef>
                <a:spcPts val="0"/>
              </a:spcBef>
              <a:spcAft>
                <a:spcPts val="0"/>
              </a:spcAft>
              <a:buNone/>
              <a:defRPr/>
            </a:lvl4pPr>
            <a:lvl5pPr lvl="4">
              <a:lnSpc>
                <a:spcPct val="95000"/>
              </a:lnSpc>
              <a:spcBef>
                <a:spcPts val="0"/>
              </a:spcBef>
              <a:spcAft>
                <a:spcPts val="0"/>
              </a:spcAft>
              <a:buNone/>
              <a:defRPr/>
            </a:lvl5pPr>
            <a:lvl6pPr lvl="5">
              <a:lnSpc>
                <a:spcPct val="95000"/>
              </a:lnSpc>
              <a:spcBef>
                <a:spcPts val="0"/>
              </a:spcBef>
              <a:spcAft>
                <a:spcPts val="0"/>
              </a:spcAft>
              <a:buNone/>
              <a:defRPr/>
            </a:lvl6pPr>
            <a:lvl7pPr lvl="6">
              <a:lnSpc>
                <a:spcPct val="95000"/>
              </a:lnSpc>
              <a:spcBef>
                <a:spcPts val="0"/>
              </a:spcBef>
              <a:spcAft>
                <a:spcPts val="0"/>
              </a:spcAft>
              <a:buNone/>
              <a:defRPr/>
            </a:lvl7pPr>
            <a:lvl8pPr lvl="7">
              <a:lnSpc>
                <a:spcPct val="95000"/>
              </a:lnSpc>
              <a:spcBef>
                <a:spcPts val="0"/>
              </a:spcBef>
              <a:spcAft>
                <a:spcPts val="0"/>
              </a:spcAft>
              <a:buNone/>
              <a:defRPr/>
            </a:lvl8pPr>
            <a:lvl9pPr lvl="8">
              <a:lnSpc>
                <a:spcPct val="95000"/>
              </a:lnSpc>
              <a:spcBef>
                <a:spcPts val="0"/>
              </a:spcBef>
              <a:spcAft>
                <a:spcPts val="0"/>
              </a:spcAft>
              <a:buNone/>
              <a:defRPr/>
            </a:lvl9pPr>
          </a:lstStyle>
          <a:p/>
        </p:txBody>
      </p:sp>
      <p:sp>
        <p:nvSpPr>
          <p:cNvPr id="677" name="Google Shape;677;p61"/>
          <p:cNvSpPr txBox="1"/>
          <p:nvPr>
            <p:ph idx="6" type="body"/>
          </p:nvPr>
        </p:nvSpPr>
        <p:spPr>
          <a:xfrm>
            <a:off x="3431250" y="1984480"/>
            <a:ext cx="2281500" cy="714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678" name="Google Shape;678;p61"/>
          <p:cNvSpPr txBox="1"/>
          <p:nvPr>
            <p:ph idx="7" type="subTitle"/>
          </p:nvPr>
        </p:nvSpPr>
        <p:spPr>
          <a:xfrm>
            <a:off x="6375825" y="1307025"/>
            <a:ext cx="2281500" cy="207600"/>
          </a:xfrm>
          <a:prstGeom prst="rect">
            <a:avLst/>
          </a:prstGeom>
        </p:spPr>
        <p:txBody>
          <a:bodyPr anchorCtr="0" anchor="t" bIns="0" lIns="0" spcFirstLastPara="1" rIns="0" wrap="square" tIns="0">
            <a:noAutofit/>
          </a:bodyPr>
          <a:lstStyle>
            <a:lvl1pPr lvl="0">
              <a:lnSpc>
                <a:spcPct val="95000"/>
              </a:lnSpc>
              <a:spcBef>
                <a:spcPts val="0"/>
              </a:spcBef>
              <a:spcAft>
                <a:spcPts val="0"/>
              </a:spcAft>
              <a:buNone/>
              <a:defRPr/>
            </a:lvl1pPr>
            <a:lvl2pPr lvl="1">
              <a:lnSpc>
                <a:spcPct val="95000"/>
              </a:lnSpc>
              <a:spcBef>
                <a:spcPts val="0"/>
              </a:spcBef>
              <a:spcAft>
                <a:spcPts val="0"/>
              </a:spcAft>
              <a:buNone/>
              <a:defRPr/>
            </a:lvl2pPr>
            <a:lvl3pPr lvl="2">
              <a:lnSpc>
                <a:spcPct val="95000"/>
              </a:lnSpc>
              <a:spcBef>
                <a:spcPts val="0"/>
              </a:spcBef>
              <a:spcAft>
                <a:spcPts val="0"/>
              </a:spcAft>
              <a:buNone/>
              <a:defRPr/>
            </a:lvl3pPr>
            <a:lvl4pPr lvl="3">
              <a:lnSpc>
                <a:spcPct val="95000"/>
              </a:lnSpc>
              <a:spcBef>
                <a:spcPts val="0"/>
              </a:spcBef>
              <a:spcAft>
                <a:spcPts val="0"/>
              </a:spcAft>
              <a:buNone/>
              <a:defRPr/>
            </a:lvl4pPr>
            <a:lvl5pPr lvl="4">
              <a:lnSpc>
                <a:spcPct val="95000"/>
              </a:lnSpc>
              <a:spcBef>
                <a:spcPts val="0"/>
              </a:spcBef>
              <a:spcAft>
                <a:spcPts val="0"/>
              </a:spcAft>
              <a:buNone/>
              <a:defRPr/>
            </a:lvl5pPr>
            <a:lvl6pPr lvl="5">
              <a:lnSpc>
                <a:spcPct val="95000"/>
              </a:lnSpc>
              <a:spcBef>
                <a:spcPts val="0"/>
              </a:spcBef>
              <a:spcAft>
                <a:spcPts val="0"/>
              </a:spcAft>
              <a:buNone/>
              <a:defRPr/>
            </a:lvl6pPr>
            <a:lvl7pPr lvl="6">
              <a:lnSpc>
                <a:spcPct val="95000"/>
              </a:lnSpc>
              <a:spcBef>
                <a:spcPts val="0"/>
              </a:spcBef>
              <a:spcAft>
                <a:spcPts val="0"/>
              </a:spcAft>
              <a:buNone/>
              <a:defRPr/>
            </a:lvl7pPr>
            <a:lvl8pPr lvl="7">
              <a:lnSpc>
                <a:spcPct val="95000"/>
              </a:lnSpc>
              <a:spcBef>
                <a:spcPts val="0"/>
              </a:spcBef>
              <a:spcAft>
                <a:spcPts val="0"/>
              </a:spcAft>
              <a:buNone/>
              <a:defRPr/>
            </a:lvl8pPr>
            <a:lvl9pPr lvl="8">
              <a:lnSpc>
                <a:spcPct val="95000"/>
              </a:lnSpc>
              <a:spcBef>
                <a:spcPts val="0"/>
              </a:spcBef>
              <a:spcAft>
                <a:spcPts val="0"/>
              </a:spcAft>
              <a:buNone/>
              <a:defRPr/>
            </a:lvl9pPr>
          </a:lstStyle>
          <a:p/>
        </p:txBody>
      </p:sp>
      <p:sp>
        <p:nvSpPr>
          <p:cNvPr id="679" name="Google Shape;679;p61"/>
          <p:cNvSpPr txBox="1"/>
          <p:nvPr>
            <p:ph idx="8" type="body"/>
          </p:nvPr>
        </p:nvSpPr>
        <p:spPr>
          <a:xfrm>
            <a:off x="6375850" y="1623430"/>
            <a:ext cx="2281500" cy="714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etrics display - Alt 1">
  <p:cSld name="CUSTOM_8_1_1_1_1_1_1_1_1_1_1_1_1_1_1_1_1_1_1_1_1_1_1_1_1_1_1_1_1_1_1_1_1_1">
    <p:spTree>
      <p:nvGrpSpPr>
        <p:cNvPr id="680" name="Shape 680"/>
        <p:cNvGrpSpPr/>
        <p:nvPr/>
      </p:nvGrpSpPr>
      <p:grpSpPr>
        <a:xfrm>
          <a:off x="0" y="0"/>
          <a:ext cx="0" cy="0"/>
          <a:chOff x="0" y="0"/>
          <a:chExt cx="0" cy="0"/>
        </a:xfrm>
      </p:grpSpPr>
      <p:sp>
        <p:nvSpPr>
          <p:cNvPr id="681" name="Google Shape;681;p62"/>
          <p:cNvSpPr/>
          <p:nvPr/>
        </p:nvSpPr>
        <p:spPr>
          <a:xfrm>
            <a:off x="7529650" y="250"/>
            <a:ext cx="1614900" cy="5147700"/>
          </a:xfrm>
          <a:prstGeom prst="rect">
            <a:avLst/>
          </a:prstGeom>
          <a:gradFill>
            <a:gsLst>
              <a:gs pos="0">
                <a:schemeClr val="accent6"/>
              </a:gs>
              <a:gs pos="100000">
                <a:schemeClr val="lt2"/>
              </a:gs>
            </a:gsLst>
            <a:lin ang="54007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682" name="Google Shape;682;p62"/>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683" name="Google Shape;683;p62"/>
          <p:cNvSpPr txBox="1"/>
          <p:nvPr>
            <p:ph idx="2"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684" name="Google Shape;684;p62"/>
          <p:cNvSpPr txBox="1"/>
          <p:nvPr>
            <p:ph idx="3" type="title"/>
          </p:nvPr>
        </p:nvSpPr>
        <p:spPr>
          <a:xfrm>
            <a:off x="228600" y="457200"/>
            <a:ext cx="4160400" cy="4647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
        <p:nvSpPr>
          <p:cNvPr id="685" name="Google Shape;685;p62"/>
          <p:cNvSpPr txBox="1"/>
          <p:nvPr>
            <p:ph idx="1" type="body"/>
          </p:nvPr>
        </p:nvSpPr>
        <p:spPr>
          <a:xfrm>
            <a:off x="230075" y="990150"/>
            <a:ext cx="3612900" cy="3534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686" name="Google Shape;686;p62"/>
          <p:cNvSpPr txBox="1"/>
          <p:nvPr>
            <p:ph idx="4" type="subTitle"/>
          </p:nvPr>
        </p:nvSpPr>
        <p:spPr>
          <a:xfrm>
            <a:off x="228600" y="4156375"/>
            <a:ext cx="1252800" cy="172200"/>
          </a:xfrm>
          <a:prstGeom prst="rect">
            <a:avLst/>
          </a:prstGeom>
        </p:spPr>
        <p:txBody>
          <a:bodyPr anchorCtr="0" anchor="t" bIns="0" lIns="0" spcFirstLastPara="1" rIns="0" wrap="square" tIns="0">
            <a:noAutofit/>
          </a:bodyPr>
          <a:lstStyle>
            <a:lvl1pPr lvl="0">
              <a:spcBef>
                <a:spcPts val="0"/>
              </a:spcBef>
              <a:spcAft>
                <a:spcPts val="0"/>
              </a:spcAft>
              <a:buNone/>
              <a:defRPr sz="1000"/>
            </a:lvl1pPr>
            <a:lvl2pPr lvl="1">
              <a:spcBef>
                <a:spcPts val="0"/>
              </a:spcBef>
              <a:spcAft>
                <a:spcPts val="0"/>
              </a:spcAft>
              <a:buNone/>
              <a:defRPr sz="1000"/>
            </a:lvl2pPr>
            <a:lvl3pPr lvl="2">
              <a:spcBef>
                <a:spcPts val="0"/>
              </a:spcBef>
              <a:spcAft>
                <a:spcPts val="0"/>
              </a:spcAft>
              <a:buNone/>
              <a:defRPr sz="1000"/>
            </a:lvl3pPr>
            <a:lvl4pPr lvl="3">
              <a:spcBef>
                <a:spcPts val="0"/>
              </a:spcBef>
              <a:spcAft>
                <a:spcPts val="0"/>
              </a:spcAft>
              <a:buNone/>
              <a:defRPr sz="1000"/>
            </a:lvl4pPr>
            <a:lvl5pPr lvl="4">
              <a:spcBef>
                <a:spcPts val="0"/>
              </a:spcBef>
              <a:spcAft>
                <a:spcPts val="0"/>
              </a:spcAft>
              <a:buNone/>
              <a:defRPr sz="1000"/>
            </a:lvl5pPr>
            <a:lvl6pPr lvl="5">
              <a:spcBef>
                <a:spcPts val="0"/>
              </a:spcBef>
              <a:spcAft>
                <a:spcPts val="0"/>
              </a:spcAft>
              <a:buNone/>
              <a:defRPr sz="1000"/>
            </a:lvl6pPr>
            <a:lvl7pPr lvl="6">
              <a:spcBef>
                <a:spcPts val="0"/>
              </a:spcBef>
              <a:spcAft>
                <a:spcPts val="0"/>
              </a:spcAft>
              <a:buNone/>
              <a:defRPr sz="1000"/>
            </a:lvl7pPr>
            <a:lvl8pPr lvl="7">
              <a:spcBef>
                <a:spcPts val="0"/>
              </a:spcBef>
              <a:spcAft>
                <a:spcPts val="0"/>
              </a:spcAft>
              <a:buNone/>
              <a:defRPr sz="1000"/>
            </a:lvl8pPr>
            <a:lvl9pPr lvl="8">
              <a:spcBef>
                <a:spcPts val="0"/>
              </a:spcBef>
              <a:spcAft>
                <a:spcPts val="0"/>
              </a:spcAft>
              <a:buNone/>
              <a:defRPr sz="1000"/>
            </a:lvl9pPr>
          </a:lstStyle>
          <a:p/>
        </p:txBody>
      </p:sp>
      <p:sp>
        <p:nvSpPr>
          <p:cNvPr id="687" name="Google Shape;687;p62"/>
          <p:cNvSpPr txBox="1"/>
          <p:nvPr>
            <p:ph idx="5" type="subTitle"/>
          </p:nvPr>
        </p:nvSpPr>
        <p:spPr>
          <a:xfrm>
            <a:off x="230075" y="3582936"/>
            <a:ext cx="1252800" cy="424800"/>
          </a:xfrm>
          <a:prstGeom prst="rect">
            <a:avLst/>
          </a:prstGeom>
        </p:spPr>
        <p:txBody>
          <a:bodyPr anchorCtr="0" anchor="t" bIns="0" lIns="0" spcFirstLastPara="1" rIns="0" wrap="square" tIns="0">
            <a:noAutofit/>
          </a:bodyPr>
          <a:lstStyle>
            <a:lvl1pPr lvl="0">
              <a:spcBef>
                <a:spcPts val="0"/>
              </a:spcBef>
              <a:spcAft>
                <a:spcPts val="0"/>
              </a:spcAft>
              <a:buNone/>
              <a:defRPr sz="3600">
                <a:solidFill>
                  <a:schemeClr val="lt2"/>
                </a:solidFill>
                <a:latin typeface="Jost"/>
                <a:ea typeface="Jost"/>
                <a:cs typeface="Jost"/>
                <a:sym typeface="Jost"/>
              </a:defRPr>
            </a:lvl1pPr>
            <a:lvl2pPr lvl="1">
              <a:spcBef>
                <a:spcPts val="0"/>
              </a:spcBef>
              <a:spcAft>
                <a:spcPts val="0"/>
              </a:spcAft>
              <a:buNone/>
              <a:defRPr sz="3600">
                <a:solidFill>
                  <a:schemeClr val="lt2"/>
                </a:solidFill>
                <a:latin typeface="Jost"/>
                <a:ea typeface="Jost"/>
                <a:cs typeface="Jost"/>
                <a:sym typeface="Jost"/>
              </a:defRPr>
            </a:lvl2pPr>
            <a:lvl3pPr lvl="2">
              <a:spcBef>
                <a:spcPts val="0"/>
              </a:spcBef>
              <a:spcAft>
                <a:spcPts val="0"/>
              </a:spcAft>
              <a:buNone/>
              <a:defRPr sz="3600">
                <a:solidFill>
                  <a:schemeClr val="lt2"/>
                </a:solidFill>
                <a:latin typeface="Jost"/>
                <a:ea typeface="Jost"/>
                <a:cs typeface="Jost"/>
                <a:sym typeface="Jost"/>
              </a:defRPr>
            </a:lvl3pPr>
            <a:lvl4pPr lvl="3">
              <a:spcBef>
                <a:spcPts val="0"/>
              </a:spcBef>
              <a:spcAft>
                <a:spcPts val="0"/>
              </a:spcAft>
              <a:buNone/>
              <a:defRPr sz="3600">
                <a:solidFill>
                  <a:schemeClr val="lt2"/>
                </a:solidFill>
                <a:latin typeface="Jost"/>
                <a:ea typeface="Jost"/>
                <a:cs typeface="Jost"/>
                <a:sym typeface="Jost"/>
              </a:defRPr>
            </a:lvl4pPr>
            <a:lvl5pPr lvl="4">
              <a:spcBef>
                <a:spcPts val="0"/>
              </a:spcBef>
              <a:spcAft>
                <a:spcPts val="0"/>
              </a:spcAft>
              <a:buNone/>
              <a:defRPr sz="3600">
                <a:solidFill>
                  <a:schemeClr val="lt2"/>
                </a:solidFill>
                <a:latin typeface="Jost"/>
                <a:ea typeface="Jost"/>
                <a:cs typeface="Jost"/>
                <a:sym typeface="Jost"/>
              </a:defRPr>
            </a:lvl5pPr>
            <a:lvl6pPr lvl="5">
              <a:spcBef>
                <a:spcPts val="0"/>
              </a:spcBef>
              <a:spcAft>
                <a:spcPts val="0"/>
              </a:spcAft>
              <a:buNone/>
              <a:defRPr sz="3600">
                <a:solidFill>
                  <a:schemeClr val="lt2"/>
                </a:solidFill>
                <a:latin typeface="Jost"/>
                <a:ea typeface="Jost"/>
                <a:cs typeface="Jost"/>
                <a:sym typeface="Jost"/>
              </a:defRPr>
            </a:lvl6pPr>
            <a:lvl7pPr lvl="6">
              <a:spcBef>
                <a:spcPts val="0"/>
              </a:spcBef>
              <a:spcAft>
                <a:spcPts val="0"/>
              </a:spcAft>
              <a:buNone/>
              <a:defRPr sz="3600">
                <a:solidFill>
                  <a:schemeClr val="lt2"/>
                </a:solidFill>
                <a:latin typeface="Jost"/>
                <a:ea typeface="Jost"/>
                <a:cs typeface="Jost"/>
                <a:sym typeface="Jost"/>
              </a:defRPr>
            </a:lvl7pPr>
            <a:lvl8pPr lvl="7">
              <a:spcBef>
                <a:spcPts val="0"/>
              </a:spcBef>
              <a:spcAft>
                <a:spcPts val="0"/>
              </a:spcAft>
              <a:buNone/>
              <a:defRPr sz="3600">
                <a:solidFill>
                  <a:schemeClr val="lt2"/>
                </a:solidFill>
                <a:latin typeface="Jost"/>
                <a:ea typeface="Jost"/>
                <a:cs typeface="Jost"/>
                <a:sym typeface="Jost"/>
              </a:defRPr>
            </a:lvl8pPr>
            <a:lvl9pPr lvl="8">
              <a:spcBef>
                <a:spcPts val="0"/>
              </a:spcBef>
              <a:spcAft>
                <a:spcPts val="0"/>
              </a:spcAft>
              <a:buNone/>
              <a:defRPr sz="3600">
                <a:solidFill>
                  <a:schemeClr val="lt2"/>
                </a:solidFill>
                <a:latin typeface="Jost"/>
                <a:ea typeface="Jost"/>
                <a:cs typeface="Jost"/>
                <a:sym typeface="Jost"/>
              </a:defRPr>
            </a:lvl9pPr>
          </a:lstStyle>
          <a:p/>
        </p:txBody>
      </p:sp>
      <p:sp>
        <p:nvSpPr>
          <p:cNvPr id="688" name="Google Shape;688;p62"/>
          <p:cNvSpPr txBox="1"/>
          <p:nvPr>
            <p:ph idx="6" type="subTitle"/>
          </p:nvPr>
        </p:nvSpPr>
        <p:spPr>
          <a:xfrm>
            <a:off x="1983338" y="4156375"/>
            <a:ext cx="1252800" cy="172200"/>
          </a:xfrm>
          <a:prstGeom prst="rect">
            <a:avLst/>
          </a:prstGeom>
        </p:spPr>
        <p:txBody>
          <a:bodyPr anchorCtr="0" anchor="t" bIns="0" lIns="0" spcFirstLastPara="1" rIns="0" wrap="square" tIns="0">
            <a:noAutofit/>
          </a:bodyPr>
          <a:lstStyle>
            <a:lvl1pPr lvl="0">
              <a:spcBef>
                <a:spcPts val="0"/>
              </a:spcBef>
              <a:spcAft>
                <a:spcPts val="0"/>
              </a:spcAft>
              <a:buNone/>
              <a:defRPr sz="1000"/>
            </a:lvl1pPr>
            <a:lvl2pPr lvl="1">
              <a:spcBef>
                <a:spcPts val="0"/>
              </a:spcBef>
              <a:spcAft>
                <a:spcPts val="0"/>
              </a:spcAft>
              <a:buNone/>
              <a:defRPr sz="1000"/>
            </a:lvl2pPr>
            <a:lvl3pPr lvl="2">
              <a:spcBef>
                <a:spcPts val="0"/>
              </a:spcBef>
              <a:spcAft>
                <a:spcPts val="0"/>
              </a:spcAft>
              <a:buNone/>
              <a:defRPr sz="1000"/>
            </a:lvl3pPr>
            <a:lvl4pPr lvl="3">
              <a:spcBef>
                <a:spcPts val="0"/>
              </a:spcBef>
              <a:spcAft>
                <a:spcPts val="0"/>
              </a:spcAft>
              <a:buNone/>
              <a:defRPr sz="1000"/>
            </a:lvl4pPr>
            <a:lvl5pPr lvl="4">
              <a:spcBef>
                <a:spcPts val="0"/>
              </a:spcBef>
              <a:spcAft>
                <a:spcPts val="0"/>
              </a:spcAft>
              <a:buNone/>
              <a:defRPr sz="1000"/>
            </a:lvl5pPr>
            <a:lvl6pPr lvl="5">
              <a:spcBef>
                <a:spcPts val="0"/>
              </a:spcBef>
              <a:spcAft>
                <a:spcPts val="0"/>
              </a:spcAft>
              <a:buNone/>
              <a:defRPr sz="1000"/>
            </a:lvl6pPr>
            <a:lvl7pPr lvl="6">
              <a:spcBef>
                <a:spcPts val="0"/>
              </a:spcBef>
              <a:spcAft>
                <a:spcPts val="0"/>
              </a:spcAft>
              <a:buNone/>
              <a:defRPr sz="1000"/>
            </a:lvl7pPr>
            <a:lvl8pPr lvl="7">
              <a:spcBef>
                <a:spcPts val="0"/>
              </a:spcBef>
              <a:spcAft>
                <a:spcPts val="0"/>
              </a:spcAft>
              <a:buNone/>
              <a:defRPr sz="1000"/>
            </a:lvl8pPr>
            <a:lvl9pPr lvl="8">
              <a:spcBef>
                <a:spcPts val="0"/>
              </a:spcBef>
              <a:spcAft>
                <a:spcPts val="0"/>
              </a:spcAft>
              <a:buNone/>
              <a:defRPr sz="1000"/>
            </a:lvl9pPr>
          </a:lstStyle>
          <a:p/>
        </p:txBody>
      </p:sp>
      <p:sp>
        <p:nvSpPr>
          <p:cNvPr id="689" name="Google Shape;689;p62"/>
          <p:cNvSpPr txBox="1"/>
          <p:nvPr>
            <p:ph idx="7" type="subTitle"/>
          </p:nvPr>
        </p:nvSpPr>
        <p:spPr>
          <a:xfrm>
            <a:off x="1984813" y="3582936"/>
            <a:ext cx="1252800" cy="424800"/>
          </a:xfrm>
          <a:prstGeom prst="rect">
            <a:avLst/>
          </a:prstGeom>
        </p:spPr>
        <p:txBody>
          <a:bodyPr anchorCtr="0" anchor="t" bIns="0" lIns="0" spcFirstLastPara="1" rIns="0" wrap="square" tIns="0">
            <a:noAutofit/>
          </a:bodyPr>
          <a:lstStyle>
            <a:lvl1pPr lvl="0">
              <a:spcBef>
                <a:spcPts val="0"/>
              </a:spcBef>
              <a:spcAft>
                <a:spcPts val="0"/>
              </a:spcAft>
              <a:buNone/>
              <a:defRPr sz="3600">
                <a:solidFill>
                  <a:schemeClr val="lt2"/>
                </a:solidFill>
                <a:latin typeface="Jost"/>
                <a:ea typeface="Jost"/>
                <a:cs typeface="Jost"/>
                <a:sym typeface="Jost"/>
              </a:defRPr>
            </a:lvl1pPr>
            <a:lvl2pPr lvl="1">
              <a:spcBef>
                <a:spcPts val="0"/>
              </a:spcBef>
              <a:spcAft>
                <a:spcPts val="0"/>
              </a:spcAft>
              <a:buNone/>
              <a:defRPr sz="3600">
                <a:solidFill>
                  <a:schemeClr val="lt2"/>
                </a:solidFill>
                <a:latin typeface="Jost"/>
                <a:ea typeface="Jost"/>
                <a:cs typeface="Jost"/>
                <a:sym typeface="Jost"/>
              </a:defRPr>
            </a:lvl2pPr>
            <a:lvl3pPr lvl="2">
              <a:spcBef>
                <a:spcPts val="0"/>
              </a:spcBef>
              <a:spcAft>
                <a:spcPts val="0"/>
              </a:spcAft>
              <a:buNone/>
              <a:defRPr sz="3600">
                <a:solidFill>
                  <a:schemeClr val="lt2"/>
                </a:solidFill>
                <a:latin typeface="Jost"/>
                <a:ea typeface="Jost"/>
                <a:cs typeface="Jost"/>
                <a:sym typeface="Jost"/>
              </a:defRPr>
            </a:lvl3pPr>
            <a:lvl4pPr lvl="3">
              <a:spcBef>
                <a:spcPts val="0"/>
              </a:spcBef>
              <a:spcAft>
                <a:spcPts val="0"/>
              </a:spcAft>
              <a:buNone/>
              <a:defRPr sz="3600">
                <a:solidFill>
                  <a:schemeClr val="lt2"/>
                </a:solidFill>
                <a:latin typeface="Jost"/>
                <a:ea typeface="Jost"/>
                <a:cs typeface="Jost"/>
                <a:sym typeface="Jost"/>
              </a:defRPr>
            </a:lvl4pPr>
            <a:lvl5pPr lvl="4">
              <a:spcBef>
                <a:spcPts val="0"/>
              </a:spcBef>
              <a:spcAft>
                <a:spcPts val="0"/>
              </a:spcAft>
              <a:buNone/>
              <a:defRPr sz="3600">
                <a:solidFill>
                  <a:schemeClr val="lt2"/>
                </a:solidFill>
                <a:latin typeface="Jost"/>
                <a:ea typeface="Jost"/>
                <a:cs typeface="Jost"/>
                <a:sym typeface="Jost"/>
              </a:defRPr>
            </a:lvl5pPr>
            <a:lvl6pPr lvl="5">
              <a:spcBef>
                <a:spcPts val="0"/>
              </a:spcBef>
              <a:spcAft>
                <a:spcPts val="0"/>
              </a:spcAft>
              <a:buNone/>
              <a:defRPr sz="3600">
                <a:solidFill>
                  <a:schemeClr val="lt2"/>
                </a:solidFill>
                <a:latin typeface="Jost"/>
                <a:ea typeface="Jost"/>
                <a:cs typeface="Jost"/>
                <a:sym typeface="Jost"/>
              </a:defRPr>
            </a:lvl6pPr>
            <a:lvl7pPr lvl="6">
              <a:spcBef>
                <a:spcPts val="0"/>
              </a:spcBef>
              <a:spcAft>
                <a:spcPts val="0"/>
              </a:spcAft>
              <a:buNone/>
              <a:defRPr sz="3600">
                <a:solidFill>
                  <a:schemeClr val="lt2"/>
                </a:solidFill>
                <a:latin typeface="Jost"/>
                <a:ea typeface="Jost"/>
                <a:cs typeface="Jost"/>
                <a:sym typeface="Jost"/>
              </a:defRPr>
            </a:lvl7pPr>
            <a:lvl8pPr lvl="7">
              <a:spcBef>
                <a:spcPts val="0"/>
              </a:spcBef>
              <a:spcAft>
                <a:spcPts val="0"/>
              </a:spcAft>
              <a:buNone/>
              <a:defRPr sz="3600">
                <a:solidFill>
                  <a:schemeClr val="lt2"/>
                </a:solidFill>
                <a:latin typeface="Jost"/>
                <a:ea typeface="Jost"/>
                <a:cs typeface="Jost"/>
                <a:sym typeface="Jost"/>
              </a:defRPr>
            </a:lvl8pPr>
            <a:lvl9pPr lvl="8">
              <a:spcBef>
                <a:spcPts val="0"/>
              </a:spcBef>
              <a:spcAft>
                <a:spcPts val="0"/>
              </a:spcAft>
              <a:buNone/>
              <a:defRPr sz="3600">
                <a:solidFill>
                  <a:schemeClr val="lt2"/>
                </a:solidFill>
                <a:latin typeface="Jost"/>
                <a:ea typeface="Jost"/>
                <a:cs typeface="Jost"/>
                <a:sym typeface="Jost"/>
              </a:defRPr>
            </a:lvl9pPr>
          </a:lstStyle>
          <a:p/>
        </p:txBody>
      </p:sp>
      <p:sp>
        <p:nvSpPr>
          <p:cNvPr id="690" name="Google Shape;690;p62"/>
          <p:cNvSpPr txBox="1"/>
          <p:nvPr>
            <p:ph idx="8" type="subTitle"/>
          </p:nvPr>
        </p:nvSpPr>
        <p:spPr>
          <a:xfrm>
            <a:off x="3739563" y="4156375"/>
            <a:ext cx="1252800" cy="172200"/>
          </a:xfrm>
          <a:prstGeom prst="rect">
            <a:avLst/>
          </a:prstGeom>
        </p:spPr>
        <p:txBody>
          <a:bodyPr anchorCtr="0" anchor="t" bIns="0" lIns="0" spcFirstLastPara="1" rIns="0" wrap="square" tIns="0">
            <a:noAutofit/>
          </a:bodyPr>
          <a:lstStyle>
            <a:lvl1pPr lvl="0">
              <a:spcBef>
                <a:spcPts val="0"/>
              </a:spcBef>
              <a:spcAft>
                <a:spcPts val="0"/>
              </a:spcAft>
              <a:buNone/>
              <a:defRPr sz="1000"/>
            </a:lvl1pPr>
            <a:lvl2pPr lvl="1">
              <a:spcBef>
                <a:spcPts val="0"/>
              </a:spcBef>
              <a:spcAft>
                <a:spcPts val="0"/>
              </a:spcAft>
              <a:buNone/>
              <a:defRPr sz="1000"/>
            </a:lvl2pPr>
            <a:lvl3pPr lvl="2">
              <a:spcBef>
                <a:spcPts val="0"/>
              </a:spcBef>
              <a:spcAft>
                <a:spcPts val="0"/>
              </a:spcAft>
              <a:buNone/>
              <a:defRPr sz="1000"/>
            </a:lvl3pPr>
            <a:lvl4pPr lvl="3">
              <a:spcBef>
                <a:spcPts val="0"/>
              </a:spcBef>
              <a:spcAft>
                <a:spcPts val="0"/>
              </a:spcAft>
              <a:buNone/>
              <a:defRPr sz="1000"/>
            </a:lvl4pPr>
            <a:lvl5pPr lvl="4">
              <a:spcBef>
                <a:spcPts val="0"/>
              </a:spcBef>
              <a:spcAft>
                <a:spcPts val="0"/>
              </a:spcAft>
              <a:buNone/>
              <a:defRPr sz="1000"/>
            </a:lvl5pPr>
            <a:lvl6pPr lvl="5">
              <a:spcBef>
                <a:spcPts val="0"/>
              </a:spcBef>
              <a:spcAft>
                <a:spcPts val="0"/>
              </a:spcAft>
              <a:buNone/>
              <a:defRPr sz="1000"/>
            </a:lvl6pPr>
            <a:lvl7pPr lvl="6">
              <a:spcBef>
                <a:spcPts val="0"/>
              </a:spcBef>
              <a:spcAft>
                <a:spcPts val="0"/>
              </a:spcAft>
              <a:buNone/>
              <a:defRPr sz="1000"/>
            </a:lvl7pPr>
            <a:lvl8pPr lvl="7">
              <a:spcBef>
                <a:spcPts val="0"/>
              </a:spcBef>
              <a:spcAft>
                <a:spcPts val="0"/>
              </a:spcAft>
              <a:buNone/>
              <a:defRPr sz="1000"/>
            </a:lvl8pPr>
            <a:lvl9pPr lvl="8">
              <a:spcBef>
                <a:spcPts val="0"/>
              </a:spcBef>
              <a:spcAft>
                <a:spcPts val="0"/>
              </a:spcAft>
              <a:buNone/>
              <a:defRPr sz="1000"/>
            </a:lvl9pPr>
          </a:lstStyle>
          <a:p/>
        </p:txBody>
      </p:sp>
      <p:sp>
        <p:nvSpPr>
          <p:cNvPr id="691" name="Google Shape;691;p62"/>
          <p:cNvSpPr txBox="1"/>
          <p:nvPr>
            <p:ph idx="9" type="subTitle"/>
          </p:nvPr>
        </p:nvSpPr>
        <p:spPr>
          <a:xfrm>
            <a:off x="3741038" y="3582936"/>
            <a:ext cx="1252800" cy="424800"/>
          </a:xfrm>
          <a:prstGeom prst="rect">
            <a:avLst/>
          </a:prstGeom>
        </p:spPr>
        <p:txBody>
          <a:bodyPr anchorCtr="0" anchor="t" bIns="0" lIns="0" spcFirstLastPara="1" rIns="0" wrap="square" tIns="0">
            <a:noAutofit/>
          </a:bodyPr>
          <a:lstStyle>
            <a:lvl1pPr lvl="0">
              <a:spcBef>
                <a:spcPts val="0"/>
              </a:spcBef>
              <a:spcAft>
                <a:spcPts val="0"/>
              </a:spcAft>
              <a:buNone/>
              <a:defRPr sz="3600">
                <a:solidFill>
                  <a:schemeClr val="lt2"/>
                </a:solidFill>
                <a:latin typeface="Jost"/>
                <a:ea typeface="Jost"/>
                <a:cs typeface="Jost"/>
                <a:sym typeface="Jost"/>
              </a:defRPr>
            </a:lvl1pPr>
            <a:lvl2pPr lvl="1">
              <a:spcBef>
                <a:spcPts val="0"/>
              </a:spcBef>
              <a:spcAft>
                <a:spcPts val="0"/>
              </a:spcAft>
              <a:buNone/>
              <a:defRPr sz="3600">
                <a:solidFill>
                  <a:schemeClr val="lt2"/>
                </a:solidFill>
                <a:latin typeface="Jost"/>
                <a:ea typeface="Jost"/>
                <a:cs typeface="Jost"/>
                <a:sym typeface="Jost"/>
              </a:defRPr>
            </a:lvl2pPr>
            <a:lvl3pPr lvl="2">
              <a:spcBef>
                <a:spcPts val="0"/>
              </a:spcBef>
              <a:spcAft>
                <a:spcPts val="0"/>
              </a:spcAft>
              <a:buNone/>
              <a:defRPr sz="3600">
                <a:solidFill>
                  <a:schemeClr val="lt2"/>
                </a:solidFill>
                <a:latin typeface="Jost"/>
                <a:ea typeface="Jost"/>
                <a:cs typeface="Jost"/>
                <a:sym typeface="Jost"/>
              </a:defRPr>
            </a:lvl3pPr>
            <a:lvl4pPr lvl="3">
              <a:spcBef>
                <a:spcPts val="0"/>
              </a:spcBef>
              <a:spcAft>
                <a:spcPts val="0"/>
              </a:spcAft>
              <a:buNone/>
              <a:defRPr sz="3600">
                <a:solidFill>
                  <a:schemeClr val="lt2"/>
                </a:solidFill>
                <a:latin typeface="Jost"/>
                <a:ea typeface="Jost"/>
                <a:cs typeface="Jost"/>
                <a:sym typeface="Jost"/>
              </a:defRPr>
            </a:lvl4pPr>
            <a:lvl5pPr lvl="4">
              <a:spcBef>
                <a:spcPts val="0"/>
              </a:spcBef>
              <a:spcAft>
                <a:spcPts val="0"/>
              </a:spcAft>
              <a:buNone/>
              <a:defRPr sz="3600">
                <a:solidFill>
                  <a:schemeClr val="lt2"/>
                </a:solidFill>
                <a:latin typeface="Jost"/>
                <a:ea typeface="Jost"/>
                <a:cs typeface="Jost"/>
                <a:sym typeface="Jost"/>
              </a:defRPr>
            </a:lvl5pPr>
            <a:lvl6pPr lvl="5">
              <a:spcBef>
                <a:spcPts val="0"/>
              </a:spcBef>
              <a:spcAft>
                <a:spcPts val="0"/>
              </a:spcAft>
              <a:buNone/>
              <a:defRPr sz="3600">
                <a:solidFill>
                  <a:schemeClr val="lt2"/>
                </a:solidFill>
                <a:latin typeface="Jost"/>
                <a:ea typeface="Jost"/>
                <a:cs typeface="Jost"/>
                <a:sym typeface="Jost"/>
              </a:defRPr>
            </a:lvl6pPr>
            <a:lvl7pPr lvl="6">
              <a:spcBef>
                <a:spcPts val="0"/>
              </a:spcBef>
              <a:spcAft>
                <a:spcPts val="0"/>
              </a:spcAft>
              <a:buNone/>
              <a:defRPr sz="3600">
                <a:solidFill>
                  <a:schemeClr val="lt2"/>
                </a:solidFill>
                <a:latin typeface="Jost"/>
                <a:ea typeface="Jost"/>
                <a:cs typeface="Jost"/>
                <a:sym typeface="Jost"/>
              </a:defRPr>
            </a:lvl7pPr>
            <a:lvl8pPr lvl="7">
              <a:spcBef>
                <a:spcPts val="0"/>
              </a:spcBef>
              <a:spcAft>
                <a:spcPts val="0"/>
              </a:spcAft>
              <a:buNone/>
              <a:defRPr sz="3600">
                <a:solidFill>
                  <a:schemeClr val="lt2"/>
                </a:solidFill>
                <a:latin typeface="Jost"/>
                <a:ea typeface="Jost"/>
                <a:cs typeface="Jost"/>
                <a:sym typeface="Jost"/>
              </a:defRPr>
            </a:lvl8pPr>
            <a:lvl9pPr lvl="8">
              <a:spcBef>
                <a:spcPts val="0"/>
              </a:spcBef>
              <a:spcAft>
                <a:spcPts val="0"/>
              </a:spcAft>
              <a:buNone/>
              <a:defRPr sz="3600">
                <a:solidFill>
                  <a:schemeClr val="lt2"/>
                </a:solidFill>
                <a:latin typeface="Jost"/>
                <a:ea typeface="Jost"/>
                <a:cs typeface="Jost"/>
                <a:sym typeface="Jost"/>
              </a:defRPr>
            </a:lvl9pPr>
          </a:lstStyle>
          <a:p/>
        </p:txBody>
      </p:sp>
      <p:sp>
        <p:nvSpPr>
          <p:cNvPr id="692" name="Google Shape;692;p62"/>
          <p:cNvSpPr txBox="1"/>
          <p:nvPr>
            <p:ph idx="13" type="subTitle"/>
          </p:nvPr>
        </p:nvSpPr>
        <p:spPr>
          <a:xfrm>
            <a:off x="228600" y="3211175"/>
            <a:ext cx="3130200" cy="303900"/>
          </a:xfrm>
          <a:prstGeom prst="rect">
            <a:avLst/>
          </a:prstGeom>
        </p:spPr>
        <p:txBody>
          <a:bodyPr anchorCtr="0" anchor="ctr" bIns="0" lIns="0" spcFirstLastPara="1" rIns="0" wrap="square" tIns="0">
            <a:noAutofit/>
          </a:bodyPr>
          <a:lstStyle>
            <a:lvl1pPr lvl="0">
              <a:spcBef>
                <a:spcPts val="0"/>
              </a:spcBef>
              <a:spcAft>
                <a:spcPts val="0"/>
              </a:spcAft>
              <a:buNone/>
              <a:defRPr sz="1600"/>
            </a:lvl1pPr>
            <a:lvl2pPr lvl="1">
              <a:spcBef>
                <a:spcPts val="0"/>
              </a:spcBef>
              <a:spcAft>
                <a:spcPts val="0"/>
              </a:spcAft>
              <a:buNone/>
              <a:defRPr sz="1600"/>
            </a:lvl2pPr>
            <a:lvl3pPr lvl="2">
              <a:spcBef>
                <a:spcPts val="0"/>
              </a:spcBef>
              <a:spcAft>
                <a:spcPts val="0"/>
              </a:spcAft>
              <a:buNone/>
              <a:defRPr sz="1600"/>
            </a:lvl3pPr>
            <a:lvl4pPr lvl="3">
              <a:spcBef>
                <a:spcPts val="0"/>
              </a:spcBef>
              <a:spcAft>
                <a:spcPts val="0"/>
              </a:spcAft>
              <a:buNone/>
              <a:defRPr sz="1600"/>
            </a:lvl4pPr>
            <a:lvl5pPr lvl="4">
              <a:spcBef>
                <a:spcPts val="0"/>
              </a:spcBef>
              <a:spcAft>
                <a:spcPts val="0"/>
              </a:spcAft>
              <a:buNone/>
              <a:defRPr sz="1600"/>
            </a:lvl5pPr>
            <a:lvl6pPr lvl="5">
              <a:spcBef>
                <a:spcPts val="0"/>
              </a:spcBef>
              <a:spcAft>
                <a:spcPts val="0"/>
              </a:spcAft>
              <a:buNone/>
              <a:defRPr sz="1600"/>
            </a:lvl6pPr>
            <a:lvl7pPr lvl="6">
              <a:spcBef>
                <a:spcPts val="0"/>
              </a:spcBef>
              <a:spcAft>
                <a:spcPts val="0"/>
              </a:spcAft>
              <a:buNone/>
              <a:defRPr sz="1600"/>
            </a:lvl7pPr>
            <a:lvl8pPr lvl="7">
              <a:spcBef>
                <a:spcPts val="0"/>
              </a:spcBef>
              <a:spcAft>
                <a:spcPts val="0"/>
              </a:spcAft>
              <a:buNone/>
              <a:defRPr sz="1600"/>
            </a:lvl8pPr>
            <a:lvl9pPr lvl="8">
              <a:spcBef>
                <a:spcPts val="0"/>
              </a:spcBef>
              <a:spcAft>
                <a:spcPts val="0"/>
              </a:spcAft>
              <a:buNone/>
              <a:defRPr sz="1600"/>
            </a:lvl9pPr>
          </a:lstStyle>
          <a:p/>
        </p:txBody>
      </p:sp>
      <p:sp>
        <p:nvSpPr>
          <p:cNvPr id="693" name="Google Shape;693;p62"/>
          <p:cNvSpPr txBox="1"/>
          <p:nvPr>
            <p:ph idx="14" type="subTitle"/>
          </p:nvPr>
        </p:nvSpPr>
        <p:spPr>
          <a:xfrm>
            <a:off x="228600" y="2663863"/>
            <a:ext cx="1252800" cy="172200"/>
          </a:xfrm>
          <a:prstGeom prst="rect">
            <a:avLst/>
          </a:prstGeom>
        </p:spPr>
        <p:txBody>
          <a:bodyPr anchorCtr="0" anchor="t" bIns="0" lIns="0" spcFirstLastPara="1" rIns="0" wrap="square" tIns="0">
            <a:noAutofit/>
          </a:bodyPr>
          <a:lstStyle>
            <a:lvl1pPr lvl="0">
              <a:spcBef>
                <a:spcPts val="0"/>
              </a:spcBef>
              <a:spcAft>
                <a:spcPts val="0"/>
              </a:spcAft>
              <a:buNone/>
              <a:defRPr sz="1000"/>
            </a:lvl1pPr>
            <a:lvl2pPr lvl="1">
              <a:spcBef>
                <a:spcPts val="0"/>
              </a:spcBef>
              <a:spcAft>
                <a:spcPts val="0"/>
              </a:spcAft>
              <a:buNone/>
              <a:defRPr sz="1000"/>
            </a:lvl2pPr>
            <a:lvl3pPr lvl="2">
              <a:spcBef>
                <a:spcPts val="0"/>
              </a:spcBef>
              <a:spcAft>
                <a:spcPts val="0"/>
              </a:spcAft>
              <a:buNone/>
              <a:defRPr sz="1000"/>
            </a:lvl3pPr>
            <a:lvl4pPr lvl="3">
              <a:spcBef>
                <a:spcPts val="0"/>
              </a:spcBef>
              <a:spcAft>
                <a:spcPts val="0"/>
              </a:spcAft>
              <a:buNone/>
              <a:defRPr sz="1000"/>
            </a:lvl4pPr>
            <a:lvl5pPr lvl="4">
              <a:spcBef>
                <a:spcPts val="0"/>
              </a:spcBef>
              <a:spcAft>
                <a:spcPts val="0"/>
              </a:spcAft>
              <a:buNone/>
              <a:defRPr sz="1000"/>
            </a:lvl5pPr>
            <a:lvl6pPr lvl="5">
              <a:spcBef>
                <a:spcPts val="0"/>
              </a:spcBef>
              <a:spcAft>
                <a:spcPts val="0"/>
              </a:spcAft>
              <a:buNone/>
              <a:defRPr sz="1000"/>
            </a:lvl6pPr>
            <a:lvl7pPr lvl="6">
              <a:spcBef>
                <a:spcPts val="0"/>
              </a:spcBef>
              <a:spcAft>
                <a:spcPts val="0"/>
              </a:spcAft>
              <a:buNone/>
              <a:defRPr sz="1000"/>
            </a:lvl7pPr>
            <a:lvl8pPr lvl="7">
              <a:spcBef>
                <a:spcPts val="0"/>
              </a:spcBef>
              <a:spcAft>
                <a:spcPts val="0"/>
              </a:spcAft>
              <a:buNone/>
              <a:defRPr sz="1000"/>
            </a:lvl8pPr>
            <a:lvl9pPr lvl="8">
              <a:spcBef>
                <a:spcPts val="0"/>
              </a:spcBef>
              <a:spcAft>
                <a:spcPts val="0"/>
              </a:spcAft>
              <a:buNone/>
              <a:defRPr sz="1000"/>
            </a:lvl9pPr>
          </a:lstStyle>
          <a:p/>
        </p:txBody>
      </p:sp>
      <p:sp>
        <p:nvSpPr>
          <p:cNvPr id="694" name="Google Shape;694;p62"/>
          <p:cNvSpPr txBox="1"/>
          <p:nvPr>
            <p:ph idx="15" type="subTitle"/>
          </p:nvPr>
        </p:nvSpPr>
        <p:spPr>
          <a:xfrm>
            <a:off x="230075" y="2090424"/>
            <a:ext cx="1252800" cy="424800"/>
          </a:xfrm>
          <a:prstGeom prst="rect">
            <a:avLst/>
          </a:prstGeom>
        </p:spPr>
        <p:txBody>
          <a:bodyPr anchorCtr="0" anchor="t" bIns="0" lIns="0" spcFirstLastPara="1" rIns="0" wrap="square" tIns="0">
            <a:noAutofit/>
          </a:bodyPr>
          <a:lstStyle>
            <a:lvl1pPr lvl="0">
              <a:spcBef>
                <a:spcPts val="0"/>
              </a:spcBef>
              <a:spcAft>
                <a:spcPts val="0"/>
              </a:spcAft>
              <a:buNone/>
              <a:defRPr sz="3600">
                <a:solidFill>
                  <a:schemeClr val="lt2"/>
                </a:solidFill>
                <a:latin typeface="Jost"/>
                <a:ea typeface="Jost"/>
                <a:cs typeface="Jost"/>
                <a:sym typeface="Jost"/>
              </a:defRPr>
            </a:lvl1pPr>
            <a:lvl2pPr lvl="1">
              <a:spcBef>
                <a:spcPts val="0"/>
              </a:spcBef>
              <a:spcAft>
                <a:spcPts val="0"/>
              </a:spcAft>
              <a:buNone/>
              <a:defRPr sz="3600">
                <a:solidFill>
                  <a:schemeClr val="lt2"/>
                </a:solidFill>
                <a:latin typeface="Jost"/>
                <a:ea typeface="Jost"/>
                <a:cs typeface="Jost"/>
                <a:sym typeface="Jost"/>
              </a:defRPr>
            </a:lvl2pPr>
            <a:lvl3pPr lvl="2">
              <a:spcBef>
                <a:spcPts val="0"/>
              </a:spcBef>
              <a:spcAft>
                <a:spcPts val="0"/>
              </a:spcAft>
              <a:buNone/>
              <a:defRPr sz="3600">
                <a:solidFill>
                  <a:schemeClr val="lt2"/>
                </a:solidFill>
                <a:latin typeface="Jost"/>
                <a:ea typeface="Jost"/>
                <a:cs typeface="Jost"/>
                <a:sym typeface="Jost"/>
              </a:defRPr>
            </a:lvl3pPr>
            <a:lvl4pPr lvl="3">
              <a:spcBef>
                <a:spcPts val="0"/>
              </a:spcBef>
              <a:spcAft>
                <a:spcPts val="0"/>
              </a:spcAft>
              <a:buNone/>
              <a:defRPr sz="3600">
                <a:solidFill>
                  <a:schemeClr val="lt2"/>
                </a:solidFill>
                <a:latin typeface="Jost"/>
                <a:ea typeface="Jost"/>
                <a:cs typeface="Jost"/>
                <a:sym typeface="Jost"/>
              </a:defRPr>
            </a:lvl4pPr>
            <a:lvl5pPr lvl="4">
              <a:spcBef>
                <a:spcPts val="0"/>
              </a:spcBef>
              <a:spcAft>
                <a:spcPts val="0"/>
              </a:spcAft>
              <a:buNone/>
              <a:defRPr sz="3600">
                <a:solidFill>
                  <a:schemeClr val="lt2"/>
                </a:solidFill>
                <a:latin typeface="Jost"/>
                <a:ea typeface="Jost"/>
                <a:cs typeface="Jost"/>
                <a:sym typeface="Jost"/>
              </a:defRPr>
            </a:lvl5pPr>
            <a:lvl6pPr lvl="5">
              <a:spcBef>
                <a:spcPts val="0"/>
              </a:spcBef>
              <a:spcAft>
                <a:spcPts val="0"/>
              </a:spcAft>
              <a:buNone/>
              <a:defRPr sz="3600">
                <a:solidFill>
                  <a:schemeClr val="lt2"/>
                </a:solidFill>
                <a:latin typeface="Jost"/>
                <a:ea typeface="Jost"/>
                <a:cs typeface="Jost"/>
                <a:sym typeface="Jost"/>
              </a:defRPr>
            </a:lvl6pPr>
            <a:lvl7pPr lvl="6">
              <a:spcBef>
                <a:spcPts val="0"/>
              </a:spcBef>
              <a:spcAft>
                <a:spcPts val="0"/>
              </a:spcAft>
              <a:buNone/>
              <a:defRPr sz="3600">
                <a:solidFill>
                  <a:schemeClr val="lt2"/>
                </a:solidFill>
                <a:latin typeface="Jost"/>
                <a:ea typeface="Jost"/>
                <a:cs typeface="Jost"/>
                <a:sym typeface="Jost"/>
              </a:defRPr>
            </a:lvl7pPr>
            <a:lvl8pPr lvl="7">
              <a:spcBef>
                <a:spcPts val="0"/>
              </a:spcBef>
              <a:spcAft>
                <a:spcPts val="0"/>
              </a:spcAft>
              <a:buNone/>
              <a:defRPr sz="3600">
                <a:solidFill>
                  <a:schemeClr val="lt2"/>
                </a:solidFill>
                <a:latin typeface="Jost"/>
                <a:ea typeface="Jost"/>
                <a:cs typeface="Jost"/>
                <a:sym typeface="Jost"/>
              </a:defRPr>
            </a:lvl8pPr>
            <a:lvl9pPr lvl="8">
              <a:spcBef>
                <a:spcPts val="0"/>
              </a:spcBef>
              <a:spcAft>
                <a:spcPts val="0"/>
              </a:spcAft>
              <a:buNone/>
              <a:defRPr sz="3600">
                <a:solidFill>
                  <a:schemeClr val="lt2"/>
                </a:solidFill>
                <a:latin typeface="Jost"/>
                <a:ea typeface="Jost"/>
                <a:cs typeface="Jost"/>
                <a:sym typeface="Jost"/>
              </a:defRPr>
            </a:lvl9pPr>
          </a:lstStyle>
          <a:p/>
        </p:txBody>
      </p:sp>
      <p:sp>
        <p:nvSpPr>
          <p:cNvPr id="695" name="Google Shape;695;p62"/>
          <p:cNvSpPr txBox="1"/>
          <p:nvPr>
            <p:ph idx="16" type="subTitle"/>
          </p:nvPr>
        </p:nvSpPr>
        <p:spPr>
          <a:xfrm>
            <a:off x="1983338" y="2663863"/>
            <a:ext cx="1252800" cy="172200"/>
          </a:xfrm>
          <a:prstGeom prst="rect">
            <a:avLst/>
          </a:prstGeom>
        </p:spPr>
        <p:txBody>
          <a:bodyPr anchorCtr="0" anchor="t" bIns="0" lIns="0" spcFirstLastPara="1" rIns="0" wrap="square" tIns="0">
            <a:noAutofit/>
          </a:bodyPr>
          <a:lstStyle>
            <a:lvl1pPr lvl="0">
              <a:spcBef>
                <a:spcPts val="0"/>
              </a:spcBef>
              <a:spcAft>
                <a:spcPts val="0"/>
              </a:spcAft>
              <a:buNone/>
              <a:defRPr sz="1000"/>
            </a:lvl1pPr>
            <a:lvl2pPr lvl="1">
              <a:spcBef>
                <a:spcPts val="0"/>
              </a:spcBef>
              <a:spcAft>
                <a:spcPts val="0"/>
              </a:spcAft>
              <a:buNone/>
              <a:defRPr sz="1000"/>
            </a:lvl2pPr>
            <a:lvl3pPr lvl="2">
              <a:spcBef>
                <a:spcPts val="0"/>
              </a:spcBef>
              <a:spcAft>
                <a:spcPts val="0"/>
              </a:spcAft>
              <a:buNone/>
              <a:defRPr sz="1000"/>
            </a:lvl3pPr>
            <a:lvl4pPr lvl="3">
              <a:spcBef>
                <a:spcPts val="0"/>
              </a:spcBef>
              <a:spcAft>
                <a:spcPts val="0"/>
              </a:spcAft>
              <a:buNone/>
              <a:defRPr sz="1000"/>
            </a:lvl4pPr>
            <a:lvl5pPr lvl="4">
              <a:spcBef>
                <a:spcPts val="0"/>
              </a:spcBef>
              <a:spcAft>
                <a:spcPts val="0"/>
              </a:spcAft>
              <a:buNone/>
              <a:defRPr sz="1000"/>
            </a:lvl5pPr>
            <a:lvl6pPr lvl="5">
              <a:spcBef>
                <a:spcPts val="0"/>
              </a:spcBef>
              <a:spcAft>
                <a:spcPts val="0"/>
              </a:spcAft>
              <a:buNone/>
              <a:defRPr sz="1000"/>
            </a:lvl6pPr>
            <a:lvl7pPr lvl="6">
              <a:spcBef>
                <a:spcPts val="0"/>
              </a:spcBef>
              <a:spcAft>
                <a:spcPts val="0"/>
              </a:spcAft>
              <a:buNone/>
              <a:defRPr sz="1000"/>
            </a:lvl7pPr>
            <a:lvl8pPr lvl="7">
              <a:spcBef>
                <a:spcPts val="0"/>
              </a:spcBef>
              <a:spcAft>
                <a:spcPts val="0"/>
              </a:spcAft>
              <a:buNone/>
              <a:defRPr sz="1000"/>
            </a:lvl8pPr>
            <a:lvl9pPr lvl="8">
              <a:spcBef>
                <a:spcPts val="0"/>
              </a:spcBef>
              <a:spcAft>
                <a:spcPts val="0"/>
              </a:spcAft>
              <a:buNone/>
              <a:defRPr sz="1000"/>
            </a:lvl9pPr>
          </a:lstStyle>
          <a:p/>
        </p:txBody>
      </p:sp>
      <p:sp>
        <p:nvSpPr>
          <p:cNvPr id="696" name="Google Shape;696;p62"/>
          <p:cNvSpPr txBox="1"/>
          <p:nvPr>
            <p:ph idx="17" type="subTitle"/>
          </p:nvPr>
        </p:nvSpPr>
        <p:spPr>
          <a:xfrm>
            <a:off x="1984813" y="2090424"/>
            <a:ext cx="1252800" cy="424800"/>
          </a:xfrm>
          <a:prstGeom prst="rect">
            <a:avLst/>
          </a:prstGeom>
        </p:spPr>
        <p:txBody>
          <a:bodyPr anchorCtr="0" anchor="t" bIns="0" lIns="0" spcFirstLastPara="1" rIns="0" wrap="square" tIns="0">
            <a:noAutofit/>
          </a:bodyPr>
          <a:lstStyle>
            <a:lvl1pPr lvl="0">
              <a:spcBef>
                <a:spcPts val="0"/>
              </a:spcBef>
              <a:spcAft>
                <a:spcPts val="0"/>
              </a:spcAft>
              <a:buNone/>
              <a:defRPr sz="3600">
                <a:solidFill>
                  <a:schemeClr val="lt2"/>
                </a:solidFill>
                <a:latin typeface="Jost"/>
                <a:ea typeface="Jost"/>
                <a:cs typeface="Jost"/>
                <a:sym typeface="Jost"/>
              </a:defRPr>
            </a:lvl1pPr>
            <a:lvl2pPr lvl="1">
              <a:spcBef>
                <a:spcPts val="0"/>
              </a:spcBef>
              <a:spcAft>
                <a:spcPts val="0"/>
              </a:spcAft>
              <a:buNone/>
              <a:defRPr sz="3600">
                <a:solidFill>
                  <a:schemeClr val="lt2"/>
                </a:solidFill>
                <a:latin typeface="Jost"/>
                <a:ea typeface="Jost"/>
                <a:cs typeface="Jost"/>
                <a:sym typeface="Jost"/>
              </a:defRPr>
            </a:lvl2pPr>
            <a:lvl3pPr lvl="2">
              <a:spcBef>
                <a:spcPts val="0"/>
              </a:spcBef>
              <a:spcAft>
                <a:spcPts val="0"/>
              </a:spcAft>
              <a:buNone/>
              <a:defRPr sz="3600">
                <a:solidFill>
                  <a:schemeClr val="lt2"/>
                </a:solidFill>
                <a:latin typeface="Jost"/>
                <a:ea typeface="Jost"/>
                <a:cs typeface="Jost"/>
                <a:sym typeface="Jost"/>
              </a:defRPr>
            </a:lvl3pPr>
            <a:lvl4pPr lvl="3">
              <a:spcBef>
                <a:spcPts val="0"/>
              </a:spcBef>
              <a:spcAft>
                <a:spcPts val="0"/>
              </a:spcAft>
              <a:buNone/>
              <a:defRPr sz="3600">
                <a:solidFill>
                  <a:schemeClr val="lt2"/>
                </a:solidFill>
                <a:latin typeface="Jost"/>
                <a:ea typeface="Jost"/>
                <a:cs typeface="Jost"/>
                <a:sym typeface="Jost"/>
              </a:defRPr>
            </a:lvl4pPr>
            <a:lvl5pPr lvl="4">
              <a:spcBef>
                <a:spcPts val="0"/>
              </a:spcBef>
              <a:spcAft>
                <a:spcPts val="0"/>
              </a:spcAft>
              <a:buNone/>
              <a:defRPr sz="3600">
                <a:solidFill>
                  <a:schemeClr val="lt2"/>
                </a:solidFill>
                <a:latin typeface="Jost"/>
                <a:ea typeface="Jost"/>
                <a:cs typeface="Jost"/>
                <a:sym typeface="Jost"/>
              </a:defRPr>
            </a:lvl5pPr>
            <a:lvl6pPr lvl="5">
              <a:spcBef>
                <a:spcPts val="0"/>
              </a:spcBef>
              <a:spcAft>
                <a:spcPts val="0"/>
              </a:spcAft>
              <a:buNone/>
              <a:defRPr sz="3600">
                <a:solidFill>
                  <a:schemeClr val="lt2"/>
                </a:solidFill>
                <a:latin typeface="Jost"/>
                <a:ea typeface="Jost"/>
                <a:cs typeface="Jost"/>
                <a:sym typeface="Jost"/>
              </a:defRPr>
            </a:lvl6pPr>
            <a:lvl7pPr lvl="6">
              <a:spcBef>
                <a:spcPts val="0"/>
              </a:spcBef>
              <a:spcAft>
                <a:spcPts val="0"/>
              </a:spcAft>
              <a:buNone/>
              <a:defRPr sz="3600">
                <a:solidFill>
                  <a:schemeClr val="lt2"/>
                </a:solidFill>
                <a:latin typeface="Jost"/>
                <a:ea typeface="Jost"/>
                <a:cs typeface="Jost"/>
                <a:sym typeface="Jost"/>
              </a:defRPr>
            </a:lvl7pPr>
            <a:lvl8pPr lvl="7">
              <a:spcBef>
                <a:spcPts val="0"/>
              </a:spcBef>
              <a:spcAft>
                <a:spcPts val="0"/>
              </a:spcAft>
              <a:buNone/>
              <a:defRPr sz="3600">
                <a:solidFill>
                  <a:schemeClr val="lt2"/>
                </a:solidFill>
                <a:latin typeface="Jost"/>
                <a:ea typeface="Jost"/>
                <a:cs typeface="Jost"/>
                <a:sym typeface="Jost"/>
              </a:defRPr>
            </a:lvl8pPr>
            <a:lvl9pPr lvl="8">
              <a:spcBef>
                <a:spcPts val="0"/>
              </a:spcBef>
              <a:spcAft>
                <a:spcPts val="0"/>
              </a:spcAft>
              <a:buNone/>
              <a:defRPr sz="3600">
                <a:solidFill>
                  <a:schemeClr val="lt2"/>
                </a:solidFill>
                <a:latin typeface="Jost"/>
                <a:ea typeface="Jost"/>
                <a:cs typeface="Jost"/>
                <a:sym typeface="Jost"/>
              </a:defRPr>
            </a:lvl9pPr>
          </a:lstStyle>
          <a:p/>
        </p:txBody>
      </p:sp>
      <p:sp>
        <p:nvSpPr>
          <p:cNvPr id="697" name="Google Shape;697;p62"/>
          <p:cNvSpPr txBox="1"/>
          <p:nvPr>
            <p:ph idx="18" type="subTitle"/>
          </p:nvPr>
        </p:nvSpPr>
        <p:spPr>
          <a:xfrm>
            <a:off x="3739563" y="2663863"/>
            <a:ext cx="1252800" cy="172200"/>
          </a:xfrm>
          <a:prstGeom prst="rect">
            <a:avLst/>
          </a:prstGeom>
        </p:spPr>
        <p:txBody>
          <a:bodyPr anchorCtr="0" anchor="t" bIns="0" lIns="0" spcFirstLastPara="1" rIns="0" wrap="square" tIns="0">
            <a:noAutofit/>
          </a:bodyPr>
          <a:lstStyle>
            <a:lvl1pPr lvl="0">
              <a:spcBef>
                <a:spcPts val="0"/>
              </a:spcBef>
              <a:spcAft>
                <a:spcPts val="0"/>
              </a:spcAft>
              <a:buNone/>
              <a:defRPr sz="1000"/>
            </a:lvl1pPr>
            <a:lvl2pPr lvl="1">
              <a:spcBef>
                <a:spcPts val="0"/>
              </a:spcBef>
              <a:spcAft>
                <a:spcPts val="0"/>
              </a:spcAft>
              <a:buNone/>
              <a:defRPr sz="1000"/>
            </a:lvl2pPr>
            <a:lvl3pPr lvl="2">
              <a:spcBef>
                <a:spcPts val="0"/>
              </a:spcBef>
              <a:spcAft>
                <a:spcPts val="0"/>
              </a:spcAft>
              <a:buNone/>
              <a:defRPr sz="1000"/>
            </a:lvl3pPr>
            <a:lvl4pPr lvl="3">
              <a:spcBef>
                <a:spcPts val="0"/>
              </a:spcBef>
              <a:spcAft>
                <a:spcPts val="0"/>
              </a:spcAft>
              <a:buNone/>
              <a:defRPr sz="1000"/>
            </a:lvl4pPr>
            <a:lvl5pPr lvl="4">
              <a:spcBef>
                <a:spcPts val="0"/>
              </a:spcBef>
              <a:spcAft>
                <a:spcPts val="0"/>
              </a:spcAft>
              <a:buNone/>
              <a:defRPr sz="1000"/>
            </a:lvl5pPr>
            <a:lvl6pPr lvl="5">
              <a:spcBef>
                <a:spcPts val="0"/>
              </a:spcBef>
              <a:spcAft>
                <a:spcPts val="0"/>
              </a:spcAft>
              <a:buNone/>
              <a:defRPr sz="1000"/>
            </a:lvl6pPr>
            <a:lvl7pPr lvl="6">
              <a:spcBef>
                <a:spcPts val="0"/>
              </a:spcBef>
              <a:spcAft>
                <a:spcPts val="0"/>
              </a:spcAft>
              <a:buNone/>
              <a:defRPr sz="1000"/>
            </a:lvl7pPr>
            <a:lvl8pPr lvl="7">
              <a:spcBef>
                <a:spcPts val="0"/>
              </a:spcBef>
              <a:spcAft>
                <a:spcPts val="0"/>
              </a:spcAft>
              <a:buNone/>
              <a:defRPr sz="1000"/>
            </a:lvl8pPr>
            <a:lvl9pPr lvl="8">
              <a:spcBef>
                <a:spcPts val="0"/>
              </a:spcBef>
              <a:spcAft>
                <a:spcPts val="0"/>
              </a:spcAft>
              <a:buNone/>
              <a:defRPr sz="1000"/>
            </a:lvl9pPr>
          </a:lstStyle>
          <a:p/>
        </p:txBody>
      </p:sp>
      <p:sp>
        <p:nvSpPr>
          <p:cNvPr id="698" name="Google Shape;698;p62"/>
          <p:cNvSpPr txBox="1"/>
          <p:nvPr>
            <p:ph idx="19" type="subTitle"/>
          </p:nvPr>
        </p:nvSpPr>
        <p:spPr>
          <a:xfrm>
            <a:off x="3741038" y="2090424"/>
            <a:ext cx="1252800" cy="424800"/>
          </a:xfrm>
          <a:prstGeom prst="rect">
            <a:avLst/>
          </a:prstGeom>
        </p:spPr>
        <p:txBody>
          <a:bodyPr anchorCtr="0" anchor="t" bIns="0" lIns="0" spcFirstLastPara="1" rIns="0" wrap="square" tIns="0">
            <a:noAutofit/>
          </a:bodyPr>
          <a:lstStyle>
            <a:lvl1pPr lvl="0">
              <a:spcBef>
                <a:spcPts val="0"/>
              </a:spcBef>
              <a:spcAft>
                <a:spcPts val="0"/>
              </a:spcAft>
              <a:buNone/>
              <a:defRPr sz="3600">
                <a:solidFill>
                  <a:schemeClr val="lt2"/>
                </a:solidFill>
                <a:latin typeface="Jost"/>
                <a:ea typeface="Jost"/>
                <a:cs typeface="Jost"/>
                <a:sym typeface="Jost"/>
              </a:defRPr>
            </a:lvl1pPr>
            <a:lvl2pPr lvl="1">
              <a:spcBef>
                <a:spcPts val="0"/>
              </a:spcBef>
              <a:spcAft>
                <a:spcPts val="0"/>
              </a:spcAft>
              <a:buNone/>
              <a:defRPr sz="3600">
                <a:solidFill>
                  <a:schemeClr val="lt2"/>
                </a:solidFill>
                <a:latin typeface="Jost"/>
                <a:ea typeface="Jost"/>
                <a:cs typeface="Jost"/>
                <a:sym typeface="Jost"/>
              </a:defRPr>
            </a:lvl2pPr>
            <a:lvl3pPr lvl="2">
              <a:spcBef>
                <a:spcPts val="0"/>
              </a:spcBef>
              <a:spcAft>
                <a:spcPts val="0"/>
              </a:spcAft>
              <a:buNone/>
              <a:defRPr sz="3600">
                <a:solidFill>
                  <a:schemeClr val="lt2"/>
                </a:solidFill>
                <a:latin typeface="Jost"/>
                <a:ea typeface="Jost"/>
                <a:cs typeface="Jost"/>
                <a:sym typeface="Jost"/>
              </a:defRPr>
            </a:lvl3pPr>
            <a:lvl4pPr lvl="3">
              <a:spcBef>
                <a:spcPts val="0"/>
              </a:spcBef>
              <a:spcAft>
                <a:spcPts val="0"/>
              </a:spcAft>
              <a:buNone/>
              <a:defRPr sz="3600">
                <a:solidFill>
                  <a:schemeClr val="lt2"/>
                </a:solidFill>
                <a:latin typeface="Jost"/>
                <a:ea typeface="Jost"/>
                <a:cs typeface="Jost"/>
                <a:sym typeface="Jost"/>
              </a:defRPr>
            </a:lvl4pPr>
            <a:lvl5pPr lvl="4">
              <a:spcBef>
                <a:spcPts val="0"/>
              </a:spcBef>
              <a:spcAft>
                <a:spcPts val="0"/>
              </a:spcAft>
              <a:buNone/>
              <a:defRPr sz="3600">
                <a:solidFill>
                  <a:schemeClr val="lt2"/>
                </a:solidFill>
                <a:latin typeface="Jost"/>
                <a:ea typeface="Jost"/>
                <a:cs typeface="Jost"/>
                <a:sym typeface="Jost"/>
              </a:defRPr>
            </a:lvl5pPr>
            <a:lvl6pPr lvl="5">
              <a:spcBef>
                <a:spcPts val="0"/>
              </a:spcBef>
              <a:spcAft>
                <a:spcPts val="0"/>
              </a:spcAft>
              <a:buNone/>
              <a:defRPr sz="3600">
                <a:solidFill>
                  <a:schemeClr val="lt2"/>
                </a:solidFill>
                <a:latin typeface="Jost"/>
                <a:ea typeface="Jost"/>
                <a:cs typeface="Jost"/>
                <a:sym typeface="Jost"/>
              </a:defRPr>
            </a:lvl6pPr>
            <a:lvl7pPr lvl="6">
              <a:spcBef>
                <a:spcPts val="0"/>
              </a:spcBef>
              <a:spcAft>
                <a:spcPts val="0"/>
              </a:spcAft>
              <a:buNone/>
              <a:defRPr sz="3600">
                <a:solidFill>
                  <a:schemeClr val="lt2"/>
                </a:solidFill>
                <a:latin typeface="Jost"/>
                <a:ea typeface="Jost"/>
                <a:cs typeface="Jost"/>
                <a:sym typeface="Jost"/>
              </a:defRPr>
            </a:lvl7pPr>
            <a:lvl8pPr lvl="7">
              <a:spcBef>
                <a:spcPts val="0"/>
              </a:spcBef>
              <a:spcAft>
                <a:spcPts val="0"/>
              </a:spcAft>
              <a:buNone/>
              <a:defRPr sz="3600">
                <a:solidFill>
                  <a:schemeClr val="lt2"/>
                </a:solidFill>
                <a:latin typeface="Jost"/>
                <a:ea typeface="Jost"/>
                <a:cs typeface="Jost"/>
                <a:sym typeface="Jost"/>
              </a:defRPr>
            </a:lvl8pPr>
            <a:lvl9pPr lvl="8">
              <a:spcBef>
                <a:spcPts val="0"/>
              </a:spcBef>
              <a:spcAft>
                <a:spcPts val="0"/>
              </a:spcAft>
              <a:buNone/>
              <a:defRPr sz="3600">
                <a:solidFill>
                  <a:schemeClr val="lt2"/>
                </a:solidFill>
                <a:latin typeface="Jost"/>
                <a:ea typeface="Jost"/>
                <a:cs typeface="Jost"/>
                <a:sym typeface="Jost"/>
              </a:defRPr>
            </a:lvl9pPr>
          </a:lstStyle>
          <a:p/>
        </p:txBody>
      </p:sp>
      <p:sp>
        <p:nvSpPr>
          <p:cNvPr id="699" name="Google Shape;699;p62"/>
          <p:cNvSpPr txBox="1"/>
          <p:nvPr>
            <p:ph idx="20" type="subTitle"/>
          </p:nvPr>
        </p:nvSpPr>
        <p:spPr>
          <a:xfrm>
            <a:off x="228600" y="1718663"/>
            <a:ext cx="3130200" cy="303900"/>
          </a:xfrm>
          <a:prstGeom prst="rect">
            <a:avLst/>
          </a:prstGeom>
        </p:spPr>
        <p:txBody>
          <a:bodyPr anchorCtr="0" anchor="ctr" bIns="0" lIns="0" spcFirstLastPara="1" rIns="0" wrap="square" tIns="0">
            <a:noAutofit/>
          </a:bodyPr>
          <a:lstStyle>
            <a:lvl1pPr lvl="0">
              <a:spcBef>
                <a:spcPts val="0"/>
              </a:spcBef>
              <a:spcAft>
                <a:spcPts val="0"/>
              </a:spcAft>
              <a:buNone/>
              <a:defRPr sz="1600"/>
            </a:lvl1pPr>
            <a:lvl2pPr lvl="1">
              <a:spcBef>
                <a:spcPts val="0"/>
              </a:spcBef>
              <a:spcAft>
                <a:spcPts val="0"/>
              </a:spcAft>
              <a:buNone/>
              <a:defRPr sz="1600"/>
            </a:lvl2pPr>
            <a:lvl3pPr lvl="2">
              <a:spcBef>
                <a:spcPts val="0"/>
              </a:spcBef>
              <a:spcAft>
                <a:spcPts val="0"/>
              </a:spcAft>
              <a:buNone/>
              <a:defRPr sz="1600"/>
            </a:lvl3pPr>
            <a:lvl4pPr lvl="3">
              <a:spcBef>
                <a:spcPts val="0"/>
              </a:spcBef>
              <a:spcAft>
                <a:spcPts val="0"/>
              </a:spcAft>
              <a:buNone/>
              <a:defRPr sz="1600"/>
            </a:lvl4pPr>
            <a:lvl5pPr lvl="4">
              <a:spcBef>
                <a:spcPts val="0"/>
              </a:spcBef>
              <a:spcAft>
                <a:spcPts val="0"/>
              </a:spcAft>
              <a:buNone/>
              <a:defRPr sz="1600"/>
            </a:lvl5pPr>
            <a:lvl6pPr lvl="5">
              <a:spcBef>
                <a:spcPts val="0"/>
              </a:spcBef>
              <a:spcAft>
                <a:spcPts val="0"/>
              </a:spcAft>
              <a:buNone/>
              <a:defRPr sz="1600"/>
            </a:lvl6pPr>
            <a:lvl7pPr lvl="6">
              <a:spcBef>
                <a:spcPts val="0"/>
              </a:spcBef>
              <a:spcAft>
                <a:spcPts val="0"/>
              </a:spcAft>
              <a:buNone/>
              <a:defRPr sz="1600"/>
            </a:lvl7pPr>
            <a:lvl8pPr lvl="7">
              <a:spcBef>
                <a:spcPts val="0"/>
              </a:spcBef>
              <a:spcAft>
                <a:spcPts val="0"/>
              </a:spcAft>
              <a:buNone/>
              <a:defRPr sz="1600"/>
            </a:lvl8pPr>
            <a:lvl9pPr lvl="8">
              <a:spcBef>
                <a:spcPts val="0"/>
              </a:spcBef>
              <a:spcAft>
                <a:spcPts val="0"/>
              </a:spcAft>
              <a:buNone/>
              <a:defRPr sz="1600"/>
            </a:lvl9pPr>
          </a:lstStyle>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meline - Alt 1">
  <p:cSld name="CUSTOM_8_1_1_1_1_1_1_1_1_1_1_1_1_1_1_1_1_1_1_1_1_1_1_1_1_1_1_1_1_1_1_1_1_1_1_1">
    <p:spTree>
      <p:nvGrpSpPr>
        <p:cNvPr id="700" name="Shape 700"/>
        <p:cNvGrpSpPr/>
        <p:nvPr/>
      </p:nvGrpSpPr>
      <p:grpSpPr>
        <a:xfrm>
          <a:off x="0" y="0"/>
          <a:ext cx="0" cy="0"/>
          <a:chOff x="0" y="0"/>
          <a:chExt cx="0" cy="0"/>
        </a:xfrm>
      </p:grpSpPr>
      <p:sp>
        <p:nvSpPr>
          <p:cNvPr id="701" name="Google Shape;701;p63"/>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702" name="Google Shape;702;p63"/>
          <p:cNvSpPr txBox="1"/>
          <p:nvPr>
            <p:ph idx="2"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703" name="Google Shape;703;p63"/>
          <p:cNvSpPr txBox="1"/>
          <p:nvPr>
            <p:ph idx="3" type="title"/>
          </p:nvPr>
        </p:nvSpPr>
        <p:spPr>
          <a:xfrm>
            <a:off x="228600" y="457200"/>
            <a:ext cx="4160400" cy="4647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
        <p:nvSpPr>
          <p:cNvPr id="704" name="Google Shape;704;p63"/>
          <p:cNvSpPr txBox="1"/>
          <p:nvPr>
            <p:ph idx="1" type="subTitle"/>
          </p:nvPr>
        </p:nvSpPr>
        <p:spPr>
          <a:xfrm>
            <a:off x="228600" y="792994"/>
            <a:ext cx="3130200" cy="172200"/>
          </a:xfrm>
          <a:prstGeom prst="rect">
            <a:avLst/>
          </a:prstGeom>
        </p:spPr>
        <p:txBody>
          <a:bodyPr anchorCtr="0" anchor="t" bIns="0" lIns="0" spcFirstLastPara="1" rIns="0" wrap="square" tIns="0">
            <a:noAutofit/>
          </a:bodyPr>
          <a:lstStyle>
            <a:lvl1pPr lvl="0">
              <a:spcBef>
                <a:spcPts val="0"/>
              </a:spcBef>
              <a:spcAft>
                <a:spcPts val="0"/>
              </a:spcAft>
              <a:buNone/>
              <a:defRPr sz="1200">
                <a:latin typeface="Jost"/>
                <a:ea typeface="Jost"/>
                <a:cs typeface="Jost"/>
                <a:sym typeface="Jost"/>
              </a:defRPr>
            </a:lvl1pPr>
            <a:lvl2pPr lvl="1">
              <a:spcBef>
                <a:spcPts val="0"/>
              </a:spcBef>
              <a:spcAft>
                <a:spcPts val="0"/>
              </a:spcAft>
              <a:buNone/>
              <a:defRPr sz="1200">
                <a:latin typeface="Jost"/>
                <a:ea typeface="Jost"/>
                <a:cs typeface="Jost"/>
                <a:sym typeface="Jost"/>
              </a:defRPr>
            </a:lvl2pPr>
            <a:lvl3pPr lvl="2">
              <a:spcBef>
                <a:spcPts val="0"/>
              </a:spcBef>
              <a:spcAft>
                <a:spcPts val="0"/>
              </a:spcAft>
              <a:buNone/>
              <a:defRPr sz="1200">
                <a:latin typeface="Jost"/>
                <a:ea typeface="Jost"/>
                <a:cs typeface="Jost"/>
                <a:sym typeface="Jost"/>
              </a:defRPr>
            </a:lvl3pPr>
            <a:lvl4pPr lvl="3">
              <a:spcBef>
                <a:spcPts val="0"/>
              </a:spcBef>
              <a:spcAft>
                <a:spcPts val="0"/>
              </a:spcAft>
              <a:buNone/>
              <a:defRPr sz="1200">
                <a:latin typeface="Jost"/>
                <a:ea typeface="Jost"/>
                <a:cs typeface="Jost"/>
                <a:sym typeface="Jost"/>
              </a:defRPr>
            </a:lvl4pPr>
            <a:lvl5pPr lvl="4">
              <a:spcBef>
                <a:spcPts val="0"/>
              </a:spcBef>
              <a:spcAft>
                <a:spcPts val="0"/>
              </a:spcAft>
              <a:buNone/>
              <a:defRPr sz="1200">
                <a:latin typeface="Jost"/>
                <a:ea typeface="Jost"/>
                <a:cs typeface="Jost"/>
                <a:sym typeface="Jost"/>
              </a:defRPr>
            </a:lvl5pPr>
            <a:lvl6pPr lvl="5">
              <a:spcBef>
                <a:spcPts val="0"/>
              </a:spcBef>
              <a:spcAft>
                <a:spcPts val="0"/>
              </a:spcAft>
              <a:buNone/>
              <a:defRPr sz="1200">
                <a:latin typeface="Jost"/>
                <a:ea typeface="Jost"/>
                <a:cs typeface="Jost"/>
                <a:sym typeface="Jost"/>
              </a:defRPr>
            </a:lvl6pPr>
            <a:lvl7pPr lvl="6">
              <a:spcBef>
                <a:spcPts val="0"/>
              </a:spcBef>
              <a:spcAft>
                <a:spcPts val="0"/>
              </a:spcAft>
              <a:buNone/>
              <a:defRPr sz="1200">
                <a:latin typeface="Jost"/>
                <a:ea typeface="Jost"/>
                <a:cs typeface="Jost"/>
                <a:sym typeface="Jost"/>
              </a:defRPr>
            </a:lvl7pPr>
            <a:lvl8pPr lvl="7">
              <a:spcBef>
                <a:spcPts val="0"/>
              </a:spcBef>
              <a:spcAft>
                <a:spcPts val="0"/>
              </a:spcAft>
              <a:buNone/>
              <a:defRPr sz="1200">
                <a:latin typeface="Jost"/>
                <a:ea typeface="Jost"/>
                <a:cs typeface="Jost"/>
                <a:sym typeface="Jost"/>
              </a:defRPr>
            </a:lvl8pPr>
            <a:lvl9pPr lvl="8">
              <a:spcBef>
                <a:spcPts val="0"/>
              </a:spcBef>
              <a:spcAft>
                <a:spcPts val="0"/>
              </a:spcAft>
              <a:buNone/>
              <a:defRPr sz="1200">
                <a:latin typeface="Jost"/>
                <a:ea typeface="Jost"/>
                <a:cs typeface="Jost"/>
                <a:sym typeface="Jost"/>
              </a:defRPr>
            </a:lvl9pPr>
          </a:lstStyle>
          <a:p/>
        </p:txBody>
      </p:sp>
      <p:sp>
        <p:nvSpPr>
          <p:cNvPr id="705" name="Google Shape;705;p63"/>
          <p:cNvSpPr txBox="1"/>
          <p:nvPr>
            <p:ph idx="4" type="subTitle"/>
          </p:nvPr>
        </p:nvSpPr>
        <p:spPr>
          <a:xfrm>
            <a:off x="419070" y="2462250"/>
            <a:ext cx="1693800" cy="219000"/>
          </a:xfrm>
          <a:prstGeom prst="rect">
            <a:avLst/>
          </a:prstGeom>
        </p:spPr>
        <p:txBody>
          <a:bodyPr anchorCtr="0" anchor="t" bIns="0" lIns="0" spcFirstLastPara="1" rIns="0" wrap="square" tIns="0">
            <a:noAutofit/>
          </a:bodyPr>
          <a:lstStyle>
            <a:lvl1pPr lvl="0">
              <a:spcBef>
                <a:spcPts val="0"/>
              </a:spcBef>
              <a:spcAft>
                <a:spcPts val="0"/>
              </a:spcAft>
              <a:buNone/>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706" name="Google Shape;706;p63"/>
          <p:cNvSpPr txBox="1"/>
          <p:nvPr>
            <p:ph idx="5" type="subTitle"/>
          </p:nvPr>
        </p:nvSpPr>
        <p:spPr>
          <a:xfrm>
            <a:off x="419075" y="2708625"/>
            <a:ext cx="1550700" cy="126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accent3"/>
                </a:solidFill>
                <a:latin typeface="Jost"/>
                <a:ea typeface="Jost"/>
                <a:cs typeface="Jost"/>
                <a:sym typeface="Jost"/>
              </a:defRPr>
            </a:lvl1pPr>
            <a:lvl2pPr lvl="1">
              <a:spcBef>
                <a:spcPts val="0"/>
              </a:spcBef>
              <a:spcAft>
                <a:spcPts val="0"/>
              </a:spcAft>
              <a:buNone/>
              <a:defRPr sz="900">
                <a:solidFill>
                  <a:schemeClr val="accent3"/>
                </a:solidFill>
                <a:latin typeface="Jost"/>
                <a:ea typeface="Jost"/>
                <a:cs typeface="Jost"/>
                <a:sym typeface="Jost"/>
              </a:defRPr>
            </a:lvl2pPr>
            <a:lvl3pPr lvl="2">
              <a:spcBef>
                <a:spcPts val="0"/>
              </a:spcBef>
              <a:spcAft>
                <a:spcPts val="0"/>
              </a:spcAft>
              <a:buNone/>
              <a:defRPr sz="900">
                <a:solidFill>
                  <a:schemeClr val="accent3"/>
                </a:solidFill>
                <a:latin typeface="Jost"/>
                <a:ea typeface="Jost"/>
                <a:cs typeface="Jost"/>
                <a:sym typeface="Jost"/>
              </a:defRPr>
            </a:lvl3pPr>
            <a:lvl4pPr lvl="3">
              <a:spcBef>
                <a:spcPts val="0"/>
              </a:spcBef>
              <a:spcAft>
                <a:spcPts val="0"/>
              </a:spcAft>
              <a:buNone/>
              <a:defRPr sz="900">
                <a:solidFill>
                  <a:schemeClr val="accent3"/>
                </a:solidFill>
                <a:latin typeface="Jost"/>
                <a:ea typeface="Jost"/>
                <a:cs typeface="Jost"/>
                <a:sym typeface="Jost"/>
              </a:defRPr>
            </a:lvl4pPr>
            <a:lvl5pPr lvl="4">
              <a:spcBef>
                <a:spcPts val="0"/>
              </a:spcBef>
              <a:spcAft>
                <a:spcPts val="0"/>
              </a:spcAft>
              <a:buNone/>
              <a:defRPr sz="900">
                <a:solidFill>
                  <a:schemeClr val="accent3"/>
                </a:solidFill>
                <a:latin typeface="Jost"/>
                <a:ea typeface="Jost"/>
                <a:cs typeface="Jost"/>
                <a:sym typeface="Jost"/>
              </a:defRPr>
            </a:lvl5pPr>
            <a:lvl6pPr lvl="5">
              <a:spcBef>
                <a:spcPts val="0"/>
              </a:spcBef>
              <a:spcAft>
                <a:spcPts val="0"/>
              </a:spcAft>
              <a:buNone/>
              <a:defRPr sz="900">
                <a:solidFill>
                  <a:schemeClr val="accent3"/>
                </a:solidFill>
                <a:latin typeface="Jost"/>
                <a:ea typeface="Jost"/>
                <a:cs typeface="Jost"/>
                <a:sym typeface="Jost"/>
              </a:defRPr>
            </a:lvl6pPr>
            <a:lvl7pPr lvl="6">
              <a:spcBef>
                <a:spcPts val="0"/>
              </a:spcBef>
              <a:spcAft>
                <a:spcPts val="0"/>
              </a:spcAft>
              <a:buNone/>
              <a:defRPr sz="900">
                <a:solidFill>
                  <a:schemeClr val="accent3"/>
                </a:solidFill>
                <a:latin typeface="Jost"/>
                <a:ea typeface="Jost"/>
                <a:cs typeface="Jost"/>
                <a:sym typeface="Jost"/>
              </a:defRPr>
            </a:lvl7pPr>
            <a:lvl8pPr lvl="7">
              <a:spcBef>
                <a:spcPts val="0"/>
              </a:spcBef>
              <a:spcAft>
                <a:spcPts val="0"/>
              </a:spcAft>
              <a:buNone/>
              <a:defRPr sz="900">
                <a:solidFill>
                  <a:schemeClr val="accent3"/>
                </a:solidFill>
                <a:latin typeface="Jost"/>
                <a:ea typeface="Jost"/>
                <a:cs typeface="Jost"/>
                <a:sym typeface="Jost"/>
              </a:defRPr>
            </a:lvl8pPr>
            <a:lvl9pPr lvl="8">
              <a:spcBef>
                <a:spcPts val="0"/>
              </a:spcBef>
              <a:spcAft>
                <a:spcPts val="0"/>
              </a:spcAft>
              <a:buNone/>
              <a:defRPr sz="900">
                <a:solidFill>
                  <a:schemeClr val="accent3"/>
                </a:solidFill>
                <a:latin typeface="Jost"/>
                <a:ea typeface="Jost"/>
                <a:cs typeface="Jost"/>
                <a:sym typeface="Jost"/>
              </a:defRPr>
            </a:lvl9pPr>
          </a:lstStyle>
          <a:p/>
        </p:txBody>
      </p:sp>
      <p:sp>
        <p:nvSpPr>
          <p:cNvPr id="707" name="Google Shape;707;p63"/>
          <p:cNvSpPr txBox="1"/>
          <p:nvPr>
            <p:ph idx="6" type="subTitle"/>
          </p:nvPr>
        </p:nvSpPr>
        <p:spPr>
          <a:xfrm>
            <a:off x="419076" y="4077075"/>
            <a:ext cx="1693800" cy="219000"/>
          </a:xfrm>
          <a:prstGeom prst="rect">
            <a:avLst/>
          </a:prstGeom>
        </p:spPr>
        <p:txBody>
          <a:bodyPr anchorCtr="0" anchor="b" bIns="0" lIns="0" spcFirstLastPara="1" rIns="0" wrap="square" tIns="0">
            <a:noAutofit/>
          </a:bodyPr>
          <a:lstStyle>
            <a:lvl1pPr lvl="0">
              <a:spcBef>
                <a:spcPts val="0"/>
              </a:spcBef>
              <a:spcAft>
                <a:spcPts val="0"/>
              </a:spcAft>
              <a:buNone/>
              <a:defRPr sz="1200">
                <a:latin typeface="Jost"/>
                <a:ea typeface="Jost"/>
                <a:cs typeface="Jost"/>
                <a:sym typeface="Jost"/>
              </a:defRPr>
            </a:lvl1pPr>
            <a:lvl2pPr lvl="1">
              <a:spcBef>
                <a:spcPts val="0"/>
              </a:spcBef>
              <a:spcAft>
                <a:spcPts val="0"/>
              </a:spcAft>
              <a:buNone/>
              <a:defRPr sz="1200">
                <a:latin typeface="Jost"/>
                <a:ea typeface="Jost"/>
                <a:cs typeface="Jost"/>
                <a:sym typeface="Jost"/>
              </a:defRPr>
            </a:lvl2pPr>
            <a:lvl3pPr lvl="2">
              <a:spcBef>
                <a:spcPts val="0"/>
              </a:spcBef>
              <a:spcAft>
                <a:spcPts val="0"/>
              </a:spcAft>
              <a:buNone/>
              <a:defRPr sz="1200">
                <a:latin typeface="Jost"/>
                <a:ea typeface="Jost"/>
                <a:cs typeface="Jost"/>
                <a:sym typeface="Jost"/>
              </a:defRPr>
            </a:lvl3pPr>
            <a:lvl4pPr lvl="3">
              <a:spcBef>
                <a:spcPts val="0"/>
              </a:spcBef>
              <a:spcAft>
                <a:spcPts val="0"/>
              </a:spcAft>
              <a:buNone/>
              <a:defRPr sz="1200">
                <a:latin typeface="Jost"/>
                <a:ea typeface="Jost"/>
                <a:cs typeface="Jost"/>
                <a:sym typeface="Jost"/>
              </a:defRPr>
            </a:lvl4pPr>
            <a:lvl5pPr lvl="4">
              <a:spcBef>
                <a:spcPts val="0"/>
              </a:spcBef>
              <a:spcAft>
                <a:spcPts val="0"/>
              </a:spcAft>
              <a:buNone/>
              <a:defRPr sz="1200">
                <a:latin typeface="Jost"/>
                <a:ea typeface="Jost"/>
                <a:cs typeface="Jost"/>
                <a:sym typeface="Jost"/>
              </a:defRPr>
            </a:lvl5pPr>
            <a:lvl6pPr lvl="5">
              <a:spcBef>
                <a:spcPts val="0"/>
              </a:spcBef>
              <a:spcAft>
                <a:spcPts val="0"/>
              </a:spcAft>
              <a:buNone/>
              <a:defRPr sz="1200">
                <a:latin typeface="Jost"/>
                <a:ea typeface="Jost"/>
                <a:cs typeface="Jost"/>
                <a:sym typeface="Jost"/>
              </a:defRPr>
            </a:lvl6pPr>
            <a:lvl7pPr lvl="6">
              <a:spcBef>
                <a:spcPts val="0"/>
              </a:spcBef>
              <a:spcAft>
                <a:spcPts val="0"/>
              </a:spcAft>
              <a:buNone/>
              <a:defRPr sz="1200">
                <a:latin typeface="Jost"/>
                <a:ea typeface="Jost"/>
                <a:cs typeface="Jost"/>
                <a:sym typeface="Jost"/>
              </a:defRPr>
            </a:lvl7pPr>
            <a:lvl8pPr lvl="7">
              <a:spcBef>
                <a:spcPts val="0"/>
              </a:spcBef>
              <a:spcAft>
                <a:spcPts val="0"/>
              </a:spcAft>
              <a:buNone/>
              <a:defRPr sz="1200">
                <a:latin typeface="Jost"/>
                <a:ea typeface="Jost"/>
                <a:cs typeface="Jost"/>
                <a:sym typeface="Jost"/>
              </a:defRPr>
            </a:lvl8pPr>
            <a:lvl9pPr lvl="8">
              <a:spcBef>
                <a:spcPts val="0"/>
              </a:spcBef>
              <a:spcAft>
                <a:spcPts val="0"/>
              </a:spcAft>
              <a:buNone/>
              <a:defRPr sz="1200">
                <a:latin typeface="Jost"/>
                <a:ea typeface="Jost"/>
                <a:cs typeface="Jost"/>
                <a:sym typeface="Jost"/>
              </a:defRPr>
            </a:lvl9pPr>
          </a:lstStyle>
          <a:p/>
        </p:txBody>
      </p:sp>
      <p:sp>
        <p:nvSpPr>
          <p:cNvPr id="708" name="Google Shape;708;p63"/>
          <p:cNvSpPr txBox="1"/>
          <p:nvPr>
            <p:ph idx="7" type="subTitle"/>
          </p:nvPr>
        </p:nvSpPr>
        <p:spPr>
          <a:xfrm>
            <a:off x="2624407" y="2462250"/>
            <a:ext cx="1693800" cy="219000"/>
          </a:xfrm>
          <a:prstGeom prst="rect">
            <a:avLst/>
          </a:prstGeom>
        </p:spPr>
        <p:txBody>
          <a:bodyPr anchorCtr="0" anchor="t" bIns="0" lIns="0" spcFirstLastPara="1" rIns="0" wrap="square" tIns="0">
            <a:noAutofit/>
          </a:bodyPr>
          <a:lstStyle>
            <a:lvl1pPr lvl="0">
              <a:spcBef>
                <a:spcPts val="0"/>
              </a:spcBef>
              <a:spcAft>
                <a:spcPts val="0"/>
              </a:spcAft>
              <a:buNone/>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709" name="Google Shape;709;p63"/>
          <p:cNvSpPr txBox="1"/>
          <p:nvPr>
            <p:ph idx="8" type="subTitle"/>
          </p:nvPr>
        </p:nvSpPr>
        <p:spPr>
          <a:xfrm>
            <a:off x="2624413" y="2708625"/>
            <a:ext cx="1550700" cy="126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accent3"/>
                </a:solidFill>
                <a:latin typeface="Jost"/>
                <a:ea typeface="Jost"/>
                <a:cs typeface="Jost"/>
                <a:sym typeface="Jost"/>
              </a:defRPr>
            </a:lvl1pPr>
            <a:lvl2pPr lvl="1">
              <a:spcBef>
                <a:spcPts val="0"/>
              </a:spcBef>
              <a:spcAft>
                <a:spcPts val="0"/>
              </a:spcAft>
              <a:buNone/>
              <a:defRPr sz="900">
                <a:solidFill>
                  <a:schemeClr val="accent3"/>
                </a:solidFill>
                <a:latin typeface="Jost"/>
                <a:ea typeface="Jost"/>
                <a:cs typeface="Jost"/>
                <a:sym typeface="Jost"/>
              </a:defRPr>
            </a:lvl2pPr>
            <a:lvl3pPr lvl="2">
              <a:spcBef>
                <a:spcPts val="0"/>
              </a:spcBef>
              <a:spcAft>
                <a:spcPts val="0"/>
              </a:spcAft>
              <a:buNone/>
              <a:defRPr sz="900">
                <a:solidFill>
                  <a:schemeClr val="accent3"/>
                </a:solidFill>
                <a:latin typeface="Jost"/>
                <a:ea typeface="Jost"/>
                <a:cs typeface="Jost"/>
                <a:sym typeface="Jost"/>
              </a:defRPr>
            </a:lvl3pPr>
            <a:lvl4pPr lvl="3">
              <a:spcBef>
                <a:spcPts val="0"/>
              </a:spcBef>
              <a:spcAft>
                <a:spcPts val="0"/>
              </a:spcAft>
              <a:buNone/>
              <a:defRPr sz="900">
                <a:solidFill>
                  <a:schemeClr val="accent3"/>
                </a:solidFill>
                <a:latin typeface="Jost"/>
                <a:ea typeface="Jost"/>
                <a:cs typeface="Jost"/>
                <a:sym typeface="Jost"/>
              </a:defRPr>
            </a:lvl4pPr>
            <a:lvl5pPr lvl="4">
              <a:spcBef>
                <a:spcPts val="0"/>
              </a:spcBef>
              <a:spcAft>
                <a:spcPts val="0"/>
              </a:spcAft>
              <a:buNone/>
              <a:defRPr sz="900">
                <a:solidFill>
                  <a:schemeClr val="accent3"/>
                </a:solidFill>
                <a:latin typeface="Jost"/>
                <a:ea typeface="Jost"/>
                <a:cs typeface="Jost"/>
                <a:sym typeface="Jost"/>
              </a:defRPr>
            </a:lvl5pPr>
            <a:lvl6pPr lvl="5">
              <a:spcBef>
                <a:spcPts val="0"/>
              </a:spcBef>
              <a:spcAft>
                <a:spcPts val="0"/>
              </a:spcAft>
              <a:buNone/>
              <a:defRPr sz="900">
                <a:solidFill>
                  <a:schemeClr val="accent3"/>
                </a:solidFill>
                <a:latin typeface="Jost"/>
                <a:ea typeface="Jost"/>
                <a:cs typeface="Jost"/>
                <a:sym typeface="Jost"/>
              </a:defRPr>
            </a:lvl6pPr>
            <a:lvl7pPr lvl="6">
              <a:spcBef>
                <a:spcPts val="0"/>
              </a:spcBef>
              <a:spcAft>
                <a:spcPts val="0"/>
              </a:spcAft>
              <a:buNone/>
              <a:defRPr sz="900">
                <a:solidFill>
                  <a:schemeClr val="accent3"/>
                </a:solidFill>
                <a:latin typeface="Jost"/>
                <a:ea typeface="Jost"/>
                <a:cs typeface="Jost"/>
                <a:sym typeface="Jost"/>
              </a:defRPr>
            </a:lvl7pPr>
            <a:lvl8pPr lvl="7">
              <a:spcBef>
                <a:spcPts val="0"/>
              </a:spcBef>
              <a:spcAft>
                <a:spcPts val="0"/>
              </a:spcAft>
              <a:buNone/>
              <a:defRPr sz="900">
                <a:solidFill>
                  <a:schemeClr val="accent3"/>
                </a:solidFill>
                <a:latin typeface="Jost"/>
                <a:ea typeface="Jost"/>
                <a:cs typeface="Jost"/>
                <a:sym typeface="Jost"/>
              </a:defRPr>
            </a:lvl8pPr>
            <a:lvl9pPr lvl="8">
              <a:spcBef>
                <a:spcPts val="0"/>
              </a:spcBef>
              <a:spcAft>
                <a:spcPts val="0"/>
              </a:spcAft>
              <a:buNone/>
              <a:defRPr sz="900">
                <a:solidFill>
                  <a:schemeClr val="accent3"/>
                </a:solidFill>
                <a:latin typeface="Jost"/>
                <a:ea typeface="Jost"/>
                <a:cs typeface="Jost"/>
                <a:sym typeface="Jost"/>
              </a:defRPr>
            </a:lvl9pPr>
          </a:lstStyle>
          <a:p/>
        </p:txBody>
      </p:sp>
      <p:sp>
        <p:nvSpPr>
          <p:cNvPr id="710" name="Google Shape;710;p63"/>
          <p:cNvSpPr txBox="1"/>
          <p:nvPr>
            <p:ph idx="9" type="subTitle"/>
          </p:nvPr>
        </p:nvSpPr>
        <p:spPr>
          <a:xfrm>
            <a:off x="2624413" y="4077075"/>
            <a:ext cx="1693800" cy="219000"/>
          </a:xfrm>
          <a:prstGeom prst="rect">
            <a:avLst/>
          </a:prstGeom>
        </p:spPr>
        <p:txBody>
          <a:bodyPr anchorCtr="0" anchor="b" bIns="0" lIns="0" spcFirstLastPara="1" rIns="0" wrap="square" tIns="0">
            <a:noAutofit/>
          </a:bodyPr>
          <a:lstStyle>
            <a:lvl1pPr lvl="0">
              <a:spcBef>
                <a:spcPts val="0"/>
              </a:spcBef>
              <a:spcAft>
                <a:spcPts val="0"/>
              </a:spcAft>
              <a:buNone/>
              <a:defRPr sz="1200">
                <a:latin typeface="Jost"/>
                <a:ea typeface="Jost"/>
                <a:cs typeface="Jost"/>
                <a:sym typeface="Jost"/>
              </a:defRPr>
            </a:lvl1pPr>
            <a:lvl2pPr lvl="1">
              <a:spcBef>
                <a:spcPts val="0"/>
              </a:spcBef>
              <a:spcAft>
                <a:spcPts val="0"/>
              </a:spcAft>
              <a:buNone/>
              <a:defRPr sz="1200">
                <a:latin typeface="Jost"/>
                <a:ea typeface="Jost"/>
                <a:cs typeface="Jost"/>
                <a:sym typeface="Jost"/>
              </a:defRPr>
            </a:lvl2pPr>
            <a:lvl3pPr lvl="2">
              <a:spcBef>
                <a:spcPts val="0"/>
              </a:spcBef>
              <a:spcAft>
                <a:spcPts val="0"/>
              </a:spcAft>
              <a:buNone/>
              <a:defRPr sz="1200">
                <a:latin typeface="Jost"/>
                <a:ea typeface="Jost"/>
                <a:cs typeface="Jost"/>
                <a:sym typeface="Jost"/>
              </a:defRPr>
            </a:lvl3pPr>
            <a:lvl4pPr lvl="3">
              <a:spcBef>
                <a:spcPts val="0"/>
              </a:spcBef>
              <a:spcAft>
                <a:spcPts val="0"/>
              </a:spcAft>
              <a:buNone/>
              <a:defRPr sz="1200">
                <a:latin typeface="Jost"/>
                <a:ea typeface="Jost"/>
                <a:cs typeface="Jost"/>
                <a:sym typeface="Jost"/>
              </a:defRPr>
            </a:lvl4pPr>
            <a:lvl5pPr lvl="4">
              <a:spcBef>
                <a:spcPts val="0"/>
              </a:spcBef>
              <a:spcAft>
                <a:spcPts val="0"/>
              </a:spcAft>
              <a:buNone/>
              <a:defRPr sz="1200">
                <a:latin typeface="Jost"/>
                <a:ea typeface="Jost"/>
                <a:cs typeface="Jost"/>
                <a:sym typeface="Jost"/>
              </a:defRPr>
            </a:lvl5pPr>
            <a:lvl6pPr lvl="5">
              <a:spcBef>
                <a:spcPts val="0"/>
              </a:spcBef>
              <a:spcAft>
                <a:spcPts val="0"/>
              </a:spcAft>
              <a:buNone/>
              <a:defRPr sz="1200">
                <a:latin typeface="Jost"/>
                <a:ea typeface="Jost"/>
                <a:cs typeface="Jost"/>
                <a:sym typeface="Jost"/>
              </a:defRPr>
            </a:lvl6pPr>
            <a:lvl7pPr lvl="6">
              <a:spcBef>
                <a:spcPts val="0"/>
              </a:spcBef>
              <a:spcAft>
                <a:spcPts val="0"/>
              </a:spcAft>
              <a:buNone/>
              <a:defRPr sz="1200">
                <a:latin typeface="Jost"/>
                <a:ea typeface="Jost"/>
                <a:cs typeface="Jost"/>
                <a:sym typeface="Jost"/>
              </a:defRPr>
            </a:lvl7pPr>
            <a:lvl8pPr lvl="7">
              <a:spcBef>
                <a:spcPts val="0"/>
              </a:spcBef>
              <a:spcAft>
                <a:spcPts val="0"/>
              </a:spcAft>
              <a:buNone/>
              <a:defRPr sz="1200">
                <a:latin typeface="Jost"/>
                <a:ea typeface="Jost"/>
                <a:cs typeface="Jost"/>
                <a:sym typeface="Jost"/>
              </a:defRPr>
            </a:lvl8pPr>
            <a:lvl9pPr lvl="8">
              <a:spcBef>
                <a:spcPts val="0"/>
              </a:spcBef>
              <a:spcAft>
                <a:spcPts val="0"/>
              </a:spcAft>
              <a:buNone/>
              <a:defRPr sz="1200">
                <a:latin typeface="Jost"/>
                <a:ea typeface="Jost"/>
                <a:cs typeface="Jost"/>
                <a:sym typeface="Jost"/>
              </a:defRPr>
            </a:lvl9pPr>
          </a:lstStyle>
          <a:p/>
        </p:txBody>
      </p:sp>
      <p:sp>
        <p:nvSpPr>
          <p:cNvPr id="711" name="Google Shape;711;p63"/>
          <p:cNvSpPr txBox="1"/>
          <p:nvPr>
            <p:ph idx="13" type="subTitle"/>
          </p:nvPr>
        </p:nvSpPr>
        <p:spPr>
          <a:xfrm>
            <a:off x="4815495" y="2462250"/>
            <a:ext cx="1693800" cy="219000"/>
          </a:xfrm>
          <a:prstGeom prst="rect">
            <a:avLst/>
          </a:prstGeom>
        </p:spPr>
        <p:txBody>
          <a:bodyPr anchorCtr="0" anchor="t" bIns="0" lIns="0" spcFirstLastPara="1" rIns="0" wrap="square" tIns="0">
            <a:noAutofit/>
          </a:bodyPr>
          <a:lstStyle>
            <a:lvl1pPr lvl="0">
              <a:spcBef>
                <a:spcPts val="0"/>
              </a:spcBef>
              <a:spcAft>
                <a:spcPts val="0"/>
              </a:spcAft>
              <a:buNone/>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712" name="Google Shape;712;p63"/>
          <p:cNvSpPr txBox="1"/>
          <p:nvPr>
            <p:ph idx="14" type="subTitle"/>
          </p:nvPr>
        </p:nvSpPr>
        <p:spPr>
          <a:xfrm>
            <a:off x="4815500" y="2708625"/>
            <a:ext cx="1550700" cy="126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accent3"/>
                </a:solidFill>
                <a:latin typeface="Jost"/>
                <a:ea typeface="Jost"/>
                <a:cs typeface="Jost"/>
                <a:sym typeface="Jost"/>
              </a:defRPr>
            </a:lvl1pPr>
            <a:lvl2pPr lvl="1">
              <a:spcBef>
                <a:spcPts val="0"/>
              </a:spcBef>
              <a:spcAft>
                <a:spcPts val="0"/>
              </a:spcAft>
              <a:buNone/>
              <a:defRPr sz="900">
                <a:solidFill>
                  <a:schemeClr val="accent3"/>
                </a:solidFill>
                <a:latin typeface="Jost"/>
                <a:ea typeface="Jost"/>
                <a:cs typeface="Jost"/>
                <a:sym typeface="Jost"/>
              </a:defRPr>
            </a:lvl2pPr>
            <a:lvl3pPr lvl="2">
              <a:spcBef>
                <a:spcPts val="0"/>
              </a:spcBef>
              <a:spcAft>
                <a:spcPts val="0"/>
              </a:spcAft>
              <a:buNone/>
              <a:defRPr sz="900">
                <a:solidFill>
                  <a:schemeClr val="accent3"/>
                </a:solidFill>
                <a:latin typeface="Jost"/>
                <a:ea typeface="Jost"/>
                <a:cs typeface="Jost"/>
                <a:sym typeface="Jost"/>
              </a:defRPr>
            </a:lvl3pPr>
            <a:lvl4pPr lvl="3">
              <a:spcBef>
                <a:spcPts val="0"/>
              </a:spcBef>
              <a:spcAft>
                <a:spcPts val="0"/>
              </a:spcAft>
              <a:buNone/>
              <a:defRPr sz="900">
                <a:solidFill>
                  <a:schemeClr val="accent3"/>
                </a:solidFill>
                <a:latin typeface="Jost"/>
                <a:ea typeface="Jost"/>
                <a:cs typeface="Jost"/>
                <a:sym typeface="Jost"/>
              </a:defRPr>
            </a:lvl4pPr>
            <a:lvl5pPr lvl="4">
              <a:spcBef>
                <a:spcPts val="0"/>
              </a:spcBef>
              <a:spcAft>
                <a:spcPts val="0"/>
              </a:spcAft>
              <a:buNone/>
              <a:defRPr sz="900">
                <a:solidFill>
                  <a:schemeClr val="accent3"/>
                </a:solidFill>
                <a:latin typeface="Jost"/>
                <a:ea typeface="Jost"/>
                <a:cs typeface="Jost"/>
                <a:sym typeface="Jost"/>
              </a:defRPr>
            </a:lvl5pPr>
            <a:lvl6pPr lvl="5">
              <a:spcBef>
                <a:spcPts val="0"/>
              </a:spcBef>
              <a:spcAft>
                <a:spcPts val="0"/>
              </a:spcAft>
              <a:buNone/>
              <a:defRPr sz="900">
                <a:solidFill>
                  <a:schemeClr val="accent3"/>
                </a:solidFill>
                <a:latin typeface="Jost"/>
                <a:ea typeface="Jost"/>
                <a:cs typeface="Jost"/>
                <a:sym typeface="Jost"/>
              </a:defRPr>
            </a:lvl6pPr>
            <a:lvl7pPr lvl="6">
              <a:spcBef>
                <a:spcPts val="0"/>
              </a:spcBef>
              <a:spcAft>
                <a:spcPts val="0"/>
              </a:spcAft>
              <a:buNone/>
              <a:defRPr sz="900">
                <a:solidFill>
                  <a:schemeClr val="accent3"/>
                </a:solidFill>
                <a:latin typeface="Jost"/>
                <a:ea typeface="Jost"/>
                <a:cs typeface="Jost"/>
                <a:sym typeface="Jost"/>
              </a:defRPr>
            </a:lvl7pPr>
            <a:lvl8pPr lvl="7">
              <a:spcBef>
                <a:spcPts val="0"/>
              </a:spcBef>
              <a:spcAft>
                <a:spcPts val="0"/>
              </a:spcAft>
              <a:buNone/>
              <a:defRPr sz="900">
                <a:solidFill>
                  <a:schemeClr val="accent3"/>
                </a:solidFill>
                <a:latin typeface="Jost"/>
                <a:ea typeface="Jost"/>
                <a:cs typeface="Jost"/>
                <a:sym typeface="Jost"/>
              </a:defRPr>
            </a:lvl8pPr>
            <a:lvl9pPr lvl="8">
              <a:spcBef>
                <a:spcPts val="0"/>
              </a:spcBef>
              <a:spcAft>
                <a:spcPts val="0"/>
              </a:spcAft>
              <a:buNone/>
              <a:defRPr sz="900">
                <a:solidFill>
                  <a:schemeClr val="accent3"/>
                </a:solidFill>
                <a:latin typeface="Jost"/>
                <a:ea typeface="Jost"/>
                <a:cs typeface="Jost"/>
                <a:sym typeface="Jost"/>
              </a:defRPr>
            </a:lvl9pPr>
          </a:lstStyle>
          <a:p/>
        </p:txBody>
      </p:sp>
      <p:sp>
        <p:nvSpPr>
          <p:cNvPr id="713" name="Google Shape;713;p63"/>
          <p:cNvSpPr txBox="1"/>
          <p:nvPr>
            <p:ph idx="15" type="subTitle"/>
          </p:nvPr>
        </p:nvSpPr>
        <p:spPr>
          <a:xfrm>
            <a:off x="4815501" y="4077075"/>
            <a:ext cx="1693800" cy="219000"/>
          </a:xfrm>
          <a:prstGeom prst="rect">
            <a:avLst/>
          </a:prstGeom>
        </p:spPr>
        <p:txBody>
          <a:bodyPr anchorCtr="0" anchor="b" bIns="0" lIns="0" spcFirstLastPara="1" rIns="0" wrap="square" tIns="0">
            <a:noAutofit/>
          </a:bodyPr>
          <a:lstStyle>
            <a:lvl1pPr lvl="0">
              <a:spcBef>
                <a:spcPts val="0"/>
              </a:spcBef>
              <a:spcAft>
                <a:spcPts val="0"/>
              </a:spcAft>
              <a:buNone/>
              <a:defRPr sz="1200">
                <a:latin typeface="Jost"/>
                <a:ea typeface="Jost"/>
                <a:cs typeface="Jost"/>
                <a:sym typeface="Jost"/>
              </a:defRPr>
            </a:lvl1pPr>
            <a:lvl2pPr lvl="1">
              <a:spcBef>
                <a:spcPts val="0"/>
              </a:spcBef>
              <a:spcAft>
                <a:spcPts val="0"/>
              </a:spcAft>
              <a:buNone/>
              <a:defRPr sz="1200">
                <a:latin typeface="Jost"/>
                <a:ea typeface="Jost"/>
                <a:cs typeface="Jost"/>
                <a:sym typeface="Jost"/>
              </a:defRPr>
            </a:lvl2pPr>
            <a:lvl3pPr lvl="2">
              <a:spcBef>
                <a:spcPts val="0"/>
              </a:spcBef>
              <a:spcAft>
                <a:spcPts val="0"/>
              </a:spcAft>
              <a:buNone/>
              <a:defRPr sz="1200">
                <a:latin typeface="Jost"/>
                <a:ea typeface="Jost"/>
                <a:cs typeface="Jost"/>
                <a:sym typeface="Jost"/>
              </a:defRPr>
            </a:lvl3pPr>
            <a:lvl4pPr lvl="3">
              <a:spcBef>
                <a:spcPts val="0"/>
              </a:spcBef>
              <a:spcAft>
                <a:spcPts val="0"/>
              </a:spcAft>
              <a:buNone/>
              <a:defRPr sz="1200">
                <a:latin typeface="Jost"/>
                <a:ea typeface="Jost"/>
                <a:cs typeface="Jost"/>
                <a:sym typeface="Jost"/>
              </a:defRPr>
            </a:lvl4pPr>
            <a:lvl5pPr lvl="4">
              <a:spcBef>
                <a:spcPts val="0"/>
              </a:spcBef>
              <a:spcAft>
                <a:spcPts val="0"/>
              </a:spcAft>
              <a:buNone/>
              <a:defRPr sz="1200">
                <a:latin typeface="Jost"/>
                <a:ea typeface="Jost"/>
                <a:cs typeface="Jost"/>
                <a:sym typeface="Jost"/>
              </a:defRPr>
            </a:lvl5pPr>
            <a:lvl6pPr lvl="5">
              <a:spcBef>
                <a:spcPts val="0"/>
              </a:spcBef>
              <a:spcAft>
                <a:spcPts val="0"/>
              </a:spcAft>
              <a:buNone/>
              <a:defRPr sz="1200">
                <a:latin typeface="Jost"/>
                <a:ea typeface="Jost"/>
                <a:cs typeface="Jost"/>
                <a:sym typeface="Jost"/>
              </a:defRPr>
            </a:lvl6pPr>
            <a:lvl7pPr lvl="6">
              <a:spcBef>
                <a:spcPts val="0"/>
              </a:spcBef>
              <a:spcAft>
                <a:spcPts val="0"/>
              </a:spcAft>
              <a:buNone/>
              <a:defRPr sz="1200">
                <a:latin typeface="Jost"/>
                <a:ea typeface="Jost"/>
                <a:cs typeface="Jost"/>
                <a:sym typeface="Jost"/>
              </a:defRPr>
            </a:lvl7pPr>
            <a:lvl8pPr lvl="7">
              <a:spcBef>
                <a:spcPts val="0"/>
              </a:spcBef>
              <a:spcAft>
                <a:spcPts val="0"/>
              </a:spcAft>
              <a:buNone/>
              <a:defRPr sz="1200">
                <a:latin typeface="Jost"/>
                <a:ea typeface="Jost"/>
                <a:cs typeface="Jost"/>
                <a:sym typeface="Jost"/>
              </a:defRPr>
            </a:lvl8pPr>
            <a:lvl9pPr lvl="8">
              <a:spcBef>
                <a:spcPts val="0"/>
              </a:spcBef>
              <a:spcAft>
                <a:spcPts val="0"/>
              </a:spcAft>
              <a:buNone/>
              <a:defRPr sz="1200">
                <a:latin typeface="Jost"/>
                <a:ea typeface="Jost"/>
                <a:cs typeface="Jost"/>
                <a:sym typeface="Jost"/>
              </a:defRPr>
            </a:lvl9pPr>
          </a:lstStyle>
          <a:p/>
        </p:txBody>
      </p:sp>
      <p:sp>
        <p:nvSpPr>
          <p:cNvPr id="714" name="Google Shape;714;p63"/>
          <p:cNvSpPr txBox="1"/>
          <p:nvPr>
            <p:ph idx="16" type="subTitle"/>
          </p:nvPr>
        </p:nvSpPr>
        <p:spPr>
          <a:xfrm>
            <a:off x="7006607" y="2462250"/>
            <a:ext cx="1693800" cy="219000"/>
          </a:xfrm>
          <a:prstGeom prst="rect">
            <a:avLst/>
          </a:prstGeom>
        </p:spPr>
        <p:txBody>
          <a:bodyPr anchorCtr="0" anchor="t" bIns="0" lIns="0" spcFirstLastPara="1" rIns="0" wrap="square" tIns="0">
            <a:noAutofit/>
          </a:bodyPr>
          <a:lstStyle>
            <a:lvl1pPr lvl="0">
              <a:spcBef>
                <a:spcPts val="0"/>
              </a:spcBef>
              <a:spcAft>
                <a:spcPts val="0"/>
              </a:spcAft>
              <a:buNone/>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715" name="Google Shape;715;p63"/>
          <p:cNvSpPr txBox="1"/>
          <p:nvPr>
            <p:ph idx="17" type="subTitle"/>
          </p:nvPr>
        </p:nvSpPr>
        <p:spPr>
          <a:xfrm>
            <a:off x="7006613" y="2708625"/>
            <a:ext cx="1550700" cy="126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accent3"/>
                </a:solidFill>
                <a:latin typeface="Jost"/>
                <a:ea typeface="Jost"/>
                <a:cs typeface="Jost"/>
                <a:sym typeface="Jost"/>
              </a:defRPr>
            </a:lvl1pPr>
            <a:lvl2pPr lvl="1">
              <a:spcBef>
                <a:spcPts val="0"/>
              </a:spcBef>
              <a:spcAft>
                <a:spcPts val="0"/>
              </a:spcAft>
              <a:buNone/>
              <a:defRPr sz="900">
                <a:solidFill>
                  <a:schemeClr val="accent3"/>
                </a:solidFill>
                <a:latin typeface="Jost"/>
                <a:ea typeface="Jost"/>
                <a:cs typeface="Jost"/>
                <a:sym typeface="Jost"/>
              </a:defRPr>
            </a:lvl2pPr>
            <a:lvl3pPr lvl="2">
              <a:spcBef>
                <a:spcPts val="0"/>
              </a:spcBef>
              <a:spcAft>
                <a:spcPts val="0"/>
              </a:spcAft>
              <a:buNone/>
              <a:defRPr sz="900">
                <a:solidFill>
                  <a:schemeClr val="accent3"/>
                </a:solidFill>
                <a:latin typeface="Jost"/>
                <a:ea typeface="Jost"/>
                <a:cs typeface="Jost"/>
                <a:sym typeface="Jost"/>
              </a:defRPr>
            </a:lvl3pPr>
            <a:lvl4pPr lvl="3">
              <a:spcBef>
                <a:spcPts val="0"/>
              </a:spcBef>
              <a:spcAft>
                <a:spcPts val="0"/>
              </a:spcAft>
              <a:buNone/>
              <a:defRPr sz="900">
                <a:solidFill>
                  <a:schemeClr val="accent3"/>
                </a:solidFill>
                <a:latin typeface="Jost"/>
                <a:ea typeface="Jost"/>
                <a:cs typeface="Jost"/>
                <a:sym typeface="Jost"/>
              </a:defRPr>
            </a:lvl4pPr>
            <a:lvl5pPr lvl="4">
              <a:spcBef>
                <a:spcPts val="0"/>
              </a:spcBef>
              <a:spcAft>
                <a:spcPts val="0"/>
              </a:spcAft>
              <a:buNone/>
              <a:defRPr sz="900">
                <a:solidFill>
                  <a:schemeClr val="accent3"/>
                </a:solidFill>
                <a:latin typeface="Jost"/>
                <a:ea typeface="Jost"/>
                <a:cs typeface="Jost"/>
                <a:sym typeface="Jost"/>
              </a:defRPr>
            </a:lvl5pPr>
            <a:lvl6pPr lvl="5">
              <a:spcBef>
                <a:spcPts val="0"/>
              </a:spcBef>
              <a:spcAft>
                <a:spcPts val="0"/>
              </a:spcAft>
              <a:buNone/>
              <a:defRPr sz="900">
                <a:solidFill>
                  <a:schemeClr val="accent3"/>
                </a:solidFill>
                <a:latin typeface="Jost"/>
                <a:ea typeface="Jost"/>
                <a:cs typeface="Jost"/>
                <a:sym typeface="Jost"/>
              </a:defRPr>
            </a:lvl6pPr>
            <a:lvl7pPr lvl="6">
              <a:spcBef>
                <a:spcPts val="0"/>
              </a:spcBef>
              <a:spcAft>
                <a:spcPts val="0"/>
              </a:spcAft>
              <a:buNone/>
              <a:defRPr sz="900">
                <a:solidFill>
                  <a:schemeClr val="accent3"/>
                </a:solidFill>
                <a:latin typeface="Jost"/>
                <a:ea typeface="Jost"/>
                <a:cs typeface="Jost"/>
                <a:sym typeface="Jost"/>
              </a:defRPr>
            </a:lvl7pPr>
            <a:lvl8pPr lvl="7">
              <a:spcBef>
                <a:spcPts val="0"/>
              </a:spcBef>
              <a:spcAft>
                <a:spcPts val="0"/>
              </a:spcAft>
              <a:buNone/>
              <a:defRPr sz="900">
                <a:solidFill>
                  <a:schemeClr val="accent3"/>
                </a:solidFill>
                <a:latin typeface="Jost"/>
                <a:ea typeface="Jost"/>
                <a:cs typeface="Jost"/>
                <a:sym typeface="Jost"/>
              </a:defRPr>
            </a:lvl8pPr>
            <a:lvl9pPr lvl="8">
              <a:spcBef>
                <a:spcPts val="0"/>
              </a:spcBef>
              <a:spcAft>
                <a:spcPts val="0"/>
              </a:spcAft>
              <a:buNone/>
              <a:defRPr sz="900">
                <a:solidFill>
                  <a:schemeClr val="accent3"/>
                </a:solidFill>
                <a:latin typeface="Jost"/>
                <a:ea typeface="Jost"/>
                <a:cs typeface="Jost"/>
                <a:sym typeface="Jost"/>
              </a:defRPr>
            </a:lvl9pPr>
          </a:lstStyle>
          <a:p/>
        </p:txBody>
      </p:sp>
      <p:sp>
        <p:nvSpPr>
          <p:cNvPr id="716" name="Google Shape;716;p63"/>
          <p:cNvSpPr txBox="1"/>
          <p:nvPr>
            <p:ph idx="18" type="subTitle"/>
          </p:nvPr>
        </p:nvSpPr>
        <p:spPr>
          <a:xfrm>
            <a:off x="7006613" y="4077075"/>
            <a:ext cx="1693800" cy="219000"/>
          </a:xfrm>
          <a:prstGeom prst="rect">
            <a:avLst/>
          </a:prstGeom>
        </p:spPr>
        <p:txBody>
          <a:bodyPr anchorCtr="0" anchor="b" bIns="0" lIns="0" spcFirstLastPara="1" rIns="0" wrap="square" tIns="0">
            <a:noAutofit/>
          </a:bodyPr>
          <a:lstStyle>
            <a:lvl1pPr lvl="0">
              <a:spcBef>
                <a:spcPts val="0"/>
              </a:spcBef>
              <a:spcAft>
                <a:spcPts val="0"/>
              </a:spcAft>
              <a:buNone/>
              <a:defRPr sz="1200">
                <a:latin typeface="Jost"/>
                <a:ea typeface="Jost"/>
                <a:cs typeface="Jost"/>
                <a:sym typeface="Jost"/>
              </a:defRPr>
            </a:lvl1pPr>
            <a:lvl2pPr lvl="1">
              <a:spcBef>
                <a:spcPts val="0"/>
              </a:spcBef>
              <a:spcAft>
                <a:spcPts val="0"/>
              </a:spcAft>
              <a:buNone/>
              <a:defRPr sz="1200">
                <a:latin typeface="Jost"/>
                <a:ea typeface="Jost"/>
                <a:cs typeface="Jost"/>
                <a:sym typeface="Jost"/>
              </a:defRPr>
            </a:lvl2pPr>
            <a:lvl3pPr lvl="2">
              <a:spcBef>
                <a:spcPts val="0"/>
              </a:spcBef>
              <a:spcAft>
                <a:spcPts val="0"/>
              </a:spcAft>
              <a:buNone/>
              <a:defRPr sz="1200">
                <a:latin typeface="Jost"/>
                <a:ea typeface="Jost"/>
                <a:cs typeface="Jost"/>
                <a:sym typeface="Jost"/>
              </a:defRPr>
            </a:lvl3pPr>
            <a:lvl4pPr lvl="3">
              <a:spcBef>
                <a:spcPts val="0"/>
              </a:spcBef>
              <a:spcAft>
                <a:spcPts val="0"/>
              </a:spcAft>
              <a:buNone/>
              <a:defRPr sz="1200">
                <a:latin typeface="Jost"/>
                <a:ea typeface="Jost"/>
                <a:cs typeface="Jost"/>
                <a:sym typeface="Jost"/>
              </a:defRPr>
            </a:lvl4pPr>
            <a:lvl5pPr lvl="4">
              <a:spcBef>
                <a:spcPts val="0"/>
              </a:spcBef>
              <a:spcAft>
                <a:spcPts val="0"/>
              </a:spcAft>
              <a:buNone/>
              <a:defRPr sz="1200">
                <a:latin typeface="Jost"/>
                <a:ea typeface="Jost"/>
                <a:cs typeface="Jost"/>
                <a:sym typeface="Jost"/>
              </a:defRPr>
            </a:lvl5pPr>
            <a:lvl6pPr lvl="5">
              <a:spcBef>
                <a:spcPts val="0"/>
              </a:spcBef>
              <a:spcAft>
                <a:spcPts val="0"/>
              </a:spcAft>
              <a:buNone/>
              <a:defRPr sz="1200">
                <a:latin typeface="Jost"/>
                <a:ea typeface="Jost"/>
                <a:cs typeface="Jost"/>
                <a:sym typeface="Jost"/>
              </a:defRPr>
            </a:lvl6pPr>
            <a:lvl7pPr lvl="6">
              <a:spcBef>
                <a:spcPts val="0"/>
              </a:spcBef>
              <a:spcAft>
                <a:spcPts val="0"/>
              </a:spcAft>
              <a:buNone/>
              <a:defRPr sz="1200">
                <a:latin typeface="Jost"/>
                <a:ea typeface="Jost"/>
                <a:cs typeface="Jost"/>
                <a:sym typeface="Jost"/>
              </a:defRPr>
            </a:lvl7pPr>
            <a:lvl8pPr lvl="7">
              <a:spcBef>
                <a:spcPts val="0"/>
              </a:spcBef>
              <a:spcAft>
                <a:spcPts val="0"/>
              </a:spcAft>
              <a:buNone/>
              <a:defRPr sz="1200">
                <a:latin typeface="Jost"/>
                <a:ea typeface="Jost"/>
                <a:cs typeface="Jost"/>
                <a:sym typeface="Jost"/>
              </a:defRPr>
            </a:lvl8pPr>
            <a:lvl9pPr lvl="8">
              <a:spcBef>
                <a:spcPts val="0"/>
              </a:spcBef>
              <a:spcAft>
                <a:spcPts val="0"/>
              </a:spcAft>
              <a:buNone/>
              <a:defRPr sz="1200">
                <a:latin typeface="Jost"/>
                <a:ea typeface="Jost"/>
                <a:cs typeface="Jost"/>
                <a:sym typeface="Jost"/>
              </a:defRPr>
            </a:lvl9pPr>
          </a:lstStyle>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etrics display 2">
  <p:cSld name="CUSTOM_8_1_1_1_1_1_1_1_1_1_1_1_1_1_1_1_1_1_1_1_1_1_1_1_1_1_1_1_1_1_1_1_1_1_1_2">
    <p:spTree>
      <p:nvGrpSpPr>
        <p:cNvPr id="717" name="Shape 717"/>
        <p:cNvGrpSpPr/>
        <p:nvPr/>
      </p:nvGrpSpPr>
      <p:grpSpPr>
        <a:xfrm>
          <a:off x="0" y="0"/>
          <a:ext cx="0" cy="0"/>
          <a:chOff x="0" y="0"/>
          <a:chExt cx="0" cy="0"/>
        </a:xfrm>
      </p:grpSpPr>
      <p:sp>
        <p:nvSpPr>
          <p:cNvPr id="718" name="Google Shape;718;p64"/>
          <p:cNvSpPr/>
          <p:nvPr/>
        </p:nvSpPr>
        <p:spPr>
          <a:xfrm rot="-5400000">
            <a:off x="0" y="816600"/>
            <a:ext cx="4326900" cy="4326900"/>
          </a:xfrm>
          <a:prstGeom prst="rect">
            <a:avLst/>
          </a:prstGeom>
          <a:gradFill>
            <a:gsLst>
              <a:gs pos="0">
                <a:schemeClr val="lt2"/>
              </a:gs>
              <a:gs pos="72000">
                <a:schemeClr val="lt1"/>
              </a:gs>
              <a:gs pos="100000">
                <a:schemeClr val="lt1"/>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719" name="Google Shape;719;p64"/>
          <p:cNvSpPr/>
          <p:nvPr/>
        </p:nvSpPr>
        <p:spPr>
          <a:xfrm rot="5400000">
            <a:off x="4817100" y="0"/>
            <a:ext cx="4326900" cy="4326900"/>
          </a:xfrm>
          <a:prstGeom prst="rect">
            <a:avLst/>
          </a:prstGeom>
          <a:gradFill>
            <a:gsLst>
              <a:gs pos="0">
                <a:schemeClr val="accent5"/>
              </a:gs>
              <a:gs pos="72000">
                <a:schemeClr val="lt1"/>
              </a:gs>
              <a:gs pos="100000">
                <a:schemeClr val="lt1"/>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720" name="Google Shape;720;p64"/>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721" name="Google Shape;721;p64"/>
          <p:cNvSpPr txBox="1"/>
          <p:nvPr>
            <p:ph idx="2"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722" name="Google Shape;722;p64"/>
          <p:cNvSpPr txBox="1"/>
          <p:nvPr>
            <p:ph idx="3" type="title"/>
          </p:nvPr>
        </p:nvSpPr>
        <p:spPr>
          <a:xfrm>
            <a:off x="228600" y="457200"/>
            <a:ext cx="4160400" cy="4647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
        <p:nvSpPr>
          <p:cNvPr id="723" name="Google Shape;723;p64"/>
          <p:cNvSpPr txBox="1"/>
          <p:nvPr>
            <p:ph idx="1" type="subTitle"/>
          </p:nvPr>
        </p:nvSpPr>
        <p:spPr>
          <a:xfrm>
            <a:off x="3238050" y="1804700"/>
            <a:ext cx="2667900" cy="533100"/>
          </a:xfrm>
          <a:prstGeom prst="rect">
            <a:avLst/>
          </a:prstGeom>
        </p:spPr>
        <p:txBody>
          <a:bodyPr anchorCtr="0" anchor="ctr" bIns="0" lIns="0" spcFirstLastPara="1" rIns="0" wrap="square" tIns="0">
            <a:noAutofit/>
          </a:bodyPr>
          <a:lstStyle>
            <a:lvl1pPr lvl="0" algn="ctr">
              <a:lnSpc>
                <a:spcPct val="95000"/>
              </a:lnSpc>
              <a:spcBef>
                <a:spcPts val="0"/>
              </a:spcBef>
              <a:spcAft>
                <a:spcPts val="0"/>
              </a:spcAft>
              <a:buNone/>
              <a:defRPr/>
            </a:lvl1pPr>
            <a:lvl2pPr lvl="1" algn="ctr">
              <a:lnSpc>
                <a:spcPct val="95000"/>
              </a:lnSpc>
              <a:spcBef>
                <a:spcPts val="0"/>
              </a:spcBef>
              <a:spcAft>
                <a:spcPts val="0"/>
              </a:spcAft>
              <a:buNone/>
              <a:defRPr/>
            </a:lvl2pPr>
            <a:lvl3pPr lvl="2" algn="ctr">
              <a:lnSpc>
                <a:spcPct val="95000"/>
              </a:lnSpc>
              <a:spcBef>
                <a:spcPts val="0"/>
              </a:spcBef>
              <a:spcAft>
                <a:spcPts val="0"/>
              </a:spcAft>
              <a:buNone/>
              <a:defRPr/>
            </a:lvl3pPr>
            <a:lvl4pPr lvl="3" algn="ctr">
              <a:lnSpc>
                <a:spcPct val="95000"/>
              </a:lnSpc>
              <a:spcBef>
                <a:spcPts val="0"/>
              </a:spcBef>
              <a:spcAft>
                <a:spcPts val="0"/>
              </a:spcAft>
              <a:buNone/>
              <a:defRPr/>
            </a:lvl4pPr>
            <a:lvl5pPr lvl="4" algn="ctr">
              <a:lnSpc>
                <a:spcPct val="95000"/>
              </a:lnSpc>
              <a:spcBef>
                <a:spcPts val="0"/>
              </a:spcBef>
              <a:spcAft>
                <a:spcPts val="0"/>
              </a:spcAft>
              <a:buNone/>
              <a:defRPr/>
            </a:lvl5pPr>
            <a:lvl6pPr lvl="5" algn="ctr">
              <a:lnSpc>
                <a:spcPct val="95000"/>
              </a:lnSpc>
              <a:spcBef>
                <a:spcPts val="0"/>
              </a:spcBef>
              <a:spcAft>
                <a:spcPts val="0"/>
              </a:spcAft>
              <a:buNone/>
              <a:defRPr/>
            </a:lvl6pPr>
            <a:lvl7pPr lvl="6" algn="ctr">
              <a:lnSpc>
                <a:spcPct val="95000"/>
              </a:lnSpc>
              <a:spcBef>
                <a:spcPts val="0"/>
              </a:spcBef>
              <a:spcAft>
                <a:spcPts val="0"/>
              </a:spcAft>
              <a:buNone/>
              <a:defRPr/>
            </a:lvl7pPr>
            <a:lvl8pPr lvl="7" algn="ctr">
              <a:lnSpc>
                <a:spcPct val="95000"/>
              </a:lnSpc>
              <a:spcBef>
                <a:spcPts val="0"/>
              </a:spcBef>
              <a:spcAft>
                <a:spcPts val="0"/>
              </a:spcAft>
              <a:buNone/>
              <a:defRPr/>
            </a:lvl8pPr>
            <a:lvl9pPr lvl="8" algn="ctr">
              <a:lnSpc>
                <a:spcPct val="95000"/>
              </a:lnSpc>
              <a:spcBef>
                <a:spcPts val="0"/>
              </a:spcBef>
              <a:spcAft>
                <a:spcPts val="0"/>
              </a:spcAft>
              <a:buNone/>
              <a:defRPr/>
            </a:lvl9pPr>
          </a:lstStyle>
          <a:p/>
        </p:txBody>
      </p:sp>
      <p:sp>
        <p:nvSpPr>
          <p:cNvPr id="724" name="Google Shape;724;p64"/>
          <p:cNvSpPr txBox="1"/>
          <p:nvPr>
            <p:ph idx="4" type="subTitle"/>
          </p:nvPr>
        </p:nvSpPr>
        <p:spPr>
          <a:xfrm>
            <a:off x="4056600" y="2688550"/>
            <a:ext cx="1124700" cy="533100"/>
          </a:xfrm>
          <a:prstGeom prst="rect">
            <a:avLst/>
          </a:prstGeom>
        </p:spPr>
        <p:txBody>
          <a:bodyPr anchorCtr="0" anchor="ctr" bIns="0" lIns="0" spcFirstLastPara="1" rIns="0" wrap="square" tIns="0">
            <a:noAutofit/>
          </a:bodyPr>
          <a:lstStyle>
            <a:lvl1pPr lvl="0" algn="ctr">
              <a:lnSpc>
                <a:spcPct val="95000"/>
              </a:lnSpc>
              <a:spcBef>
                <a:spcPts val="0"/>
              </a:spcBef>
              <a:spcAft>
                <a:spcPts val="0"/>
              </a:spcAft>
              <a:buNone/>
              <a:defRPr sz="3000">
                <a:solidFill>
                  <a:schemeClr val="dk2"/>
                </a:solidFill>
              </a:defRPr>
            </a:lvl1pPr>
            <a:lvl2pPr lvl="1" algn="ctr">
              <a:lnSpc>
                <a:spcPct val="95000"/>
              </a:lnSpc>
              <a:spcBef>
                <a:spcPts val="0"/>
              </a:spcBef>
              <a:spcAft>
                <a:spcPts val="0"/>
              </a:spcAft>
              <a:buNone/>
              <a:defRPr sz="3000">
                <a:solidFill>
                  <a:schemeClr val="dk2"/>
                </a:solidFill>
              </a:defRPr>
            </a:lvl2pPr>
            <a:lvl3pPr lvl="2" algn="ctr">
              <a:lnSpc>
                <a:spcPct val="95000"/>
              </a:lnSpc>
              <a:spcBef>
                <a:spcPts val="0"/>
              </a:spcBef>
              <a:spcAft>
                <a:spcPts val="0"/>
              </a:spcAft>
              <a:buNone/>
              <a:defRPr sz="3000">
                <a:solidFill>
                  <a:schemeClr val="dk2"/>
                </a:solidFill>
              </a:defRPr>
            </a:lvl3pPr>
            <a:lvl4pPr lvl="3" algn="ctr">
              <a:lnSpc>
                <a:spcPct val="95000"/>
              </a:lnSpc>
              <a:spcBef>
                <a:spcPts val="0"/>
              </a:spcBef>
              <a:spcAft>
                <a:spcPts val="0"/>
              </a:spcAft>
              <a:buNone/>
              <a:defRPr sz="3000">
                <a:solidFill>
                  <a:schemeClr val="dk2"/>
                </a:solidFill>
              </a:defRPr>
            </a:lvl4pPr>
            <a:lvl5pPr lvl="4" algn="ctr">
              <a:lnSpc>
                <a:spcPct val="95000"/>
              </a:lnSpc>
              <a:spcBef>
                <a:spcPts val="0"/>
              </a:spcBef>
              <a:spcAft>
                <a:spcPts val="0"/>
              </a:spcAft>
              <a:buNone/>
              <a:defRPr sz="3000">
                <a:solidFill>
                  <a:schemeClr val="dk2"/>
                </a:solidFill>
              </a:defRPr>
            </a:lvl5pPr>
            <a:lvl6pPr lvl="5" algn="ctr">
              <a:lnSpc>
                <a:spcPct val="95000"/>
              </a:lnSpc>
              <a:spcBef>
                <a:spcPts val="0"/>
              </a:spcBef>
              <a:spcAft>
                <a:spcPts val="0"/>
              </a:spcAft>
              <a:buNone/>
              <a:defRPr sz="3000">
                <a:solidFill>
                  <a:schemeClr val="dk2"/>
                </a:solidFill>
              </a:defRPr>
            </a:lvl6pPr>
            <a:lvl7pPr lvl="6" algn="ctr">
              <a:lnSpc>
                <a:spcPct val="95000"/>
              </a:lnSpc>
              <a:spcBef>
                <a:spcPts val="0"/>
              </a:spcBef>
              <a:spcAft>
                <a:spcPts val="0"/>
              </a:spcAft>
              <a:buNone/>
              <a:defRPr sz="3000">
                <a:solidFill>
                  <a:schemeClr val="dk2"/>
                </a:solidFill>
              </a:defRPr>
            </a:lvl7pPr>
            <a:lvl8pPr lvl="7" algn="ctr">
              <a:lnSpc>
                <a:spcPct val="95000"/>
              </a:lnSpc>
              <a:spcBef>
                <a:spcPts val="0"/>
              </a:spcBef>
              <a:spcAft>
                <a:spcPts val="0"/>
              </a:spcAft>
              <a:buNone/>
              <a:defRPr sz="3000">
                <a:solidFill>
                  <a:schemeClr val="dk2"/>
                </a:solidFill>
              </a:defRPr>
            </a:lvl8pPr>
            <a:lvl9pPr lvl="8" algn="ctr">
              <a:lnSpc>
                <a:spcPct val="95000"/>
              </a:lnSpc>
              <a:spcBef>
                <a:spcPts val="0"/>
              </a:spcBef>
              <a:spcAft>
                <a:spcPts val="0"/>
              </a:spcAft>
              <a:buNone/>
              <a:defRPr sz="3000">
                <a:solidFill>
                  <a:schemeClr val="dk2"/>
                </a:solidFill>
              </a:defRPr>
            </a:lvl9pPr>
          </a:lstStyle>
          <a:p/>
        </p:txBody>
      </p:sp>
      <p:sp>
        <p:nvSpPr>
          <p:cNvPr id="725" name="Google Shape;725;p64"/>
          <p:cNvSpPr txBox="1"/>
          <p:nvPr>
            <p:ph idx="5" type="subTitle"/>
          </p:nvPr>
        </p:nvSpPr>
        <p:spPr>
          <a:xfrm>
            <a:off x="3457950" y="2233425"/>
            <a:ext cx="2228100" cy="533100"/>
          </a:xfrm>
          <a:prstGeom prst="rect">
            <a:avLst/>
          </a:prstGeom>
        </p:spPr>
        <p:txBody>
          <a:bodyPr anchorCtr="0" anchor="ctr" bIns="0" lIns="0" spcFirstLastPara="1" rIns="0" wrap="square" tIns="0">
            <a:noAutofit/>
          </a:bodyPr>
          <a:lstStyle>
            <a:lvl1pPr lvl="0" algn="ctr">
              <a:lnSpc>
                <a:spcPct val="95000"/>
              </a:lnSpc>
              <a:spcBef>
                <a:spcPts val="0"/>
              </a:spcBef>
              <a:spcAft>
                <a:spcPts val="0"/>
              </a:spcAft>
              <a:buNone/>
              <a:defRPr sz="1000"/>
            </a:lvl1pPr>
            <a:lvl2pPr lvl="1" algn="ctr">
              <a:lnSpc>
                <a:spcPct val="95000"/>
              </a:lnSpc>
              <a:spcBef>
                <a:spcPts val="0"/>
              </a:spcBef>
              <a:spcAft>
                <a:spcPts val="0"/>
              </a:spcAft>
              <a:buNone/>
              <a:defRPr sz="1000"/>
            </a:lvl2pPr>
            <a:lvl3pPr lvl="2" algn="ctr">
              <a:lnSpc>
                <a:spcPct val="95000"/>
              </a:lnSpc>
              <a:spcBef>
                <a:spcPts val="0"/>
              </a:spcBef>
              <a:spcAft>
                <a:spcPts val="0"/>
              </a:spcAft>
              <a:buNone/>
              <a:defRPr sz="1000"/>
            </a:lvl3pPr>
            <a:lvl4pPr lvl="3" algn="ctr">
              <a:lnSpc>
                <a:spcPct val="95000"/>
              </a:lnSpc>
              <a:spcBef>
                <a:spcPts val="0"/>
              </a:spcBef>
              <a:spcAft>
                <a:spcPts val="0"/>
              </a:spcAft>
              <a:buNone/>
              <a:defRPr sz="1000"/>
            </a:lvl4pPr>
            <a:lvl5pPr lvl="4" algn="ctr">
              <a:lnSpc>
                <a:spcPct val="95000"/>
              </a:lnSpc>
              <a:spcBef>
                <a:spcPts val="0"/>
              </a:spcBef>
              <a:spcAft>
                <a:spcPts val="0"/>
              </a:spcAft>
              <a:buNone/>
              <a:defRPr sz="1000"/>
            </a:lvl5pPr>
            <a:lvl6pPr lvl="5" algn="ctr">
              <a:lnSpc>
                <a:spcPct val="95000"/>
              </a:lnSpc>
              <a:spcBef>
                <a:spcPts val="0"/>
              </a:spcBef>
              <a:spcAft>
                <a:spcPts val="0"/>
              </a:spcAft>
              <a:buNone/>
              <a:defRPr sz="1000"/>
            </a:lvl6pPr>
            <a:lvl7pPr lvl="6" algn="ctr">
              <a:lnSpc>
                <a:spcPct val="95000"/>
              </a:lnSpc>
              <a:spcBef>
                <a:spcPts val="0"/>
              </a:spcBef>
              <a:spcAft>
                <a:spcPts val="0"/>
              </a:spcAft>
              <a:buNone/>
              <a:defRPr sz="1000"/>
            </a:lvl7pPr>
            <a:lvl8pPr lvl="7" algn="ctr">
              <a:lnSpc>
                <a:spcPct val="95000"/>
              </a:lnSpc>
              <a:spcBef>
                <a:spcPts val="0"/>
              </a:spcBef>
              <a:spcAft>
                <a:spcPts val="0"/>
              </a:spcAft>
              <a:buNone/>
              <a:defRPr sz="1000"/>
            </a:lvl8pPr>
            <a:lvl9pPr lvl="8" algn="ctr">
              <a:lnSpc>
                <a:spcPct val="95000"/>
              </a:lnSpc>
              <a:spcBef>
                <a:spcPts val="0"/>
              </a:spcBef>
              <a:spcAft>
                <a:spcPts val="0"/>
              </a:spcAft>
              <a:buNone/>
              <a:defRPr sz="1000"/>
            </a:lvl9pPr>
          </a:lstStyle>
          <a:p/>
        </p:txBody>
      </p:sp>
      <p:sp>
        <p:nvSpPr>
          <p:cNvPr id="726" name="Google Shape;726;p64"/>
          <p:cNvSpPr txBox="1"/>
          <p:nvPr>
            <p:ph idx="6" type="subTitle"/>
          </p:nvPr>
        </p:nvSpPr>
        <p:spPr>
          <a:xfrm>
            <a:off x="803225" y="1817900"/>
            <a:ext cx="2667900" cy="533100"/>
          </a:xfrm>
          <a:prstGeom prst="rect">
            <a:avLst/>
          </a:prstGeom>
        </p:spPr>
        <p:txBody>
          <a:bodyPr anchorCtr="0" anchor="ctr" bIns="0" lIns="0" spcFirstLastPara="1" rIns="0" wrap="square" tIns="0">
            <a:noAutofit/>
          </a:bodyPr>
          <a:lstStyle>
            <a:lvl1pPr lvl="0" algn="ctr">
              <a:lnSpc>
                <a:spcPct val="95000"/>
              </a:lnSpc>
              <a:spcBef>
                <a:spcPts val="0"/>
              </a:spcBef>
              <a:spcAft>
                <a:spcPts val="0"/>
              </a:spcAft>
              <a:buNone/>
              <a:defRPr/>
            </a:lvl1pPr>
            <a:lvl2pPr lvl="1" algn="ctr">
              <a:lnSpc>
                <a:spcPct val="95000"/>
              </a:lnSpc>
              <a:spcBef>
                <a:spcPts val="0"/>
              </a:spcBef>
              <a:spcAft>
                <a:spcPts val="0"/>
              </a:spcAft>
              <a:buNone/>
              <a:defRPr/>
            </a:lvl2pPr>
            <a:lvl3pPr lvl="2" algn="ctr">
              <a:lnSpc>
                <a:spcPct val="95000"/>
              </a:lnSpc>
              <a:spcBef>
                <a:spcPts val="0"/>
              </a:spcBef>
              <a:spcAft>
                <a:spcPts val="0"/>
              </a:spcAft>
              <a:buNone/>
              <a:defRPr/>
            </a:lvl3pPr>
            <a:lvl4pPr lvl="3" algn="ctr">
              <a:lnSpc>
                <a:spcPct val="95000"/>
              </a:lnSpc>
              <a:spcBef>
                <a:spcPts val="0"/>
              </a:spcBef>
              <a:spcAft>
                <a:spcPts val="0"/>
              </a:spcAft>
              <a:buNone/>
              <a:defRPr/>
            </a:lvl4pPr>
            <a:lvl5pPr lvl="4" algn="ctr">
              <a:lnSpc>
                <a:spcPct val="95000"/>
              </a:lnSpc>
              <a:spcBef>
                <a:spcPts val="0"/>
              </a:spcBef>
              <a:spcAft>
                <a:spcPts val="0"/>
              </a:spcAft>
              <a:buNone/>
              <a:defRPr/>
            </a:lvl5pPr>
            <a:lvl6pPr lvl="5" algn="ctr">
              <a:lnSpc>
                <a:spcPct val="95000"/>
              </a:lnSpc>
              <a:spcBef>
                <a:spcPts val="0"/>
              </a:spcBef>
              <a:spcAft>
                <a:spcPts val="0"/>
              </a:spcAft>
              <a:buNone/>
              <a:defRPr/>
            </a:lvl6pPr>
            <a:lvl7pPr lvl="6" algn="ctr">
              <a:lnSpc>
                <a:spcPct val="95000"/>
              </a:lnSpc>
              <a:spcBef>
                <a:spcPts val="0"/>
              </a:spcBef>
              <a:spcAft>
                <a:spcPts val="0"/>
              </a:spcAft>
              <a:buNone/>
              <a:defRPr/>
            </a:lvl7pPr>
            <a:lvl8pPr lvl="7" algn="ctr">
              <a:lnSpc>
                <a:spcPct val="95000"/>
              </a:lnSpc>
              <a:spcBef>
                <a:spcPts val="0"/>
              </a:spcBef>
              <a:spcAft>
                <a:spcPts val="0"/>
              </a:spcAft>
              <a:buNone/>
              <a:defRPr/>
            </a:lvl8pPr>
            <a:lvl9pPr lvl="8" algn="ctr">
              <a:lnSpc>
                <a:spcPct val="95000"/>
              </a:lnSpc>
              <a:spcBef>
                <a:spcPts val="0"/>
              </a:spcBef>
              <a:spcAft>
                <a:spcPts val="0"/>
              </a:spcAft>
              <a:buNone/>
              <a:defRPr/>
            </a:lvl9pPr>
          </a:lstStyle>
          <a:p/>
        </p:txBody>
      </p:sp>
      <p:sp>
        <p:nvSpPr>
          <p:cNvPr id="727" name="Google Shape;727;p64"/>
          <p:cNvSpPr txBox="1"/>
          <p:nvPr>
            <p:ph idx="7" type="subTitle"/>
          </p:nvPr>
        </p:nvSpPr>
        <p:spPr>
          <a:xfrm>
            <a:off x="1621775" y="2701750"/>
            <a:ext cx="1124700" cy="533100"/>
          </a:xfrm>
          <a:prstGeom prst="rect">
            <a:avLst/>
          </a:prstGeom>
        </p:spPr>
        <p:txBody>
          <a:bodyPr anchorCtr="0" anchor="ctr" bIns="0" lIns="0" spcFirstLastPara="1" rIns="0" wrap="square" tIns="0">
            <a:noAutofit/>
          </a:bodyPr>
          <a:lstStyle>
            <a:lvl1pPr lvl="0" algn="ctr">
              <a:lnSpc>
                <a:spcPct val="95000"/>
              </a:lnSpc>
              <a:spcBef>
                <a:spcPts val="0"/>
              </a:spcBef>
              <a:spcAft>
                <a:spcPts val="0"/>
              </a:spcAft>
              <a:buNone/>
              <a:defRPr sz="3000">
                <a:solidFill>
                  <a:schemeClr val="dk2"/>
                </a:solidFill>
              </a:defRPr>
            </a:lvl1pPr>
            <a:lvl2pPr lvl="1" algn="ctr">
              <a:lnSpc>
                <a:spcPct val="95000"/>
              </a:lnSpc>
              <a:spcBef>
                <a:spcPts val="0"/>
              </a:spcBef>
              <a:spcAft>
                <a:spcPts val="0"/>
              </a:spcAft>
              <a:buNone/>
              <a:defRPr sz="3000">
                <a:solidFill>
                  <a:schemeClr val="dk2"/>
                </a:solidFill>
              </a:defRPr>
            </a:lvl2pPr>
            <a:lvl3pPr lvl="2" algn="ctr">
              <a:lnSpc>
                <a:spcPct val="95000"/>
              </a:lnSpc>
              <a:spcBef>
                <a:spcPts val="0"/>
              </a:spcBef>
              <a:spcAft>
                <a:spcPts val="0"/>
              </a:spcAft>
              <a:buNone/>
              <a:defRPr sz="3000">
                <a:solidFill>
                  <a:schemeClr val="dk2"/>
                </a:solidFill>
              </a:defRPr>
            </a:lvl3pPr>
            <a:lvl4pPr lvl="3" algn="ctr">
              <a:lnSpc>
                <a:spcPct val="95000"/>
              </a:lnSpc>
              <a:spcBef>
                <a:spcPts val="0"/>
              </a:spcBef>
              <a:spcAft>
                <a:spcPts val="0"/>
              </a:spcAft>
              <a:buNone/>
              <a:defRPr sz="3000">
                <a:solidFill>
                  <a:schemeClr val="dk2"/>
                </a:solidFill>
              </a:defRPr>
            </a:lvl4pPr>
            <a:lvl5pPr lvl="4" algn="ctr">
              <a:lnSpc>
                <a:spcPct val="95000"/>
              </a:lnSpc>
              <a:spcBef>
                <a:spcPts val="0"/>
              </a:spcBef>
              <a:spcAft>
                <a:spcPts val="0"/>
              </a:spcAft>
              <a:buNone/>
              <a:defRPr sz="3000">
                <a:solidFill>
                  <a:schemeClr val="dk2"/>
                </a:solidFill>
              </a:defRPr>
            </a:lvl5pPr>
            <a:lvl6pPr lvl="5" algn="ctr">
              <a:lnSpc>
                <a:spcPct val="95000"/>
              </a:lnSpc>
              <a:spcBef>
                <a:spcPts val="0"/>
              </a:spcBef>
              <a:spcAft>
                <a:spcPts val="0"/>
              </a:spcAft>
              <a:buNone/>
              <a:defRPr sz="3000">
                <a:solidFill>
                  <a:schemeClr val="dk2"/>
                </a:solidFill>
              </a:defRPr>
            </a:lvl6pPr>
            <a:lvl7pPr lvl="6" algn="ctr">
              <a:lnSpc>
                <a:spcPct val="95000"/>
              </a:lnSpc>
              <a:spcBef>
                <a:spcPts val="0"/>
              </a:spcBef>
              <a:spcAft>
                <a:spcPts val="0"/>
              </a:spcAft>
              <a:buNone/>
              <a:defRPr sz="3000">
                <a:solidFill>
                  <a:schemeClr val="dk2"/>
                </a:solidFill>
              </a:defRPr>
            </a:lvl7pPr>
            <a:lvl8pPr lvl="7" algn="ctr">
              <a:lnSpc>
                <a:spcPct val="95000"/>
              </a:lnSpc>
              <a:spcBef>
                <a:spcPts val="0"/>
              </a:spcBef>
              <a:spcAft>
                <a:spcPts val="0"/>
              </a:spcAft>
              <a:buNone/>
              <a:defRPr sz="3000">
                <a:solidFill>
                  <a:schemeClr val="dk2"/>
                </a:solidFill>
              </a:defRPr>
            </a:lvl8pPr>
            <a:lvl9pPr lvl="8" algn="ctr">
              <a:lnSpc>
                <a:spcPct val="95000"/>
              </a:lnSpc>
              <a:spcBef>
                <a:spcPts val="0"/>
              </a:spcBef>
              <a:spcAft>
                <a:spcPts val="0"/>
              </a:spcAft>
              <a:buNone/>
              <a:defRPr sz="3000">
                <a:solidFill>
                  <a:schemeClr val="dk2"/>
                </a:solidFill>
              </a:defRPr>
            </a:lvl9pPr>
          </a:lstStyle>
          <a:p/>
        </p:txBody>
      </p:sp>
      <p:sp>
        <p:nvSpPr>
          <p:cNvPr id="728" name="Google Shape;728;p64"/>
          <p:cNvSpPr txBox="1"/>
          <p:nvPr>
            <p:ph idx="8" type="subTitle"/>
          </p:nvPr>
        </p:nvSpPr>
        <p:spPr>
          <a:xfrm>
            <a:off x="1023125" y="2246625"/>
            <a:ext cx="2228100" cy="533100"/>
          </a:xfrm>
          <a:prstGeom prst="rect">
            <a:avLst/>
          </a:prstGeom>
        </p:spPr>
        <p:txBody>
          <a:bodyPr anchorCtr="0" anchor="ctr" bIns="0" lIns="0" spcFirstLastPara="1" rIns="0" wrap="square" tIns="0">
            <a:noAutofit/>
          </a:bodyPr>
          <a:lstStyle>
            <a:lvl1pPr lvl="0" algn="ctr">
              <a:lnSpc>
                <a:spcPct val="95000"/>
              </a:lnSpc>
              <a:spcBef>
                <a:spcPts val="0"/>
              </a:spcBef>
              <a:spcAft>
                <a:spcPts val="0"/>
              </a:spcAft>
              <a:buNone/>
              <a:defRPr sz="1000"/>
            </a:lvl1pPr>
            <a:lvl2pPr lvl="1" algn="ctr">
              <a:lnSpc>
                <a:spcPct val="95000"/>
              </a:lnSpc>
              <a:spcBef>
                <a:spcPts val="0"/>
              </a:spcBef>
              <a:spcAft>
                <a:spcPts val="0"/>
              </a:spcAft>
              <a:buNone/>
              <a:defRPr sz="1000"/>
            </a:lvl2pPr>
            <a:lvl3pPr lvl="2" algn="ctr">
              <a:lnSpc>
                <a:spcPct val="95000"/>
              </a:lnSpc>
              <a:spcBef>
                <a:spcPts val="0"/>
              </a:spcBef>
              <a:spcAft>
                <a:spcPts val="0"/>
              </a:spcAft>
              <a:buNone/>
              <a:defRPr sz="1000"/>
            </a:lvl3pPr>
            <a:lvl4pPr lvl="3" algn="ctr">
              <a:lnSpc>
                <a:spcPct val="95000"/>
              </a:lnSpc>
              <a:spcBef>
                <a:spcPts val="0"/>
              </a:spcBef>
              <a:spcAft>
                <a:spcPts val="0"/>
              </a:spcAft>
              <a:buNone/>
              <a:defRPr sz="1000"/>
            </a:lvl4pPr>
            <a:lvl5pPr lvl="4" algn="ctr">
              <a:lnSpc>
                <a:spcPct val="95000"/>
              </a:lnSpc>
              <a:spcBef>
                <a:spcPts val="0"/>
              </a:spcBef>
              <a:spcAft>
                <a:spcPts val="0"/>
              </a:spcAft>
              <a:buNone/>
              <a:defRPr sz="1000"/>
            </a:lvl5pPr>
            <a:lvl6pPr lvl="5" algn="ctr">
              <a:lnSpc>
                <a:spcPct val="95000"/>
              </a:lnSpc>
              <a:spcBef>
                <a:spcPts val="0"/>
              </a:spcBef>
              <a:spcAft>
                <a:spcPts val="0"/>
              </a:spcAft>
              <a:buNone/>
              <a:defRPr sz="1000"/>
            </a:lvl6pPr>
            <a:lvl7pPr lvl="6" algn="ctr">
              <a:lnSpc>
                <a:spcPct val="95000"/>
              </a:lnSpc>
              <a:spcBef>
                <a:spcPts val="0"/>
              </a:spcBef>
              <a:spcAft>
                <a:spcPts val="0"/>
              </a:spcAft>
              <a:buNone/>
              <a:defRPr sz="1000"/>
            </a:lvl7pPr>
            <a:lvl8pPr lvl="7" algn="ctr">
              <a:lnSpc>
                <a:spcPct val="95000"/>
              </a:lnSpc>
              <a:spcBef>
                <a:spcPts val="0"/>
              </a:spcBef>
              <a:spcAft>
                <a:spcPts val="0"/>
              </a:spcAft>
              <a:buNone/>
              <a:defRPr sz="1000"/>
            </a:lvl8pPr>
            <a:lvl9pPr lvl="8" algn="ctr">
              <a:lnSpc>
                <a:spcPct val="95000"/>
              </a:lnSpc>
              <a:spcBef>
                <a:spcPts val="0"/>
              </a:spcBef>
              <a:spcAft>
                <a:spcPts val="0"/>
              </a:spcAft>
              <a:buNone/>
              <a:defRPr sz="1000"/>
            </a:lvl9pPr>
          </a:lstStyle>
          <a:p/>
        </p:txBody>
      </p:sp>
      <p:sp>
        <p:nvSpPr>
          <p:cNvPr id="729" name="Google Shape;729;p64"/>
          <p:cNvSpPr txBox="1"/>
          <p:nvPr>
            <p:ph idx="9" type="subTitle"/>
          </p:nvPr>
        </p:nvSpPr>
        <p:spPr>
          <a:xfrm>
            <a:off x="5672875" y="1804700"/>
            <a:ext cx="2667900" cy="533100"/>
          </a:xfrm>
          <a:prstGeom prst="rect">
            <a:avLst/>
          </a:prstGeom>
        </p:spPr>
        <p:txBody>
          <a:bodyPr anchorCtr="0" anchor="ctr" bIns="0" lIns="0" spcFirstLastPara="1" rIns="0" wrap="square" tIns="0">
            <a:noAutofit/>
          </a:bodyPr>
          <a:lstStyle>
            <a:lvl1pPr lvl="0" algn="ctr">
              <a:lnSpc>
                <a:spcPct val="95000"/>
              </a:lnSpc>
              <a:spcBef>
                <a:spcPts val="0"/>
              </a:spcBef>
              <a:spcAft>
                <a:spcPts val="0"/>
              </a:spcAft>
              <a:buNone/>
              <a:defRPr/>
            </a:lvl1pPr>
            <a:lvl2pPr lvl="1" algn="ctr">
              <a:lnSpc>
                <a:spcPct val="95000"/>
              </a:lnSpc>
              <a:spcBef>
                <a:spcPts val="0"/>
              </a:spcBef>
              <a:spcAft>
                <a:spcPts val="0"/>
              </a:spcAft>
              <a:buNone/>
              <a:defRPr/>
            </a:lvl2pPr>
            <a:lvl3pPr lvl="2" algn="ctr">
              <a:lnSpc>
                <a:spcPct val="95000"/>
              </a:lnSpc>
              <a:spcBef>
                <a:spcPts val="0"/>
              </a:spcBef>
              <a:spcAft>
                <a:spcPts val="0"/>
              </a:spcAft>
              <a:buNone/>
              <a:defRPr/>
            </a:lvl3pPr>
            <a:lvl4pPr lvl="3" algn="ctr">
              <a:lnSpc>
                <a:spcPct val="95000"/>
              </a:lnSpc>
              <a:spcBef>
                <a:spcPts val="0"/>
              </a:spcBef>
              <a:spcAft>
                <a:spcPts val="0"/>
              </a:spcAft>
              <a:buNone/>
              <a:defRPr/>
            </a:lvl4pPr>
            <a:lvl5pPr lvl="4" algn="ctr">
              <a:lnSpc>
                <a:spcPct val="95000"/>
              </a:lnSpc>
              <a:spcBef>
                <a:spcPts val="0"/>
              </a:spcBef>
              <a:spcAft>
                <a:spcPts val="0"/>
              </a:spcAft>
              <a:buNone/>
              <a:defRPr/>
            </a:lvl5pPr>
            <a:lvl6pPr lvl="5" algn="ctr">
              <a:lnSpc>
                <a:spcPct val="95000"/>
              </a:lnSpc>
              <a:spcBef>
                <a:spcPts val="0"/>
              </a:spcBef>
              <a:spcAft>
                <a:spcPts val="0"/>
              </a:spcAft>
              <a:buNone/>
              <a:defRPr/>
            </a:lvl6pPr>
            <a:lvl7pPr lvl="6" algn="ctr">
              <a:lnSpc>
                <a:spcPct val="95000"/>
              </a:lnSpc>
              <a:spcBef>
                <a:spcPts val="0"/>
              </a:spcBef>
              <a:spcAft>
                <a:spcPts val="0"/>
              </a:spcAft>
              <a:buNone/>
              <a:defRPr/>
            </a:lvl7pPr>
            <a:lvl8pPr lvl="7" algn="ctr">
              <a:lnSpc>
                <a:spcPct val="95000"/>
              </a:lnSpc>
              <a:spcBef>
                <a:spcPts val="0"/>
              </a:spcBef>
              <a:spcAft>
                <a:spcPts val="0"/>
              </a:spcAft>
              <a:buNone/>
              <a:defRPr/>
            </a:lvl8pPr>
            <a:lvl9pPr lvl="8" algn="ctr">
              <a:lnSpc>
                <a:spcPct val="95000"/>
              </a:lnSpc>
              <a:spcBef>
                <a:spcPts val="0"/>
              </a:spcBef>
              <a:spcAft>
                <a:spcPts val="0"/>
              </a:spcAft>
              <a:buNone/>
              <a:defRPr/>
            </a:lvl9pPr>
          </a:lstStyle>
          <a:p/>
        </p:txBody>
      </p:sp>
      <p:sp>
        <p:nvSpPr>
          <p:cNvPr id="730" name="Google Shape;730;p64"/>
          <p:cNvSpPr txBox="1"/>
          <p:nvPr>
            <p:ph idx="13" type="subTitle"/>
          </p:nvPr>
        </p:nvSpPr>
        <p:spPr>
          <a:xfrm>
            <a:off x="6491425" y="2688550"/>
            <a:ext cx="1124700" cy="533100"/>
          </a:xfrm>
          <a:prstGeom prst="rect">
            <a:avLst/>
          </a:prstGeom>
        </p:spPr>
        <p:txBody>
          <a:bodyPr anchorCtr="0" anchor="ctr" bIns="0" lIns="0" spcFirstLastPara="1" rIns="0" wrap="square" tIns="0">
            <a:noAutofit/>
          </a:bodyPr>
          <a:lstStyle>
            <a:lvl1pPr lvl="0" algn="ctr">
              <a:lnSpc>
                <a:spcPct val="95000"/>
              </a:lnSpc>
              <a:spcBef>
                <a:spcPts val="0"/>
              </a:spcBef>
              <a:spcAft>
                <a:spcPts val="0"/>
              </a:spcAft>
              <a:buNone/>
              <a:defRPr sz="3000">
                <a:solidFill>
                  <a:schemeClr val="dk2"/>
                </a:solidFill>
              </a:defRPr>
            </a:lvl1pPr>
            <a:lvl2pPr lvl="1" algn="ctr">
              <a:lnSpc>
                <a:spcPct val="95000"/>
              </a:lnSpc>
              <a:spcBef>
                <a:spcPts val="0"/>
              </a:spcBef>
              <a:spcAft>
                <a:spcPts val="0"/>
              </a:spcAft>
              <a:buNone/>
              <a:defRPr sz="3000">
                <a:solidFill>
                  <a:schemeClr val="dk2"/>
                </a:solidFill>
              </a:defRPr>
            </a:lvl2pPr>
            <a:lvl3pPr lvl="2" algn="ctr">
              <a:lnSpc>
                <a:spcPct val="95000"/>
              </a:lnSpc>
              <a:spcBef>
                <a:spcPts val="0"/>
              </a:spcBef>
              <a:spcAft>
                <a:spcPts val="0"/>
              </a:spcAft>
              <a:buNone/>
              <a:defRPr sz="3000">
                <a:solidFill>
                  <a:schemeClr val="dk2"/>
                </a:solidFill>
              </a:defRPr>
            </a:lvl3pPr>
            <a:lvl4pPr lvl="3" algn="ctr">
              <a:lnSpc>
                <a:spcPct val="95000"/>
              </a:lnSpc>
              <a:spcBef>
                <a:spcPts val="0"/>
              </a:spcBef>
              <a:spcAft>
                <a:spcPts val="0"/>
              </a:spcAft>
              <a:buNone/>
              <a:defRPr sz="3000">
                <a:solidFill>
                  <a:schemeClr val="dk2"/>
                </a:solidFill>
              </a:defRPr>
            </a:lvl4pPr>
            <a:lvl5pPr lvl="4" algn="ctr">
              <a:lnSpc>
                <a:spcPct val="95000"/>
              </a:lnSpc>
              <a:spcBef>
                <a:spcPts val="0"/>
              </a:spcBef>
              <a:spcAft>
                <a:spcPts val="0"/>
              </a:spcAft>
              <a:buNone/>
              <a:defRPr sz="3000">
                <a:solidFill>
                  <a:schemeClr val="dk2"/>
                </a:solidFill>
              </a:defRPr>
            </a:lvl5pPr>
            <a:lvl6pPr lvl="5" algn="ctr">
              <a:lnSpc>
                <a:spcPct val="95000"/>
              </a:lnSpc>
              <a:spcBef>
                <a:spcPts val="0"/>
              </a:spcBef>
              <a:spcAft>
                <a:spcPts val="0"/>
              </a:spcAft>
              <a:buNone/>
              <a:defRPr sz="3000">
                <a:solidFill>
                  <a:schemeClr val="dk2"/>
                </a:solidFill>
              </a:defRPr>
            </a:lvl6pPr>
            <a:lvl7pPr lvl="6" algn="ctr">
              <a:lnSpc>
                <a:spcPct val="95000"/>
              </a:lnSpc>
              <a:spcBef>
                <a:spcPts val="0"/>
              </a:spcBef>
              <a:spcAft>
                <a:spcPts val="0"/>
              </a:spcAft>
              <a:buNone/>
              <a:defRPr sz="3000">
                <a:solidFill>
                  <a:schemeClr val="dk2"/>
                </a:solidFill>
              </a:defRPr>
            </a:lvl7pPr>
            <a:lvl8pPr lvl="7" algn="ctr">
              <a:lnSpc>
                <a:spcPct val="95000"/>
              </a:lnSpc>
              <a:spcBef>
                <a:spcPts val="0"/>
              </a:spcBef>
              <a:spcAft>
                <a:spcPts val="0"/>
              </a:spcAft>
              <a:buNone/>
              <a:defRPr sz="3000">
                <a:solidFill>
                  <a:schemeClr val="dk2"/>
                </a:solidFill>
              </a:defRPr>
            </a:lvl8pPr>
            <a:lvl9pPr lvl="8" algn="ctr">
              <a:lnSpc>
                <a:spcPct val="95000"/>
              </a:lnSpc>
              <a:spcBef>
                <a:spcPts val="0"/>
              </a:spcBef>
              <a:spcAft>
                <a:spcPts val="0"/>
              </a:spcAft>
              <a:buNone/>
              <a:defRPr sz="3000">
                <a:solidFill>
                  <a:schemeClr val="dk2"/>
                </a:solidFill>
              </a:defRPr>
            </a:lvl9pPr>
          </a:lstStyle>
          <a:p/>
        </p:txBody>
      </p:sp>
      <p:sp>
        <p:nvSpPr>
          <p:cNvPr id="731" name="Google Shape;731;p64"/>
          <p:cNvSpPr txBox="1"/>
          <p:nvPr>
            <p:ph idx="14" type="subTitle"/>
          </p:nvPr>
        </p:nvSpPr>
        <p:spPr>
          <a:xfrm>
            <a:off x="5892775" y="2233425"/>
            <a:ext cx="2228100" cy="533100"/>
          </a:xfrm>
          <a:prstGeom prst="rect">
            <a:avLst/>
          </a:prstGeom>
        </p:spPr>
        <p:txBody>
          <a:bodyPr anchorCtr="0" anchor="ctr" bIns="0" lIns="0" spcFirstLastPara="1" rIns="0" wrap="square" tIns="0">
            <a:noAutofit/>
          </a:bodyPr>
          <a:lstStyle>
            <a:lvl1pPr lvl="0" algn="ctr">
              <a:lnSpc>
                <a:spcPct val="95000"/>
              </a:lnSpc>
              <a:spcBef>
                <a:spcPts val="0"/>
              </a:spcBef>
              <a:spcAft>
                <a:spcPts val="0"/>
              </a:spcAft>
              <a:buNone/>
              <a:defRPr sz="1000"/>
            </a:lvl1pPr>
            <a:lvl2pPr lvl="1" algn="ctr">
              <a:lnSpc>
                <a:spcPct val="95000"/>
              </a:lnSpc>
              <a:spcBef>
                <a:spcPts val="0"/>
              </a:spcBef>
              <a:spcAft>
                <a:spcPts val="0"/>
              </a:spcAft>
              <a:buNone/>
              <a:defRPr sz="1000"/>
            </a:lvl2pPr>
            <a:lvl3pPr lvl="2" algn="ctr">
              <a:lnSpc>
                <a:spcPct val="95000"/>
              </a:lnSpc>
              <a:spcBef>
                <a:spcPts val="0"/>
              </a:spcBef>
              <a:spcAft>
                <a:spcPts val="0"/>
              </a:spcAft>
              <a:buNone/>
              <a:defRPr sz="1000"/>
            </a:lvl3pPr>
            <a:lvl4pPr lvl="3" algn="ctr">
              <a:lnSpc>
                <a:spcPct val="95000"/>
              </a:lnSpc>
              <a:spcBef>
                <a:spcPts val="0"/>
              </a:spcBef>
              <a:spcAft>
                <a:spcPts val="0"/>
              </a:spcAft>
              <a:buNone/>
              <a:defRPr sz="1000"/>
            </a:lvl4pPr>
            <a:lvl5pPr lvl="4" algn="ctr">
              <a:lnSpc>
                <a:spcPct val="95000"/>
              </a:lnSpc>
              <a:spcBef>
                <a:spcPts val="0"/>
              </a:spcBef>
              <a:spcAft>
                <a:spcPts val="0"/>
              </a:spcAft>
              <a:buNone/>
              <a:defRPr sz="1000"/>
            </a:lvl5pPr>
            <a:lvl6pPr lvl="5" algn="ctr">
              <a:lnSpc>
                <a:spcPct val="95000"/>
              </a:lnSpc>
              <a:spcBef>
                <a:spcPts val="0"/>
              </a:spcBef>
              <a:spcAft>
                <a:spcPts val="0"/>
              </a:spcAft>
              <a:buNone/>
              <a:defRPr sz="1000"/>
            </a:lvl6pPr>
            <a:lvl7pPr lvl="6" algn="ctr">
              <a:lnSpc>
                <a:spcPct val="95000"/>
              </a:lnSpc>
              <a:spcBef>
                <a:spcPts val="0"/>
              </a:spcBef>
              <a:spcAft>
                <a:spcPts val="0"/>
              </a:spcAft>
              <a:buNone/>
              <a:defRPr sz="1000"/>
            </a:lvl7pPr>
            <a:lvl8pPr lvl="7" algn="ctr">
              <a:lnSpc>
                <a:spcPct val="95000"/>
              </a:lnSpc>
              <a:spcBef>
                <a:spcPts val="0"/>
              </a:spcBef>
              <a:spcAft>
                <a:spcPts val="0"/>
              </a:spcAft>
              <a:buNone/>
              <a:defRPr sz="1000"/>
            </a:lvl8pPr>
            <a:lvl9pPr lvl="8" algn="ctr">
              <a:lnSpc>
                <a:spcPct val="95000"/>
              </a:lnSpc>
              <a:spcBef>
                <a:spcPts val="0"/>
              </a:spcBef>
              <a:spcAft>
                <a:spcPts val="0"/>
              </a:spcAft>
              <a:buNone/>
              <a:defRPr sz="1000"/>
            </a:lvl9pPr>
          </a:lstStyle>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meline 2">
  <p:cSld name="CUSTOM_8_1_1_1_1_1_1_1_1_1_1_1_1_1_1_1_1_1_1_1_1_1_1_1_1_1_1_1_1_1_1_1_1_1_1_1_1_1">
    <p:spTree>
      <p:nvGrpSpPr>
        <p:cNvPr id="732" name="Shape 732"/>
        <p:cNvGrpSpPr/>
        <p:nvPr/>
      </p:nvGrpSpPr>
      <p:grpSpPr>
        <a:xfrm>
          <a:off x="0" y="0"/>
          <a:ext cx="0" cy="0"/>
          <a:chOff x="0" y="0"/>
          <a:chExt cx="0" cy="0"/>
        </a:xfrm>
      </p:grpSpPr>
      <p:sp>
        <p:nvSpPr>
          <p:cNvPr id="733" name="Google Shape;733;p65"/>
          <p:cNvSpPr/>
          <p:nvPr/>
        </p:nvSpPr>
        <p:spPr>
          <a:xfrm rot="5400000">
            <a:off x="5473500" y="0"/>
            <a:ext cx="3670500" cy="3670500"/>
          </a:xfrm>
          <a:prstGeom prst="rect">
            <a:avLst/>
          </a:prstGeom>
          <a:gradFill>
            <a:gsLst>
              <a:gs pos="0">
                <a:schemeClr val="accent5"/>
              </a:gs>
              <a:gs pos="72000">
                <a:schemeClr val="lt1"/>
              </a:gs>
              <a:gs pos="100000">
                <a:schemeClr val="lt1"/>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734" name="Google Shape;734;p65"/>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735" name="Google Shape;735;p65"/>
          <p:cNvSpPr txBox="1"/>
          <p:nvPr>
            <p:ph idx="2"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736" name="Google Shape;736;p65"/>
          <p:cNvSpPr txBox="1"/>
          <p:nvPr>
            <p:ph idx="3" type="title"/>
          </p:nvPr>
        </p:nvSpPr>
        <p:spPr>
          <a:xfrm>
            <a:off x="228600" y="457200"/>
            <a:ext cx="4160400" cy="4647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2000"/>
            </a:lvl1pPr>
            <a:lvl2pPr lvl="1">
              <a:spcBef>
                <a:spcPts val="0"/>
              </a:spcBef>
              <a:spcAft>
                <a:spcPts val="0"/>
              </a:spcAft>
              <a:buSzPts val="2000"/>
              <a:buFont typeface="Figtree"/>
              <a:buNone/>
              <a:defRPr sz="2000">
                <a:latin typeface="Figtree"/>
                <a:ea typeface="Figtree"/>
                <a:cs typeface="Figtree"/>
                <a:sym typeface="Figtree"/>
              </a:defRPr>
            </a:lvl2pPr>
            <a:lvl3pPr lvl="2">
              <a:spcBef>
                <a:spcPts val="0"/>
              </a:spcBef>
              <a:spcAft>
                <a:spcPts val="0"/>
              </a:spcAft>
              <a:buSzPts val="2000"/>
              <a:buFont typeface="Figtree"/>
              <a:buNone/>
              <a:defRPr sz="2000">
                <a:latin typeface="Figtree"/>
                <a:ea typeface="Figtree"/>
                <a:cs typeface="Figtree"/>
                <a:sym typeface="Figtree"/>
              </a:defRPr>
            </a:lvl3pPr>
            <a:lvl4pPr lvl="3">
              <a:spcBef>
                <a:spcPts val="0"/>
              </a:spcBef>
              <a:spcAft>
                <a:spcPts val="0"/>
              </a:spcAft>
              <a:buSzPts val="2000"/>
              <a:buFont typeface="Figtree"/>
              <a:buNone/>
              <a:defRPr sz="2000">
                <a:latin typeface="Figtree"/>
                <a:ea typeface="Figtree"/>
                <a:cs typeface="Figtree"/>
                <a:sym typeface="Figtree"/>
              </a:defRPr>
            </a:lvl4pPr>
            <a:lvl5pPr lvl="4">
              <a:spcBef>
                <a:spcPts val="0"/>
              </a:spcBef>
              <a:spcAft>
                <a:spcPts val="0"/>
              </a:spcAft>
              <a:buSzPts val="2000"/>
              <a:buFont typeface="Figtree"/>
              <a:buNone/>
              <a:defRPr sz="2000">
                <a:latin typeface="Figtree"/>
                <a:ea typeface="Figtree"/>
                <a:cs typeface="Figtree"/>
                <a:sym typeface="Figtree"/>
              </a:defRPr>
            </a:lvl5pPr>
            <a:lvl6pPr lvl="5">
              <a:spcBef>
                <a:spcPts val="0"/>
              </a:spcBef>
              <a:spcAft>
                <a:spcPts val="0"/>
              </a:spcAft>
              <a:buSzPts val="2000"/>
              <a:buFont typeface="Figtree"/>
              <a:buNone/>
              <a:defRPr sz="2000">
                <a:latin typeface="Figtree"/>
                <a:ea typeface="Figtree"/>
                <a:cs typeface="Figtree"/>
                <a:sym typeface="Figtree"/>
              </a:defRPr>
            </a:lvl6pPr>
            <a:lvl7pPr lvl="6">
              <a:spcBef>
                <a:spcPts val="0"/>
              </a:spcBef>
              <a:spcAft>
                <a:spcPts val="0"/>
              </a:spcAft>
              <a:buSzPts val="2000"/>
              <a:buFont typeface="Figtree"/>
              <a:buNone/>
              <a:defRPr sz="2000">
                <a:latin typeface="Figtree"/>
                <a:ea typeface="Figtree"/>
                <a:cs typeface="Figtree"/>
                <a:sym typeface="Figtree"/>
              </a:defRPr>
            </a:lvl7pPr>
            <a:lvl8pPr lvl="7">
              <a:spcBef>
                <a:spcPts val="0"/>
              </a:spcBef>
              <a:spcAft>
                <a:spcPts val="0"/>
              </a:spcAft>
              <a:buSzPts val="2000"/>
              <a:buFont typeface="Figtree"/>
              <a:buNone/>
              <a:defRPr sz="2000">
                <a:latin typeface="Figtree"/>
                <a:ea typeface="Figtree"/>
                <a:cs typeface="Figtree"/>
                <a:sym typeface="Figtree"/>
              </a:defRPr>
            </a:lvl8pPr>
            <a:lvl9pPr lvl="8">
              <a:spcBef>
                <a:spcPts val="0"/>
              </a:spcBef>
              <a:spcAft>
                <a:spcPts val="0"/>
              </a:spcAft>
              <a:buSzPts val="2000"/>
              <a:buFont typeface="Figtree"/>
              <a:buNone/>
              <a:defRPr sz="2000">
                <a:latin typeface="Figtree"/>
                <a:ea typeface="Figtree"/>
                <a:cs typeface="Figtree"/>
                <a:sym typeface="Figtree"/>
              </a:defRPr>
            </a:lvl9pPr>
          </a:lstStyle>
          <a:p/>
        </p:txBody>
      </p:sp>
      <p:sp>
        <p:nvSpPr>
          <p:cNvPr id="737" name="Google Shape;737;p65"/>
          <p:cNvSpPr txBox="1"/>
          <p:nvPr>
            <p:ph idx="1" type="subTitle"/>
          </p:nvPr>
        </p:nvSpPr>
        <p:spPr>
          <a:xfrm>
            <a:off x="228600" y="792994"/>
            <a:ext cx="3130200" cy="172200"/>
          </a:xfrm>
          <a:prstGeom prst="rect">
            <a:avLst/>
          </a:prstGeom>
        </p:spPr>
        <p:txBody>
          <a:bodyPr anchorCtr="0" anchor="t" bIns="0" lIns="0" spcFirstLastPara="1" rIns="0" wrap="square" tIns="0">
            <a:noAutofit/>
          </a:bodyPr>
          <a:lstStyle>
            <a:lvl1pPr lvl="0">
              <a:spcBef>
                <a:spcPts val="0"/>
              </a:spcBef>
              <a:spcAft>
                <a:spcPts val="0"/>
              </a:spcAft>
              <a:buNone/>
              <a:defRPr sz="1200">
                <a:latin typeface="Jost"/>
                <a:ea typeface="Jost"/>
                <a:cs typeface="Jost"/>
                <a:sym typeface="Jost"/>
              </a:defRPr>
            </a:lvl1pPr>
            <a:lvl2pPr lvl="1">
              <a:spcBef>
                <a:spcPts val="0"/>
              </a:spcBef>
              <a:spcAft>
                <a:spcPts val="0"/>
              </a:spcAft>
              <a:buNone/>
              <a:defRPr sz="1200">
                <a:latin typeface="Jost"/>
                <a:ea typeface="Jost"/>
                <a:cs typeface="Jost"/>
                <a:sym typeface="Jost"/>
              </a:defRPr>
            </a:lvl2pPr>
            <a:lvl3pPr lvl="2">
              <a:spcBef>
                <a:spcPts val="0"/>
              </a:spcBef>
              <a:spcAft>
                <a:spcPts val="0"/>
              </a:spcAft>
              <a:buNone/>
              <a:defRPr sz="1200">
                <a:latin typeface="Jost"/>
                <a:ea typeface="Jost"/>
                <a:cs typeface="Jost"/>
                <a:sym typeface="Jost"/>
              </a:defRPr>
            </a:lvl3pPr>
            <a:lvl4pPr lvl="3">
              <a:spcBef>
                <a:spcPts val="0"/>
              </a:spcBef>
              <a:spcAft>
                <a:spcPts val="0"/>
              </a:spcAft>
              <a:buNone/>
              <a:defRPr sz="1200">
                <a:latin typeface="Jost"/>
                <a:ea typeface="Jost"/>
                <a:cs typeface="Jost"/>
                <a:sym typeface="Jost"/>
              </a:defRPr>
            </a:lvl4pPr>
            <a:lvl5pPr lvl="4">
              <a:spcBef>
                <a:spcPts val="0"/>
              </a:spcBef>
              <a:spcAft>
                <a:spcPts val="0"/>
              </a:spcAft>
              <a:buNone/>
              <a:defRPr sz="1200">
                <a:latin typeface="Jost"/>
                <a:ea typeface="Jost"/>
                <a:cs typeface="Jost"/>
                <a:sym typeface="Jost"/>
              </a:defRPr>
            </a:lvl5pPr>
            <a:lvl6pPr lvl="5">
              <a:spcBef>
                <a:spcPts val="0"/>
              </a:spcBef>
              <a:spcAft>
                <a:spcPts val="0"/>
              </a:spcAft>
              <a:buNone/>
              <a:defRPr sz="1200">
                <a:latin typeface="Jost"/>
                <a:ea typeface="Jost"/>
                <a:cs typeface="Jost"/>
                <a:sym typeface="Jost"/>
              </a:defRPr>
            </a:lvl6pPr>
            <a:lvl7pPr lvl="6">
              <a:spcBef>
                <a:spcPts val="0"/>
              </a:spcBef>
              <a:spcAft>
                <a:spcPts val="0"/>
              </a:spcAft>
              <a:buNone/>
              <a:defRPr sz="1200">
                <a:latin typeface="Jost"/>
                <a:ea typeface="Jost"/>
                <a:cs typeface="Jost"/>
                <a:sym typeface="Jost"/>
              </a:defRPr>
            </a:lvl7pPr>
            <a:lvl8pPr lvl="7">
              <a:spcBef>
                <a:spcPts val="0"/>
              </a:spcBef>
              <a:spcAft>
                <a:spcPts val="0"/>
              </a:spcAft>
              <a:buNone/>
              <a:defRPr sz="1200">
                <a:latin typeface="Jost"/>
                <a:ea typeface="Jost"/>
                <a:cs typeface="Jost"/>
                <a:sym typeface="Jost"/>
              </a:defRPr>
            </a:lvl8pPr>
            <a:lvl9pPr lvl="8">
              <a:spcBef>
                <a:spcPts val="0"/>
              </a:spcBef>
              <a:spcAft>
                <a:spcPts val="0"/>
              </a:spcAft>
              <a:buNone/>
              <a:defRPr sz="1200">
                <a:latin typeface="Jost"/>
                <a:ea typeface="Jost"/>
                <a:cs typeface="Jost"/>
                <a:sym typeface="Jost"/>
              </a:defRPr>
            </a:lvl9pPr>
          </a:lstStyle>
          <a:p/>
        </p:txBody>
      </p:sp>
      <p:sp>
        <p:nvSpPr>
          <p:cNvPr id="738" name="Google Shape;738;p65"/>
          <p:cNvSpPr txBox="1"/>
          <p:nvPr>
            <p:ph idx="4" type="title"/>
          </p:nvPr>
        </p:nvSpPr>
        <p:spPr>
          <a:xfrm>
            <a:off x="91525" y="1935942"/>
            <a:ext cx="1422300" cy="464700"/>
          </a:xfrm>
          <a:prstGeom prst="rect">
            <a:avLst/>
          </a:prstGeom>
        </p:spPr>
        <p:txBody>
          <a:bodyPr anchorCtr="0" anchor="b" bIns="0" lIns="0" spcFirstLastPara="1" rIns="0" wrap="square" tIns="0">
            <a:spAutoFit/>
          </a:bodyPr>
          <a:lstStyle>
            <a:lvl1pPr lvl="0" algn="ctr">
              <a:lnSpc>
                <a:spcPct val="115000"/>
              </a:lnSpc>
              <a:spcBef>
                <a:spcPts val="0"/>
              </a:spcBef>
              <a:spcAft>
                <a:spcPts val="0"/>
              </a:spcAft>
              <a:buNone/>
              <a:defRPr sz="3600">
                <a:solidFill>
                  <a:schemeClr val="dk2"/>
                </a:solidFill>
              </a:defRPr>
            </a:lvl1pPr>
            <a:lvl2pPr lvl="1"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2pPr>
            <a:lvl3pPr lvl="2"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3pPr>
            <a:lvl4pPr lvl="3"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4pPr>
            <a:lvl5pPr lvl="4"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5pPr>
            <a:lvl6pPr lvl="5"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6pPr>
            <a:lvl7pPr lvl="6"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7pPr>
            <a:lvl8pPr lvl="7"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8pPr>
            <a:lvl9pPr lvl="8"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9pPr>
          </a:lstStyle>
          <a:p/>
        </p:txBody>
      </p:sp>
      <p:sp>
        <p:nvSpPr>
          <p:cNvPr id="739" name="Google Shape;739;p65"/>
          <p:cNvSpPr txBox="1"/>
          <p:nvPr>
            <p:ph idx="5" type="title"/>
          </p:nvPr>
        </p:nvSpPr>
        <p:spPr>
          <a:xfrm>
            <a:off x="2849500" y="1935942"/>
            <a:ext cx="1422300" cy="464700"/>
          </a:xfrm>
          <a:prstGeom prst="rect">
            <a:avLst/>
          </a:prstGeom>
        </p:spPr>
        <p:txBody>
          <a:bodyPr anchorCtr="0" anchor="b" bIns="0" lIns="0" spcFirstLastPara="1" rIns="0" wrap="square" tIns="0">
            <a:spAutoFit/>
          </a:bodyPr>
          <a:lstStyle>
            <a:lvl1pPr lvl="0" algn="ctr">
              <a:lnSpc>
                <a:spcPct val="115000"/>
              </a:lnSpc>
              <a:spcBef>
                <a:spcPts val="0"/>
              </a:spcBef>
              <a:spcAft>
                <a:spcPts val="0"/>
              </a:spcAft>
              <a:buNone/>
              <a:defRPr sz="3600">
                <a:solidFill>
                  <a:schemeClr val="dk2"/>
                </a:solidFill>
              </a:defRPr>
            </a:lvl1pPr>
            <a:lvl2pPr lvl="1"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2pPr>
            <a:lvl3pPr lvl="2"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3pPr>
            <a:lvl4pPr lvl="3"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4pPr>
            <a:lvl5pPr lvl="4"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5pPr>
            <a:lvl6pPr lvl="5"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6pPr>
            <a:lvl7pPr lvl="6"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7pPr>
            <a:lvl8pPr lvl="7"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8pPr>
            <a:lvl9pPr lvl="8"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9pPr>
          </a:lstStyle>
          <a:p/>
        </p:txBody>
      </p:sp>
      <p:sp>
        <p:nvSpPr>
          <p:cNvPr id="740" name="Google Shape;740;p65"/>
          <p:cNvSpPr txBox="1"/>
          <p:nvPr>
            <p:ph idx="6" type="title"/>
          </p:nvPr>
        </p:nvSpPr>
        <p:spPr>
          <a:xfrm>
            <a:off x="4298950" y="1935942"/>
            <a:ext cx="1422300" cy="464700"/>
          </a:xfrm>
          <a:prstGeom prst="rect">
            <a:avLst/>
          </a:prstGeom>
        </p:spPr>
        <p:txBody>
          <a:bodyPr anchorCtr="0" anchor="b" bIns="0" lIns="0" spcFirstLastPara="1" rIns="0" wrap="square" tIns="0">
            <a:spAutoFit/>
          </a:bodyPr>
          <a:lstStyle>
            <a:lvl1pPr lvl="0" algn="ctr">
              <a:lnSpc>
                <a:spcPct val="115000"/>
              </a:lnSpc>
              <a:spcBef>
                <a:spcPts val="0"/>
              </a:spcBef>
              <a:spcAft>
                <a:spcPts val="0"/>
              </a:spcAft>
              <a:buNone/>
              <a:defRPr sz="3600">
                <a:solidFill>
                  <a:schemeClr val="dk2"/>
                </a:solidFill>
              </a:defRPr>
            </a:lvl1pPr>
            <a:lvl2pPr lvl="1"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2pPr>
            <a:lvl3pPr lvl="2"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3pPr>
            <a:lvl4pPr lvl="3"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4pPr>
            <a:lvl5pPr lvl="4"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5pPr>
            <a:lvl6pPr lvl="5"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6pPr>
            <a:lvl7pPr lvl="6"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7pPr>
            <a:lvl8pPr lvl="7"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8pPr>
            <a:lvl9pPr lvl="8"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9pPr>
          </a:lstStyle>
          <a:p/>
        </p:txBody>
      </p:sp>
      <p:sp>
        <p:nvSpPr>
          <p:cNvPr id="741" name="Google Shape;741;p65"/>
          <p:cNvSpPr txBox="1"/>
          <p:nvPr>
            <p:ph idx="7" type="title"/>
          </p:nvPr>
        </p:nvSpPr>
        <p:spPr>
          <a:xfrm>
            <a:off x="7298500" y="1935942"/>
            <a:ext cx="1422300" cy="464700"/>
          </a:xfrm>
          <a:prstGeom prst="rect">
            <a:avLst/>
          </a:prstGeom>
        </p:spPr>
        <p:txBody>
          <a:bodyPr anchorCtr="0" anchor="b" bIns="0" lIns="0" spcFirstLastPara="1" rIns="0" wrap="square" tIns="0">
            <a:spAutoFit/>
          </a:bodyPr>
          <a:lstStyle>
            <a:lvl1pPr lvl="0" algn="ctr">
              <a:lnSpc>
                <a:spcPct val="115000"/>
              </a:lnSpc>
              <a:spcBef>
                <a:spcPts val="0"/>
              </a:spcBef>
              <a:spcAft>
                <a:spcPts val="0"/>
              </a:spcAft>
              <a:buNone/>
              <a:defRPr sz="3600">
                <a:solidFill>
                  <a:schemeClr val="dk2"/>
                </a:solidFill>
              </a:defRPr>
            </a:lvl1pPr>
            <a:lvl2pPr lvl="1"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2pPr>
            <a:lvl3pPr lvl="2"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3pPr>
            <a:lvl4pPr lvl="3"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4pPr>
            <a:lvl5pPr lvl="4"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5pPr>
            <a:lvl6pPr lvl="5"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6pPr>
            <a:lvl7pPr lvl="6"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7pPr>
            <a:lvl8pPr lvl="7"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8pPr>
            <a:lvl9pPr lvl="8"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9pPr>
          </a:lstStyle>
          <a:p/>
        </p:txBody>
      </p:sp>
      <p:sp>
        <p:nvSpPr>
          <p:cNvPr id="742" name="Google Shape;742;p65"/>
          <p:cNvSpPr txBox="1"/>
          <p:nvPr>
            <p:ph idx="8" type="subTitle"/>
          </p:nvPr>
        </p:nvSpPr>
        <p:spPr>
          <a:xfrm>
            <a:off x="442900" y="3172725"/>
            <a:ext cx="1289400" cy="226200"/>
          </a:xfrm>
          <a:prstGeom prst="rect">
            <a:avLst/>
          </a:prstGeom>
        </p:spPr>
        <p:txBody>
          <a:bodyPr anchorCtr="0" anchor="t" bIns="0" lIns="0" spcFirstLastPara="1" rIns="0" wrap="square" tIns="0">
            <a:noAutofit/>
          </a:bodyPr>
          <a:lstStyle>
            <a:lvl1pPr lvl="0">
              <a:spcBef>
                <a:spcPts val="0"/>
              </a:spcBef>
              <a:spcAft>
                <a:spcPts val="0"/>
              </a:spcAft>
              <a:buNone/>
              <a:defRPr>
                <a:latin typeface="Figtree Light"/>
                <a:ea typeface="Figtree Light"/>
                <a:cs typeface="Figtree Light"/>
                <a:sym typeface="Figtree Light"/>
              </a:defRPr>
            </a:lvl1pPr>
            <a:lvl2pPr lvl="1">
              <a:spcBef>
                <a:spcPts val="0"/>
              </a:spcBef>
              <a:spcAft>
                <a:spcPts val="0"/>
              </a:spcAft>
              <a:buNone/>
              <a:defRPr>
                <a:latin typeface="Figtree Light"/>
                <a:ea typeface="Figtree Light"/>
                <a:cs typeface="Figtree Light"/>
                <a:sym typeface="Figtree Light"/>
              </a:defRPr>
            </a:lvl2pPr>
            <a:lvl3pPr lvl="2">
              <a:spcBef>
                <a:spcPts val="0"/>
              </a:spcBef>
              <a:spcAft>
                <a:spcPts val="0"/>
              </a:spcAft>
              <a:buNone/>
              <a:defRPr>
                <a:latin typeface="Figtree Light"/>
                <a:ea typeface="Figtree Light"/>
                <a:cs typeface="Figtree Light"/>
                <a:sym typeface="Figtree Light"/>
              </a:defRPr>
            </a:lvl3pPr>
            <a:lvl4pPr lvl="3">
              <a:spcBef>
                <a:spcPts val="0"/>
              </a:spcBef>
              <a:spcAft>
                <a:spcPts val="0"/>
              </a:spcAft>
              <a:buNone/>
              <a:defRPr>
                <a:latin typeface="Figtree Light"/>
                <a:ea typeface="Figtree Light"/>
                <a:cs typeface="Figtree Light"/>
                <a:sym typeface="Figtree Light"/>
              </a:defRPr>
            </a:lvl4pPr>
            <a:lvl5pPr lvl="4">
              <a:spcBef>
                <a:spcPts val="0"/>
              </a:spcBef>
              <a:spcAft>
                <a:spcPts val="0"/>
              </a:spcAft>
              <a:buNone/>
              <a:defRPr>
                <a:latin typeface="Figtree Light"/>
                <a:ea typeface="Figtree Light"/>
                <a:cs typeface="Figtree Light"/>
                <a:sym typeface="Figtree Light"/>
              </a:defRPr>
            </a:lvl5pPr>
            <a:lvl6pPr lvl="5">
              <a:spcBef>
                <a:spcPts val="0"/>
              </a:spcBef>
              <a:spcAft>
                <a:spcPts val="0"/>
              </a:spcAft>
              <a:buNone/>
              <a:defRPr>
                <a:latin typeface="Figtree Light"/>
                <a:ea typeface="Figtree Light"/>
                <a:cs typeface="Figtree Light"/>
                <a:sym typeface="Figtree Light"/>
              </a:defRPr>
            </a:lvl6pPr>
            <a:lvl7pPr lvl="6">
              <a:spcBef>
                <a:spcPts val="0"/>
              </a:spcBef>
              <a:spcAft>
                <a:spcPts val="0"/>
              </a:spcAft>
              <a:buNone/>
              <a:defRPr>
                <a:latin typeface="Figtree Light"/>
                <a:ea typeface="Figtree Light"/>
                <a:cs typeface="Figtree Light"/>
                <a:sym typeface="Figtree Light"/>
              </a:defRPr>
            </a:lvl7pPr>
            <a:lvl8pPr lvl="7">
              <a:spcBef>
                <a:spcPts val="0"/>
              </a:spcBef>
              <a:spcAft>
                <a:spcPts val="0"/>
              </a:spcAft>
              <a:buNone/>
              <a:defRPr>
                <a:latin typeface="Figtree Light"/>
                <a:ea typeface="Figtree Light"/>
                <a:cs typeface="Figtree Light"/>
                <a:sym typeface="Figtree Light"/>
              </a:defRPr>
            </a:lvl8pPr>
            <a:lvl9pPr lvl="8">
              <a:spcBef>
                <a:spcPts val="0"/>
              </a:spcBef>
              <a:spcAft>
                <a:spcPts val="0"/>
              </a:spcAft>
              <a:buNone/>
              <a:defRPr>
                <a:latin typeface="Figtree Light"/>
                <a:ea typeface="Figtree Light"/>
                <a:cs typeface="Figtree Light"/>
                <a:sym typeface="Figtree Light"/>
              </a:defRPr>
            </a:lvl9pPr>
          </a:lstStyle>
          <a:p/>
        </p:txBody>
      </p:sp>
      <p:sp>
        <p:nvSpPr>
          <p:cNvPr id="743" name="Google Shape;743;p65"/>
          <p:cNvSpPr txBox="1"/>
          <p:nvPr>
            <p:ph idx="9" type="subTitle"/>
          </p:nvPr>
        </p:nvSpPr>
        <p:spPr>
          <a:xfrm>
            <a:off x="442900" y="3418396"/>
            <a:ext cx="1289400" cy="1254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accent3"/>
                </a:solidFill>
                <a:latin typeface="Jost"/>
                <a:ea typeface="Jost"/>
                <a:cs typeface="Jost"/>
                <a:sym typeface="Jost"/>
              </a:defRPr>
            </a:lvl1pPr>
            <a:lvl2pPr lvl="1">
              <a:spcBef>
                <a:spcPts val="0"/>
              </a:spcBef>
              <a:spcAft>
                <a:spcPts val="0"/>
              </a:spcAft>
              <a:buNone/>
              <a:defRPr sz="900">
                <a:solidFill>
                  <a:schemeClr val="accent3"/>
                </a:solidFill>
                <a:latin typeface="Jost"/>
                <a:ea typeface="Jost"/>
                <a:cs typeface="Jost"/>
                <a:sym typeface="Jost"/>
              </a:defRPr>
            </a:lvl2pPr>
            <a:lvl3pPr lvl="2">
              <a:spcBef>
                <a:spcPts val="0"/>
              </a:spcBef>
              <a:spcAft>
                <a:spcPts val="0"/>
              </a:spcAft>
              <a:buNone/>
              <a:defRPr sz="900">
                <a:solidFill>
                  <a:schemeClr val="accent3"/>
                </a:solidFill>
                <a:latin typeface="Jost"/>
                <a:ea typeface="Jost"/>
                <a:cs typeface="Jost"/>
                <a:sym typeface="Jost"/>
              </a:defRPr>
            </a:lvl3pPr>
            <a:lvl4pPr lvl="3">
              <a:spcBef>
                <a:spcPts val="0"/>
              </a:spcBef>
              <a:spcAft>
                <a:spcPts val="0"/>
              </a:spcAft>
              <a:buNone/>
              <a:defRPr sz="900">
                <a:solidFill>
                  <a:schemeClr val="accent3"/>
                </a:solidFill>
                <a:latin typeface="Jost"/>
                <a:ea typeface="Jost"/>
                <a:cs typeface="Jost"/>
                <a:sym typeface="Jost"/>
              </a:defRPr>
            </a:lvl4pPr>
            <a:lvl5pPr lvl="4">
              <a:spcBef>
                <a:spcPts val="0"/>
              </a:spcBef>
              <a:spcAft>
                <a:spcPts val="0"/>
              </a:spcAft>
              <a:buNone/>
              <a:defRPr sz="900">
                <a:solidFill>
                  <a:schemeClr val="accent3"/>
                </a:solidFill>
                <a:latin typeface="Jost"/>
                <a:ea typeface="Jost"/>
                <a:cs typeface="Jost"/>
                <a:sym typeface="Jost"/>
              </a:defRPr>
            </a:lvl5pPr>
            <a:lvl6pPr lvl="5">
              <a:spcBef>
                <a:spcPts val="0"/>
              </a:spcBef>
              <a:spcAft>
                <a:spcPts val="0"/>
              </a:spcAft>
              <a:buNone/>
              <a:defRPr sz="900">
                <a:solidFill>
                  <a:schemeClr val="accent3"/>
                </a:solidFill>
                <a:latin typeface="Jost"/>
                <a:ea typeface="Jost"/>
                <a:cs typeface="Jost"/>
                <a:sym typeface="Jost"/>
              </a:defRPr>
            </a:lvl6pPr>
            <a:lvl7pPr lvl="6">
              <a:spcBef>
                <a:spcPts val="0"/>
              </a:spcBef>
              <a:spcAft>
                <a:spcPts val="0"/>
              </a:spcAft>
              <a:buNone/>
              <a:defRPr sz="900">
                <a:solidFill>
                  <a:schemeClr val="accent3"/>
                </a:solidFill>
                <a:latin typeface="Jost"/>
                <a:ea typeface="Jost"/>
                <a:cs typeface="Jost"/>
                <a:sym typeface="Jost"/>
              </a:defRPr>
            </a:lvl7pPr>
            <a:lvl8pPr lvl="7">
              <a:spcBef>
                <a:spcPts val="0"/>
              </a:spcBef>
              <a:spcAft>
                <a:spcPts val="0"/>
              </a:spcAft>
              <a:buNone/>
              <a:defRPr sz="900">
                <a:solidFill>
                  <a:schemeClr val="accent3"/>
                </a:solidFill>
                <a:latin typeface="Jost"/>
                <a:ea typeface="Jost"/>
                <a:cs typeface="Jost"/>
                <a:sym typeface="Jost"/>
              </a:defRPr>
            </a:lvl8pPr>
            <a:lvl9pPr lvl="8">
              <a:spcBef>
                <a:spcPts val="0"/>
              </a:spcBef>
              <a:spcAft>
                <a:spcPts val="0"/>
              </a:spcAft>
              <a:buNone/>
              <a:defRPr sz="900">
                <a:solidFill>
                  <a:schemeClr val="accent3"/>
                </a:solidFill>
                <a:latin typeface="Jost"/>
                <a:ea typeface="Jost"/>
                <a:cs typeface="Jost"/>
                <a:sym typeface="Jost"/>
              </a:defRPr>
            </a:lvl9pPr>
          </a:lstStyle>
          <a:p/>
        </p:txBody>
      </p:sp>
      <p:sp>
        <p:nvSpPr>
          <p:cNvPr id="744" name="Google Shape;744;p65"/>
          <p:cNvSpPr txBox="1"/>
          <p:nvPr>
            <p:ph idx="13" type="body"/>
          </p:nvPr>
        </p:nvSpPr>
        <p:spPr>
          <a:xfrm>
            <a:off x="442898" y="3850550"/>
            <a:ext cx="1289400" cy="714000"/>
          </a:xfrm>
          <a:prstGeom prst="rect">
            <a:avLst/>
          </a:prstGeom>
        </p:spPr>
        <p:txBody>
          <a:bodyPr anchorCtr="0" anchor="t" bIns="0" lIns="0" spcFirstLastPara="1" rIns="0" wrap="square" tIns="0">
            <a:noAutofit/>
          </a:bodyPr>
          <a:lstStyle>
            <a:lvl1pPr indent="-285750" lvl="0" marL="457200">
              <a:spcBef>
                <a:spcPts val="0"/>
              </a:spcBef>
              <a:spcAft>
                <a:spcPts val="0"/>
              </a:spcAft>
              <a:buClr>
                <a:schemeClr val="dk1"/>
              </a:buClr>
              <a:buSzPts val="900"/>
              <a:buFont typeface="Jost Light"/>
              <a:buChar char="●"/>
              <a:defRPr sz="900">
                <a:latin typeface="Jost Light"/>
                <a:ea typeface="Jost Light"/>
                <a:cs typeface="Jost Light"/>
                <a:sym typeface="Jost Light"/>
              </a:defRPr>
            </a:lvl1pPr>
            <a:lvl2pPr indent="-285750" lvl="1" marL="914400">
              <a:spcBef>
                <a:spcPts val="0"/>
              </a:spcBef>
              <a:spcAft>
                <a:spcPts val="0"/>
              </a:spcAft>
              <a:buClr>
                <a:schemeClr val="dk1"/>
              </a:buClr>
              <a:buSzPts val="900"/>
              <a:buFont typeface="Jost Light"/>
              <a:buChar char="○"/>
              <a:defRPr sz="900">
                <a:latin typeface="Jost Light"/>
                <a:ea typeface="Jost Light"/>
                <a:cs typeface="Jost Light"/>
                <a:sym typeface="Jost Light"/>
              </a:defRPr>
            </a:lvl2pPr>
            <a:lvl3pPr indent="-285750" lvl="2" marL="1371600">
              <a:spcBef>
                <a:spcPts val="0"/>
              </a:spcBef>
              <a:spcAft>
                <a:spcPts val="0"/>
              </a:spcAft>
              <a:buClr>
                <a:schemeClr val="dk1"/>
              </a:buClr>
              <a:buSzPts val="900"/>
              <a:buFont typeface="Jost Light"/>
              <a:buChar char="■"/>
              <a:defRPr sz="900">
                <a:latin typeface="Jost Light"/>
                <a:ea typeface="Jost Light"/>
                <a:cs typeface="Jost Light"/>
                <a:sym typeface="Jost Light"/>
              </a:defRPr>
            </a:lvl3pPr>
            <a:lvl4pPr indent="-285750" lvl="3" marL="1828800">
              <a:spcBef>
                <a:spcPts val="0"/>
              </a:spcBef>
              <a:spcAft>
                <a:spcPts val="0"/>
              </a:spcAft>
              <a:buClr>
                <a:schemeClr val="dk1"/>
              </a:buClr>
              <a:buSzPts val="900"/>
              <a:buFont typeface="Jost Light"/>
              <a:buChar char="●"/>
              <a:defRPr sz="900">
                <a:latin typeface="Jost Light"/>
                <a:ea typeface="Jost Light"/>
                <a:cs typeface="Jost Light"/>
                <a:sym typeface="Jost Light"/>
              </a:defRPr>
            </a:lvl4pPr>
            <a:lvl5pPr indent="-285750" lvl="4" marL="2286000">
              <a:spcBef>
                <a:spcPts val="0"/>
              </a:spcBef>
              <a:spcAft>
                <a:spcPts val="0"/>
              </a:spcAft>
              <a:buClr>
                <a:schemeClr val="dk1"/>
              </a:buClr>
              <a:buSzPts val="900"/>
              <a:buFont typeface="Jost Light"/>
              <a:buChar char="○"/>
              <a:defRPr sz="900">
                <a:latin typeface="Jost Light"/>
                <a:ea typeface="Jost Light"/>
                <a:cs typeface="Jost Light"/>
                <a:sym typeface="Jost Light"/>
              </a:defRPr>
            </a:lvl5pPr>
            <a:lvl6pPr indent="-285750" lvl="5" marL="2743200">
              <a:spcBef>
                <a:spcPts val="0"/>
              </a:spcBef>
              <a:spcAft>
                <a:spcPts val="0"/>
              </a:spcAft>
              <a:buClr>
                <a:schemeClr val="dk1"/>
              </a:buClr>
              <a:buSzPts val="900"/>
              <a:buFont typeface="Jost Light"/>
              <a:buChar char="■"/>
              <a:defRPr sz="900">
                <a:latin typeface="Jost Light"/>
                <a:ea typeface="Jost Light"/>
                <a:cs typeface="Jost Light"/>
                <a:sym typeface="Jost Light"/>
              </a:defRPr>
            </a:lvl6pPr>
            <a:lvl7pPr indent="-285750" lvl="6" marL="3200400">
              <a:spcBef>
                <a:spcPts val="0"/>
              </a:spcBef>
              <a:spcAft>
                <a:spcPts val="0"/>
              </a:spcAft>
              <a:buClr>
                <a:schemeClr val="dk1"/>
              </a:buClr>
              <a:buSzPts val="900"/>
              <a:buFont typeface="Jost Light"/>
              <a:buChar char="●"/>
              <a:defRPr sz="900">
                <a:latin typeface="Jost Light"/>
                <a:ea typeface="Jost Light"/>
                <a:cs typeface="Jost Light"/>
                <a:sym typeface="Jost Light"/>
              </a:defRPr>
            </a:lvl7pPr>
            <a:lvl8pPr indent="-285750" lvl="7" marL="3657600">
              <a:spcBef>
                <a:spcPts val="0"/>
              </a:spcBef>
              <a:spcAft>
                <a:spcPts val="0"/>
              </a:spcAft>
              <a:buClr>
                <a:schemeClr val="dk1"/>
              </a:buClr>
              <a:buSzPts val="900"/>
              <a:buFont typeface="Jost Light"/>
              <a:buChar char="○"/>
              <a:defRPr sz="900">
                <a:latin typeface="Jost Light"/>
                <a:ea typeface="Jost Light"/>
                <a:cs typeface="Jost Light"/>
                <a:sym typeface="Jost Light"/>
              </a:defRPr>
            </a:lvl8pPr>
            <a:lvl9pPr indent="-285750" lvl="8" marL="4114800">
              <a:spcBef>
                <a:spcPts val="0"/>
              </a:spcBef>
              <a:spcAft>
                <a:spcPts val="0"/>
              </a:spcAft>
              <a:buClr>
                <a:schemeClr val="dk1"/>
              </a:buClr>
              <a:buSzPts val="900"/>
              <a:buFont typeface="Jost Light"/>
              <a:buChar char="■"/>
              <a:defRPr sz="900">
                <a:latin typeface="Jost Light"/>
                <a:ea typeface="Jost Light"/>
                <a:cs typeface="Jost Light"/>
                <a:sym typeface="Jost Light"/>
              </a:defRPr>
            </a:lvl9pPr>
          </a:lstStyle>
          <a:p/>
        </p:txBody>
      </p:sp>
      <p:sp>
        <p:nvSpPr>
          <p:cNvPr id="745" name="Google Shape;745;p65"/>
          <p:cNvSpPr txBox="1"/>
          <p:nvPr>
            <p:ph idx="14" type="subTitle"/>
          </p:nvPr>
        </p:nvSpPr>
        <p:spPr>
          <a:xfrm>
            <a:off x="3201413" y="3173750"/>
            <a:ext cx="1289400" cy="226200"/>
          </a:xfrm>
          <a:prstGeom prst="rect">
            <a:avLst/>
          </a:prstGeom>
        </p:spPr>
        <p:txBody>
          <a:bodyPr anchorCtr="0" anchor="t" bIns="0" lIns="0" spcFirstLastPara="1" rIns="0" wrap="square" tIns="0">
            <a:noAutofit/>
          </a:bodyPr>
          <a:lstStyle>
            <a:lvl1pPr lvl="0">
              <a:spcBef>
                <a:spcPts val="0"/>
              </a:spcBef>
              <a:spcAft>
                <a:spcPts val="0"/>
              </a:spcAft>
              <a:buNone/>
              <a:defRPr>
                <a:latin typeface="Figtree Light"/>
                <a:ea typeface="Figtree Light"/>
                <a:cs typeface="Figtree Light"/>
                <a:sym typeface="Figtree Light"/>
              </a:defRPr>
            </a:lvl1pPr>
            <a:lvl2pPr lvl="1">
              <a:spcBef>
                <a:spcPts val="0"/>
              </a:spcBef>
              <a:spcAft>
                <a:spcPts val="0"/>
              </a:spcAft>
              <a:buNone/>
              <a:defRPr>
                <a:latin typeface="Figtree Light"/>
                <a:ea typeface="Figtree Light"/>
                <a:cs typeface="Figtree Light"/>
                <a:sym typeface="Figtree Light"/>
              </a:defRPr>
            </a:lvl2pPr>
            <a:lvl3pPr lvl="2">
              <a:spcBef>
                <a:spcPts val="0"/>
              </a:spcBef>
              <a:spcAft>
                <a:spcPts val="0"/>
              </a:spcAft>
              <a:buNone/>
              <a:defRPr>
                <a:latin typeface="Figtree Light"/>
                <a:ea typeface="Figtree Light"/>
                <a:cs typeface="Figtree Light"/>
                <a:sym typeface="Figtree Light"/>
              </a:defRPr>
            </a:lvl3pPr>
            <a:lvl4pPr lvl="3">
              <a:spcBef>
                <a:spcPts val="0"/>
              </a:spcBef>
              <a:spcAft>
                <a:spcPts val="0"/>
              </a:spcAft>
              <a:buNone/>
              <a:defRPr>
                <a:latin typeface="Figtree Light"/>
                <a:ea typeface="Figtree Light"/>
                <a:cs typeface="Figtree Light"/>
                <a:sym typeface="Figtree Light"/>
              </a:defRPr>
            </a:lvl4pPr>
            <a:lvl5pPr lvl="4">
              <a:spcBef>
                <a:spcPts val="0"/>
              </a:spcBef>
              <a:spcAft>
                <a:spcPts val="0"/>
              </a:spcAft>
              <a:buNone/>
              <a:defRPr>
                <a:latin typeface="Figtree Light"/>
                <a:ea typeface="Figtree Light"/>
                <a:cs typeface="Figtree Light"/>
                <a:sym typeface="Figtree Light"/>
              </a:defRPr>
            </a:lvl5pPr>
            <a:lvl6pPr lvl="5">
              <a:spcBef>
                <a:spcPts val="0"/>
              </a:spcBef>
              <a:spcAft>
                <a:spcPts val="0"/>
              </a:spcAft>
              <a:buNone/>
              <a:defRPr>
                <a:latin typeface="Figtree Light"/>
                <a:ea typeface="Figtree Light"/>
                <a:cs typeface="Figtree Light"/>
                <a:sym typeface="Figtree Light"/>
              </a:defRPr>
            </a:lvl6pPr>
            <a:lvl7pPr lvl="6">
              <a:spcBef>
                <a:spcPts val="0"/>
              </a:spcBef>
              <a:spcAft>
                <a:spcPts val="0"/>
              </a:spcAft>
              <a:buNone/>
              <a:defRPr>
                <a:latin typeface="Figtree Light"/>
                <a:ea typeface="Figtree Light"/>
                <a:cs typeface="Figtree Light"/>
                <a:sym typeface="Figtree Light"/>
              </a:defRPr>
            </a:lvl7pPr>
            <a:lvl8pPr lvl="7">
              <a:spcBef>
                <a:spcPts val="0"/>
              </a:spcBef>
              <a:spcAft>
                <a:spcPts val="0"/>
              </a:spcAft>
              <a:buNone/>
              <a:defRPr>
                <a:latin typeface="Figtree Light"/>
                <a:ea typeface="Figtree Light"/>
                <a:cs typeface="Figtree Light"/>
                <a:sym typeface="Figtree Light"/>
              </a:defRPr>
            </a:lvl8pPr>
            <a:lvl9pPr lvl="8">
              <a:spcBef>
                <a:spcPts val="0"/>
              </a:spcBef>
              <a:spcAft>
                <a:spcPts val="0"/>
              </a:spcAft>
              <a:buNone/>
              <a:defRPr>
                <a:latin typeface="Figtree Light"/>
                <a:ea typeface="Figtree Light"/>
                <a:cs typeface="Figtree Light"/>
                <a:sym typeface="Figtree Light"/>
              </a:defRPr>
            </a:lvl9pPr>
          </a:lstStyle>
          <a:p/>
        </p:txBody>
      </p:sp>
      <p:sp>
        <p:nvSpPr>
          <p:cNvPr id="746" name="Google Shape;746;p65"/>
          <p:cNvSpPr txBox="1"/>
          <p:nvPr>
            <p:ph idx="15" type="subTitle"/>
          </p:nvPr>
        </p:nvSpPr>
        <p:spPr>
          <a:xfrm>
            <a:off x="3201413" y="3419421"/>
            <a:ext cx="1289400" cy="1254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accent3"/>
                </a:solidFill>
                <a:latin typeface="Jost"/>
                <a:ea typeface="Jost"/>
                <a:cs typeface="Jost"/>
                <a:sym typeface="Jost"/>
              </a:defRPr>
            </a:lvl1pPr>
            <a:lvl2pPr lvl="1">
              <a:spcBef>
                <a:spcPts val="0"/>
              </a:spcBef>
              <a:spcAft>
                <a:spcPts val="0"/>
              </a:spcAft>
              <a:buNone/>
              <a:defRPr sz="900">
                <a:solidFill>
                  <a:schemeClr val="accent3"/>
                </a:solidFill>
                <a:latin typeface="Jost"/>
                <a:ea typeface="Jost"/>
                <a:cs typeface="Jost"/>
                <a:sym typeface="Jost"/>
              </a:defRPr>
            </a:lvl2pPr>
            <a:lvl3pPr lvl="2">
              <a:spcBef>
                <a:spcPts val="0"/>
              </a:spcBef>
              <a:spcAft>
                <a:spcPts val="0"/>
              </a:spcAft>
              <a:buNone/>
              <a:defRPr sz="900">
                <a:solidFill>
                  <a:schemeClr val="accent3"/>
                </a:solidFill>
                <a:latin typeface="Jost"/>
                <a:ea typeface="Jost"/>
                <a:cs typeface="Jost"/>
                <a:sym typeface="Jost"/>
              </a:defRPr>
            </a:lvl3pPr>
            <a:lvl4pPr lvl="3">
              <a:spcBef>
                <a:spcPts val="0"/>
              </a:spcBef>
              <a:spcAft>
                <a:spcPts val="0"/>
              </a:spcAft>
              <a:buNone/>
              <a:defRPr sz="900">
                <a:solidFill>
                  <a:schemeClr val="accent3"/>
                </a:solidFill>
                <a:latin typeface="Jost"/>
                <a:ea typeface="Jost"/>
                <a:cs typeface="Jost"/>
                <a:sym typeface="Jost"/>
              </a:defRPr>
            </a:lvl4pPr>
            <a:lvl5pPr lvl="4">
              <a:spcBef>
                <a:spcPts val="0"/>
              </a:spcBef>
              <a:spcAft>
                <a:spcPts val="0"/>
              </a:spcAft>
              <a:buNone/>
              <a:defRPr sz="900">
                <a:solidFill>
                  <a:schemeClr val="accent3"/>
                </a:solidFill>
                <a:latin typeface="Jost"/>
                <a:ea typeface="Jost"/>
                <a:cs typeface="Jost"/>
                <a:sym typeface="Jost"/>
              </a:defRPr>
            </a:lvl5pPr>
            <a:lvl6pPr lvl="5">
              <a:spcBef>
                <a:spcPts val="0"/>
              </a:spcBef>
              <a:spcAft>
                <a:spcPts val="0"/>
              </a:spcAft>
              <a:buNone/>
              <a:defRPr sz="900">
                <a:solidFill>
                  <a:schemeClr val="accent3"/>
                </a:solidFill>
                <a:latin typeface="Jost"/>
                <a:ea typeface="Jost"/>
                <a:cs typeface="Jost"/>
                <a:sym typeface="Jost"/>
              </a:defRPr>
            </a:lvl6pPr>
            <a:lvl7pPr lvl="6">
              <a:spcBef>
                <a:spcPts val="0"/>
              </a:spcBef>
              <a:spcAft>
                <a:spcPts val="0"/>
              </a:spcAft>
              <a:buNone/>
              <a:defRPr sz="900">
                <a:solidFill>
                  <a:schemeClr val="accent3"/>
                </a:solidFill>
                <a:latin typeface="Jost"/>
                <a:ea typeface="Jost"/>
                <a:cs typeface="Jost"/>
                <a:sym typeface="Jost"/>
              </a:defRPr>
            </a:lvl7pPr>
            <a:lvl8pPr lvl="7">
              <a:spcBef>
                <a:spcPts val="0"/>
              </a:spcBef>
              <a:spcAft>
                <a:spcPts val="0"/>
              </a:spcAft>
              <a:buNone/>
              <a:defRPr sz="900">
                <a:solidFill>
                  <a:schemeClr val="accent3"/>
                </a:solidFill>
                <a:latin typeface="Jost"/>
                <a:ea typeface="Jost"/>
                <a:cs typeface="Jost"/>
                <a:sym typeface="Jost"/>
              </a:defRPr>
            </a:lvl8pPr>
            <a:lvl9pPr lvl="8">
              <a:spcBef>
                <a:spcPts val="0"/>
              </a:spcBef>
              <a:spcAft>
                <a:spcPts val="0"/>
              </a:spcAft>
              <a:buNone/>
              <a:defRPr sz="900">
                <a:solidFill>
                  <a:schemeClr val="accent3"/>
                </a:solidFill>
                <a:latin typeface="Jost"/>
                <a:ea typeface="Jost"/>
                <a:cs typeface="Jost"/>
                <a:sym typeface="Jost"/>
              </a:defRPr>
            </a:lvl9pPr>
          </a:lstStyle>
          <a:p/>
        </p:txBody>
      </p:sp>
      <p:sp>
        <p:nvSpPr>
          <p:cNvPr id="747" name="Google Shape;747;p65"/>
          <p:cNvSpPr txBox="1"/>
          <p:nvPr>
            <p:ph idx="16" type="body"/>
          </p:nvPr>
        </p:nvSpPr>
        <p:spPr>
          <a:xfrm>
            <a:off x="3201411" y="3851575"/>
            <a:ext cx="1289400" cy="714000"/>
          </a:xfrm>
          <a:prstGeom prst="rect">
            <a:avLst/>
          </a:prstGeom>
        </p:spPr>
        <p:txBody>
          <a:bodyPr anchorCtr="0" anchor="t" bIns="0" lIns="0" spcFirstLastPara="1" rIns="0" wrap="square" tIns="0">
            <a:noAutofit/>
          </a:bodyPr>
          <a:lstStyle>
            <a:lvl1pPr indent="-285750" lvl="0" marL="457200">
              <a:spcBef>
                <a:spcPts val="0"/>
              </a:spcBef>
              <a:spcAft>
                <a:spcPts val="0"/>
              </a:spcAft>
              <a:buClr>
                <a:schemeClr val="dk1"/>
              </a:buClr>
              <a:buSzPts val="900"/>
              <a:buFont typeface="Jost Light"/>
              <a:buChar char="●"/>
              <a:defRPr sz="900">
                <a:latin typeface="Jost Light"/>
                <a:ea typeface="Jost Light"/>
                <a:cs typeface="Jost Light"/>
                <a:sym typeface="Jost Light"/>
              </a:defRPr>
            </a:lvl1pPr>
            <a:lvl2pPr indent="-285750" lvl="1" marL="914400">
              <a:spcBef>
                <a:spcPts val="0"/>
              </a:spcBef>
              <a:spcAft>
                <a:spcPts val="0"/>
              </a:spcAft>
              <a:buClr>
                <a:schemeClr val="dk1"/>
              </a:buClr>
              <a:buSzPts val="900"/>
              <a:buFont typeface="Jost Light"/>
              <a:buChar char="○"/>
              <a:defRPr sz="900">
                <a:latin typeface="Jost Light"/>
                <a:ea typeface="Jost Light"/>
                <a:cs typeface="Jost Light"/>
                <a:sym typeface="Jost Light"/>
              </a:defRPr>
            </a:lvl2pPr>
            <a:lvl3pPr indent="-285750" lvl="2" marL="1371600">
              <a:spcBef>
                <a:spcPts val="0"/>
              </a:spcBef>
              <a:spcAft>
                <a:spcPts val="0"/>
              </a:spcAft>
              <a:buClr>
                <a:schemeClr val="dk1"/>
              </a:buClr>
              <a:buSzPts val="900"/>
              <a:buFont typeface="Jost Light"/>
              <a:buChar char="■"/>
              <a:defRPr sz="900">
                <a:latin typeface="Jost Light"/>
                <a:ea typeface="Jost Light"/>
                <a:cs typeface="Jost Light"/>
                <a:sym typeface="Jost Light"/>
              </a:defRPr>
            </a:lvl3pPr>
            <a:lvl4pPr indent="-285750" lvl="3" marL="1828800">
              <a:spcBef>
                <a:spcPts val="0"/>
              </a:spcBef>
              <a:spcAft>
                <a:spcPts val="0"/>
              </a:spcAft>
              <a:buClr>
                <a:schemeClr val="dk1"/>
              </a:buClr>
              <a:buSzPts val="900"/>
              <a:buFont typeface="Jost Light"/>
              <a:buChar char="●"/>
              <a:defRPr sz="900">
                <a:latin typeface="Jost Light"/>
                <a:ea typeface="Jost Light"/>
                <a:cs typeface="Jost Light"/>
                <a:sym typeface="Jost Light"/>
              </a:defRPr>
            </a:lvl4pPr>
            <a:lvl5pPr indent="-285750" lvl="4" marL="2286000">
              <a:spcBef>
                <a:spcPts val="0"/>
              </a:spcBef>
              <a:spcAft>
                <a:spcPts val="0"/>
              </a:spcAft>
              <a:buClr>
                <a:schemeClr val="dk1"/>
              </a:buClr>
              <a:buSzPts val="900"/>
              <a:buFont typeface="Jost Light"/>
              <a:buChar char="○"/>
              <a:defRPr sz="900">
                <a:latin typeface="Jost Light"/>
                <a:ea typeface="Jost Light"/>
                <a:cs typeface="Jost Light"/>
                <a:sym typeface="Jost Light"/>
              </a:defRPr>
            </a:lvl5pPr>
            <a:lvl6pPr indent="-285750" lvl="5" marL="2743200">
              <a:spcBef>
                <a:spcPts val="0"/>
              </a:spcBef>
              <a:spcAft>
                <a:spcPts val="0"/>
              </a:spcAft>
              <a:buClr>
                <a:schemeClr val="dk1"/>
              </a:buClr>
              <a:buSzPts val="900"/>
              <a:buFont typeface="Jost Light"/>
              <a:buChar char="■"/>
              <a:defRPr sz="900">
                <a:latin typeface="Jost Light"/>
                <a:ea typeface="Jost Light"/>
                <a:cs typeface="Jost Light"/>
                <a:sym typeface="Jost Light"/>
              </a:defRPr>
            </a:lvl6pPr>
            <a:lvl7pPr indent="-285750" lvl="6" marL="3200400">
              <a:spcBef>
                <a:spcPts val="0"/>
              </a:spcBef>
              <a:spcAft>
                <a:spcPts val="0"/>
              </a:spcAft>
              <a:buClr>
                <a:schemeClr val="dk1"/>
              </a:buClr>
              <a:buSzPts val="900"/>
              <a:buFont typeface="Jost Light"/>
              <a:buChar char="●"/>
              <a:defRPr sz="900">
                <a:latin typeface="Jost Light"/>
                <a:ea typeface="Jost Light"/>
                <a:cs typeface="Jost Light"/>
                <a:sym typeface="Jost Light"/>
              </a:defRPr>
            </a:lvl7pPr>
            <a:lvl8pPr indent="-285750" lvl="7" marL="3657600">
              <a:spcBef>
                <a:spcPts val="0"/>
              </a:spcBef>
              <a:spcAft>
                <a:spcPts val="0"/>
              </a:spcAft>
              <a:buClr>
                <a:schemeClr val="dk1"/>
              </a:buClr>
              <a:buSzPts val="900"/>
              <a:buFont typeface="Jost Light"/>
              <a:buChar char="○"/>
              <a:defRPr sz="900">
                <a:latin typeface="Jost Light"/>
                <a:ea typeface="Jost Light"/>
                <a:cs typeface="Jost Light"/>
                <a:sym typeface="Jost Light"/>
              </a:defRPr>
            </a:lvl8pPr>
            <a:lvl9pPr indent="-285750" lvl="8" marL="4114800">
              <a:spcBef>
                <a:spcPts val="0"/>
              </a:spcBef>
              <a:spcAft>
                <a:spcPts val="0"/>
              </a:spcAft>
              <a:buClr>
                <a:schemeClr val="dk1"/>
              </a:buClr>
              <a:buSzPts val="900"/>
              <a:buFont typeface="Jost Light"/>
              <a:buChar char="■"/>
              <a:defRPr sz="900">
                <a:latin typeface="Jost Light"/>
                <a:ea typeface="Jost Light"/>
                <a:cs typeface="Jost Light"/>
                <a:sym typeface="Jost Light"/>
              </a:defRPr>
            </a:lvl9pPr>
          </a:lstStyle>
          <a:p/>
        </p:txBody>
      </p:sp>
      <p:sp>
        <p:nvSpPr>
          <p:cNvPr id="748" name="Google Shape;748;p65"/>
          <p:cNvSpPr txBox="1"/>
          <p:nvPr>
            <p:ph idx="17" type="subTitle"/>
          </p:nvPr>
        </p:nvSpPr>
        <p:spPr>
          <a:xfrm>
            <a:off x="4652727" y="3173750"/>
            <a:ext cx="1289400" cy="226200"/>
          </a:xfrm>
          <a:prstGeom prst="rect">
            <a:avLst/>
          </a:prstGeom>
        </p:spPr>
        <p:txBody>
          <a:bodyPr anchorCtr="0" anchor="t" bIns="0" lIns="0" spcFirstLastPara="1" rIns="0" wrap="square" tIns="0">
            <a:noAutofit/>
          </a:bodyPr>
          <a:lstStyle>
            <a:lvl1pPr lvl="0">
              <a:spcBef>
                <a:spcPts val="0"/>
              </a:spcBef>
              <a:spcAft>
                <a:spcPts val="0"/>
              </a:spcAft>
              <a:buNone/>
              <a:defRPr>
                <a:latin typeface="Figtree Light"/>
                <a:ea typeface="Figtree Light"/>
                <a:cs typeface="Figtree Light"/>
                <a:sym typeface="Figtree Light"/>
              </a:defRPr>
            </a:lvl1pPr>
            <a:lvl2pPr lvl="1">
              <a:spcBef>
                <a:spcPts val="0"/>
              </a:spcBef>
              <a:spcAft>
                <a:spcPts val="0"/>
              </a:spcAft>
              <a:buNone/>
              <a:defRPr>
                <a:latin typeface="Figtree Light"/>
                <a:ea typeface="Figtree Light"/>
                <a:cs typeface="Figtree Light"/>
                <a:sym typeface="Figtree Light"/>
              </a:defRPr>
            </a:lvl2pPr>
            <a:lvl3pPr lvl="2">
              <a:spcBef>
                <a:spcPts val="0"/>
              </a:spcBef>
              <a:spcAft>
                <a:spcPts val="0"/>
              </a:spcAft>
              <a:buNone/>
              <a:defRPr>
                <a:latin typeface="Figtree Light"/>
                <a:ea typeface="Figtree Light"/>
                <a:cs typeface="Figtree Light"/>
                <a:sym typeface="Figtree Light"/>
              </a:defRPr>
            </a:lvl3pPr>
            <a:lvl4pPr lvl="3">
              <a:spcBef>
                <a:spcPts val="0"/>
              </a:spcBef>
              <a:spcAft>
                <a:spcPts val="0"/>
              </a:spcAft>
              <a:buNone/>
              <a:defRPr>
                <a:latin typeface="Figtree Light"/>
                <a:ea typeface="Figtree Light"/>
                <a:cs typeface="Figtree Light"/>
                <a:sym typeface="Figtree Light"/>
              </a:defRPr>
            </a:lvl4pPr>
            <a:lvl5pPr lvl="4">
              <a:spcBef>
                <a:spcPts val="0"/>
              </a:spcBef>
              <a:spcAft>
                <a:spcPts val="0"/>
              </a:spcAft>
              <a:buNone/>
              <a:defRPr>
                <a:latin typeface="Figtree Light"/>
                <a:ea typeface="Figtree Light"/>
                <a:cs typeface="Figtree Light"/>
                <a:sym typeface="Figtree Light"/>
              </a:defRPr>
            </a:lvl5pPr>
            <a:lvl6pPr lvl="5">
              <a:spcBef>
                <a:spcPts val="0"/>
              </a:spcBef>
              <a:spcAft>
                <a:spcPts val="0"/>
              </a:spcAft>
              <a:buNone/>
              <a:defRPr>
                <a:latin typeface="Figtree Light"/>
                <a:ea typeface="Figtree Light"/>
                <a:cs typeface="Figtree Light"/>
                <a:sym typeface="Figtree Light"/>
              </a:defRPr>
            </a:lvl6pPr>
            <a:lvl7pPr lvl="6">
              <a:spcBef>
                <a:spcPts val="0"/>
              </a:spcBef>
              <a:spcAft>
                <a:spcPts val="0"/>
              </a:spcAft>
              <a:buNone/>
              <a:defRPr>
                <a:latin typeface="Figtree Light"/>
                <a:ea typeface="Figtree Light"/>
                <a:cs typeface="Figtree Light"/>
                <a:sym typeface="Figtree Light"/>
              </a:defRPr>
            </a:lvl7pPr>
            <a:lvl8pPr lvl="7">
              <a:spcBef>
                <a:spcPts val="0"/>
              </a:spcBef>
              <a:spcAft>
                <a:spcPts val="0"/>
              </a:spcAft>
              <a:buNone/>
              <a:defRPr>
                <a:latin typeface="Figtree Light"/>
                <a:ea typeface="Figtree Light"/>
                <a:cs typeface="Figtree Light"/>
                <a:sym typeface="Figtree Light"/>
              </a:defRPr>
            </a:lvl8pPr>
            <a:lvl9pPr lvl="8">
              <a:spcBef>
                <a:spcPts val="0"/>
              </a:spcBef>
              <a:spcAft>
                <a:spcPts val="0"/>
              </a:spcAft>
              <a:buNone/>
              <a:defRPr>
                <a:latin typeface="Figtree Light"/>
                <a:ea typeface="Figtree Light"/>
                <a:cs typeface="Figtree Light"/>
                <a:sym typeface="Figtree Light"/>
              </a:defRPr>
            </a:lvl9pPr>
          </a:lstStyle>
          <a:p/>
        </p:txBody>
      </p:sp>
      <p:sp>
        <p:nvSpPr>
          <p:cNvPr id="749" name="Google Shape;749;p65"/>
          <p:cNvSpPr txBox="1"/>
          <p:nvPr>
            <p:ph idx="18" type="subTitle"/>
          </p:nvPr>
        </p:nvSpPr>
        <p:spPr>
          <a:xfrm>
            <a:off x="4652727" y="3419421"/>
            <a:ext cx="1289400" cy="1254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accent3"/>
                </a:solidFill>
                <a:latin typeface="Jost"/>
                <a:ea typeface="Jost"/>
                <a:cs typeface="Jost"/>
                <a:sym typeface="Jost"/>
              </a:defRPr>
            </a:lvl1pPr>
            <a:lvl2pPr lvl="1">
              <a:spcBef>
                <a:spcPts val="0"/>
              </a:spcBef>
              <a:spcAft>
                <a:spcPts val="0"/>
              </a:spcAft>
              <a:buNone/>
              <a:defRPr sz="900">
                <a:solidFill>
                  <a:schemeClr val="accent3"/>
                </a:solidFill>
                <a:latin typeface="Jost"/>
                <a:ea typeface="Jost"/>
                <a:cs typeface="Jost"/>
                <a:sym typeface="Jost"/>
              </a:defRPr>
            </a:lvl2pPr>
            <a:lvl3pPr lvl="2">
              <a:spcBef>
                <a:spcPts val="0"/>
              </a:spcBef>
              <a:spcAft>
                <a:spcPts val="0"/>
              </a:spcAft>
              <a:buNone/>
              <a:defRPr sz="900">
                <a:solidFill>
                  <a:schemeClr val="accent3"/>
                </a:solidFill>
                <a:latin typeface="Jost"/>
                <a:ea typeface="Jost"/>
                <a:cs typeface="Jost"/>
                <a:sym typeface="Jost"/>
              </a:defRPr>
            </a:lvl3pPr>
            <a:lvl4pPr lvl="3">
              <a:spcBef>
                <a:spcPts val="0"/>
              </a:spcBef>
              <a:spcAft>
                <a:spcPts val="0"/>
              </a:spcAft>
              <a:buNone/>
              <a:defRPr sz="900">
                <a:solidFill>
                  <a:schemeClr val="accent3"/>
                </a:solidFill>
                <a:latin typeface="Jost"/>
                <a:ea typeface="Jost"/>
                <a:cs typeface="Jost"/>
                <a:sym typeface="Jost"/>
              </a:defRPr>
            </a:lvl4pPr>
            <a:lvl5pPr lvl="4">
              <a:spcBef>
                <a:spcPts val="0"/>
              </a:spcBef>
              <a:spcAft>
                <a:spcPts val="0"/>
              </a:spcAft>
              <a:buNone/>
              <a:defRPr sz="900">
                <a:solidFill>
                  <a:schemeClr val="accent3"/>
                </a:solidFill>
                <a:latin typeface="Jost"/>
                <a:ea typeface="Jost"/>
                <a:cs typeface="Jost"/>
                <a:sym typeface="Jost"/>
              </a:defRPr>
            </a:lvl5pPr>
            <a:lvl6pPr lvl="5">
              <a:spcBef>
                <a:spcPts val="0"/>
              </a:spcBef>
              <a:spcAft>
                <a:spcPts val="0"/>
              </a:spcAft>
              <a:buNone/>
              <a:defRPr sz="900">
                <a:solidFill>
                  <a:schemeClr val="accent3"/>
                </a:solidFill>
                <a:latin typeface="Jost"/>
                <a:ea typeface="Jost"/>
                <a:cs typeface="Jost"/>
                <a:sym typeface="Jost"/>
              </a:defRPr>
            </a:lvl6pPr>
            <a:lvl7pPr lvl="6">
              <a:spcBef>
                <a:spcPts val="0"/>
              </a:spcBef>
              <a:spcAft>
                <a:spcPts val="0"/>
              </a:spcAft>
              <a:buNone/>
              <a:defRPr sz="900">
                <a:solidFill>
                  <a:schemeClr val="accent3"/>
                </a:solidFill>
                <a:latin typeface="Jost"/>
                <a:ea typeface="Jost"/>
                <a:cs typeface="Jost"/>
                <a:sym typeface="Jost"/>
              </a:defRPr>
            </a:lvl7pPr>
            <a:lvl8pPr lvl="7">
              <a:spcBef>
                <a:spcPts val="0"/>
              </a:spcBef>
              <a:spcAft>
                <a:spcPts val="0"/>
              </a:spcAft>
              <a:buNone/>
              <a:defRPr sz="900">
                <a:solidFill>
                  <a:schemeClr val="accent3"/>
                </a:solidFill>
                <a:latin typeface="Jost"/>
                <a:ea typeface="Jost"/>
                <a:cs typeface="Jost"/>
                <a:sym typeface="Jost"/>
              </a:defRPr>
            </a:lvl8pPr>
            <a:lvl9pPr lvl="8">
              <a:spcBef>
                <a:spcPts val="0"/>
              </a:spcBef>
              <a:spcAft>
                <a:spcPts val="0"/>
              </a:spcAft>
              <a:buNone/>
              <a:defRPr sz="900">
                <a:solidFill>
                  <a:schemeClr val="accent3"/>
                </a:solidFill>
                <a:latin typeface="Jost"/>
                <a:ea typeface="Jost"/>
                <a:cs typeface="Jost"/>
                <a:sym typeface="Jost"/>
              </a:defRPr>
            </a:lvl9pPr>
          </a:lstStyle>
          <a:p/>
        </p:txBody>
      </p:sp>
      <p:sp>
        <p:nvSpPr>
          <p:cNvPr id="750" name="Google Shape;750;p65"/>
          <p:cNvSpPr txBox="1"/>
          <p:nvPr>
            <p:ph idx="19" type="body"/>
          </p:nvPr>
        </p:nvSpPr>
        <p:spPr>
          <a:xfrm>
            <a:off x="4652725" y="3851575"/>
            <a:ext cx="1289400" cy="714000"/>
          </a:xfrm>
          <a:prstGeom prst="rect">
            <a:avLst/>
          </a:prstGeom>
        </p:spPr>
        <p:txBody>
          <a:bodyPr anchorCtr="0" anchor="t" bIns="0" lIns="0" spcFirstLastPara="1" rIns="0" wrap="square" tIns="0">
            <a:noAutofit/>
          </a:bodyPr>
          <a:lstStyle>
            <a:lvl1pPr indent="-285750" lvl="0" marL="457200">
              <a:spcBef>
                <a:spcPts val="0"/>
              </a:spcBef>
              <a:spcAft>
                <a:spcPts val="0"/>
              </a:spcAft>
              <a:buClr>
                <a:schemeClr val="dk1"/>
              </a:buClr>
              <a:buSzPts val="900"/>
              <a:buFont typeface="Jost Light"/>
              <a:buChar char="●"/>
              <a:defRPr sz="900">
                <a:latin typeface="Jost Light"/>
                <a:ea typeface="Jost Light"/>
                <a:cs typeface="Jost Light"/>
                <a:sym typeface="Jost Light"/>
              </a:defRPr>
            </a:lvl1pPr>
            <a:lvl2pPr indent="-285750" lvl="1" marL="914400">
              <a:spcBef>
                <a:spcPts val="0"/>
              </a:spcBef>
              <a:spcAft>
                <a:spcPts val="0"/>
              </a:spcAft>
              <a:buClr>
                <a:schemeClr val="dk1"/>
              </a:buClr>
              <a:buSzPts val="900"/>
              <a:buFont typeface="Jost Light"/>
              <a:buChar char="○"/>
              <a:defRPr sz="900">
                <a:latin typeface="Jost Light"/>
                <a:ea typeface="Jost Light"/>
                <a:cs typeface="Jost Light"/>
                <a:sym typeface="Jost Light"/>
              </a:defRPr>
            </a:lvl2pPr>
            <a:lvl3pPr indent="-285750" lvl="2" marL="1371600">
              <a:spcBef>
                <a:spcPts val="0"/>
              </a:spcBef>
              <a:spcAft>
                <a:spcPts val="0"/>
              </a:spcAft>
              <a:buClr>
                <a:schemeClr val="dk1"/>
              </a:buClr>
              <a:buSzPts val="900"/>
              <a:buFont typeface="Jost Light"/>
              <a:buChar char="■"/>
              <a:defRPr sz="900">
                <a:latin typeface="Jost Light"/>
                <a:ea typeface="Jost Light"/>
                <a:cs typeface="Jost Light"/>
                <a:sym typeface="Jost Light"/>
              </a:defRPr>
            </a:lvl3pPr>
            <a:lvl4pPr indent="-285750" lvl="3" marL="1828800">
              <a:spcBef>
                <a:spcPts val="0"/>
              </a:spcBef>
              <a:spcAft>
                <a:spcPts val="0"/>
              </a:spcAft>
              <a:buClr>
                <a:schemeClr val="dk1"/>
              </a:buClr>
              <a:buSzPts val="900"/>
              <a:buFont typeface="Jost Light"/>
              <a:buChar char="●"/>
              <a:defRPr sz="900">
                <a:latin typeface="Jost Light"/>
                <a:ea typeface="Jost Light"/>
                <a:cs typeface="Jost Light"/>
                <a:sym typeface="Jost Light"/>
              </a:defRPr>
            </a:lvl4pPr>
            <a:lvl5pPr indent="-285750" lvl="4" marL="2286000">
              <a:spcBef>
                <a:spcPts val="0"/>
              </a:spcBef>
              <a:spcAft>
                <a:spcPts val="0"/>
              </a:spcAft>
              <a:buClr>
                <a:schemeClr val="dk1"/>
              </a:buClr>
              <a:buSzPts val="900"/>
              <a:buFont typeface="Jost Light"/>
              <a:buChar char="○"/>
              <a:defRPr sz="900">
                <a:latin typeface="Jost Light"/>
                <a:ea typeface="Jost Light"/>
                <a:cs typeface="Jost Light"/>
                <a:sym typeface="Jost Light"/>
              </a:defRPr>
            </a:lvl5pPr>
            <a:lvl6pPr indent="-285750" lvl="5" marL="2743200">
              <a:spcBef>
                <a:spcPts val="0"/>
              </a:spcBef>
              <a:spcAft>
                <a:spcPts val="0"/>
              </a:spcAft>
              <a:buClr>
                <a:schemeClr val="dk1"/>
              </a:buClr>
              <a:buSzPts val="900"/>
              <a:buFont typeface="Jost Light"/>
              <a:buChar char="■"/>
              <a:defRPr sz="900">
                <a:latin typeface="Jost Light"/>
                <a:ea typeface="Jost Light"/>
                <a:cs typeface="Jost Light"/>
                <a:sym typeface="Jost Light"/>
              </a:defRPr>
            </a:lvl6pPr>
            <a:lvl7pPr indent="-285750" lvl="6" marL="3200400">
              <a:spcBef>
                <a:spcPts val="0"/>
              </a:spcBef>
              <a:spcAft>
                <a:spcPts val="0"/>
              </a:spcAft>
              <a:buClr>
                <a:schemeClr val="dk1"/>
              </a:buClr>
              <a:buSzPts val="900"/>
              <a:buFont typeface="Jost Light"/>
              <a:buChar char="●"/>
              <a:defRPr sz="900">
                <a:latin typeface="Jost Light"/>
                <a:ea typeface="Jost Light"/>
                <a:cs typeface="Jost Light"/>
                <a:sym typeface="Jost Light"/>
              </a:defRPr>
            </a:lvl7pPr>
            <a:lvl8pPr indent="-285750" lvl="7" marL="3657600">
              <a:spcBef>
                <a:spcPts val="0"/>
              </a:spcBef>
              <a:spcAft>
                <a:spcPts val="0"/>
              </a:spcAft>
              <a:buClr>
                <a:schemeClr val="dk1"/>
              </a:buClr>
              <a:buSzPts val="900"/>
              <a:buFont typeface="Jost Light"/>
              <a:buChar char="○"/>
              <a:defRPr sz="900">
                <a:latin typeface="Jost Light"/>
                <a:ea typeface="Jost Light"/>
                <a:cs typeface="Jost Light"/>
                <a:sym typeface="Jost Light"/>
              </a:defRPr>
            </a:lvl8pPr>
            <a:lvl9pPr indent="-285750" lvl="8" marL="4114800">
              <a:spcBef>
                <a:spcPts val="0"/>
              </a:spcBef>
              <a:spcAft>
                <a:spcPts val="0"/>
              </a:spcAft>
              <a:buClr>
                <a:schemeClr val="dk1"/>
              </a:buClr>
              <a:buSzPts val="900"/>
              <a:buFont typeface="Jost Light"/>
              <a:buChar char="■"/>
              <a:defRPr sz="900">
                <a:latin typeface="Jost Light"/>
                <a:ea typeface="Jost Light"/>
                <a:cs typeface="Jost Light"/>
                <a:sym typeface="Jost Light"/>
              </a:defRPr>
            </a:lvl9pPr>
          </a:lstStyle>
          <a:p/>
        </p:txBody>
      </p:sp>
      <p:sp>
        <p:nvSpPr>
          <p:cNvPr id="751" name="Google Shape;751;p65"/>
          <p:cNvSpPr txBox="1"/>
          <p:nvPr>
            <p:ph idx="20" type="subTitle"/>
          </p:nvPr>
        </p:nvSpPr>
        <p:spPr>
          <a:xfrm>
            <a:off x="7646687" y="3172725"/>
            <a:ext cx="1289400" cy="226200"/>
          </a:xfrm>
          <a:prstGeom prst="rect">
            <a:avLst/>
          </a:prstGeom>
        </p:spPr>
        <p:txBody>
          <a:bodyPr anchorCtr="0" anchor="t" bIns="0" lIns="0" spcFirstLastPara="1" rIns="0" wrap="square" tIns="0">
            <a:noAutofit/>
          </a:bodyPr>
          <a:lstStyle>
            <a:lvl1pPr lvl="0">
              <a:spcBef>
                <a:spcPts val="0"/>
              </a:spcBef>
              <a:spcAft>
                <a:spcPts val="0"/>
              </a:spcAft>
              <a:buNone/>
              <a:defRPr>
                <a:latin typeface="Figtree Light"/>
                <a:ea typeface="Figtree Light"/>
                <a:cs typeface="Figtree Light"/>
                <a:sym typeface="Figtree Light"/>
              </a:defRPr>
            </a:lvl1pPr>
            <a:lvl2pPr lvl="1">
              <a:spcBef>
                <a:spcPts val="0"/>
              </a:spcBef>
              <a:spcAft>
                <a:spcPts val="0"/>
              </a:spcAft>
              <a:buNone/>
              <a:defRPr>
                <a:latin typeface="Figtree Light"/>
                <a:ea typeface="Figtree Light"/>
                <a:cs typeface="Figtree Light"/>
                <a:sym typeface="Figtree Light"/>
              </a:defRPr>
            </a:lvl2pPr>
            <a:lvl3pPr lvl="2">
              <a:spcBef>
                <a:spcPts val="0"/>
              </a:spcBef>
              <a:spcAft>
                <a:spcPts val="0"/>
              </a:spcAft>
              <a:buNone/>
              <a:defRPr>
                <a:latin typeface="Figtree Light"/>
                <a:ea typeface="Figtree Light"/>
                <a:cs typeface="Figtree Light"/>
                <a:sym typeface="Figtree Light"/>
              </a:defRPr>
            </a:lvl3pPr>
            <a:lvl4pPr lvl="3">
              <a:spcBef>
                <a:spcPts val="0"/>
              </a:spcBef>
              <a:spcAft>
                <a:spcPts val="0"/>
              </a:spcAft>
              <a:buNone/>
              <a:defRPr>
                <a:latin typeface="Figtree Light"/>
                <a:ea typeface="Figtree Light"/>
                <a:cs typeface="Figtree Light"/>
                <a:sym typeface="Figtree Light"/>
              </a:defRPr>
            </a:lvl4pPr>
            <a:lvl5pPr lvl="4">
              <a:spcBef>
                <a:spcPts val="0"/>
              </a:spcBef>
              <a:spcAft>
                <a:spcPts val="0"/>
              </a:spcAft>
              <a:buNone/>
              <a:defRPr>
                <a:latin typeface="Figtree Light"/>
                <a:ea typeface="Figtree Light"/>
                <a:cs typeface="Figtree Light"/>
                <a:sym typeface="Figtree Light"/>
              </a:defRPr>
            </a:lvl5pPr>
            <a:lvl6pPr lvl="5">
              <a:spcBef>
                <a:spcPts val="0"/>
              </a:spcBef>
              <a:spcAft>
                <a:spcPts val="0"/>
              </a:spcAft>
              <a:buNone/>
              <a:defRPr>
                <a:latin typeface="Figtree Light"/>
                <a:ea typeface="Figtree Light"/>
                <a:cs typeface="Figtree Light"/>
                <a:sym typeface="Figtree Light"/>
              </a:defRPr>
            </a:lvl6pPr>
            <a:lvl7pPr lvl="6">
              <a:spcBef>
                <a:spcPts val="0"/>
              </a:spcBef>
              <a:spcAft>
                <a:spcPts val="0"/>
              </a:spcAft>
              <a:buNone/>
              <a:defRPr>
                <a:latin typeface="Figtree Light"/>
                <a:ea typeface="Figtree Light"/>
                <a:cs typeface="Figtree Light"/>
                <a:sym typeface="Figtree Light"/>
              </a:defRPr>
            </a:lvl7pPr>
            <a:lvl8pPr lvl="7">
              <a:spcBef>
                <a:spcPts val="0"/>
              </a:spcBef>
              <a:spcAft>
                <a:spcPts val="0"/>
              </a:spcAft>
              <a:buNone/>
              <a:defRPr>
                <a:latin typeface="Figtree Light"/>
                <a:ea typeface="Figtree Light"/>
                <a:cs typeface="Figtree Light"/>
                <a:sym typeface="Figtree Light"/>
              </a:defRPr>
            </a:lvl8pPr>
            <a:lvl9pPr lvl="8">
              <a:spcBef>
                <a:spcPts val="0"/>
              </a:spcBef>
              <a:spcAft>
                <a:spcPts val="0"/>
              </a:spcAft>
              <a:buNone/>
              <a:defRPr>
                <a:latin typeface="Figtree Light"/>
                <a:ea typeface="Figtree Light"/>
                <a:cs typeface="Figtree Light"/>
                <a:sym typeface="Figtree Light"/>
              </a:defRPr>
            </a:lvl9pPr>
          </a:lstStyle>
          <a:p/>
        </p:txBody>
      </p:sp>
      <p:sp>
        <p:nvSpPr>
          <p:cNvPr id="752" name="Google Shape;752;p65"/>
          <p:cNvSpPr txBox="1"/>
          <p:nvPr>
            <p:ph idx="21" type="subTitle"/>
          </p:nvPr>
        </p:nvSpPr>
        <p:spPr>
          <a:xfrm>
            <a:off x="7646687" y="3418396"/>
            <a:ext cx="1289400" cy="1254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accent3"/>
                </a:solidFill>
                <a:latin typeface="Jost"/>
                <a:ea typeface="Jost"/>
                <a:cs typeface="Jost"/>
                <a:sym typeface="Jost"/>
              </a:defRPr>
            </a:lvl1pPr>
            <a:lvl2pPr lvl="1">
              <a:spcBef>
                <a:spcPts val="0"/>
              </a:spcBef>
              <a:spcAft>
                <a:spcPts val="0"/>
              </a:spcAft>
              <a:buNone/>
              <a:defRPr sz="900">
                <a:solidFill>
                  <a:schemeClr val="accent3"/>
                </a:solidFill>
                <a:latin typeface="Jost"/>
                <a:ea typeface="Jost"/>
                <a:cs typeface="Jost"/>
                <a:sym typeface="Jost"/>
              </a:defRPr>
            </a:lvl2pPr>
            <a:lvl3pPr lvl="2">
              <a:spcBef>
                <a:spcPts val="0"/>
              </a:spcBef>
              <a:spcAft>
                <a:spcPts val="0"/>
              </a:spcAft>
              <a:buNone/>
              <a:defRPr sz="900">
                <a:solidFill>
                  <a:schemeClr val="accent3"/>
                </a:solidFill>
                <a:latin typeface="Jost"/>
                <a:ea typeface="Jost"/>
                <a:cs typeface="Jost"/>
                <a:sym typeface="Jost"/>
              </a:defRPr>
            </a:lvl3pPr>
            <a:lvl4pPr lvl="3">
              <a:spcBef>
                <a:spcPts val="0"/>
              </a:spcBef>
              <a:spcAft>
                <a:spcPts val="0"/>
              </a:spcAft>
              <a:buNone/>
              <a:defRPr sz="900">
                <a:solidFill>
                  <a:schemeClr val="accent3"/>
                </a:solidFill>
                <a:latin typeface="Jost"/>
                <a:ea typeface="Jost"/>
                <a:cs typeface="Jost"/>
                <a:sym typeface="Jost"/>
              </a:defRPr>
            </a:lvl4pPr>
            <a:lvl5pPr lvl="4">
              <a:spcBef>
                <a:spcPts val="0"/>
              </a:spcBef>
              <a:spcAft>
                <a:spcPts val="0"/>
              </a:spcAft>
              <a:buNone/>
              <a:defRPr sz="900">
                <a:solidFill>
                  <a:schemeClr val="accent3"/>
                </a:solidFill>
                <a:latin typeface="Jost"/>
                <a:ea typeface="Jost"/>
                <a:cs typeface="Jost"/>
                <a:sym typeface="Jost"/>
              </a:defRPr>
            </a:lvl5pPr>
            <a:lvl6pPr lvl="5">
              <a:spcBef>
                <a:spcPts val="0"/>
              </a:spcBef>
              <a:spcAft>
                <a:spcPts val="0"/>
              </a:spcAft>
              <a:buNone/>
              <a:defRPr sz="900">
                <a:solidFill>
                  <a:schemeClr val="accent3"/>
                </a:solidFill>
                <a:latin typeface="Jost"/>
                <a:ea typeface="Jost"/>
                <a:cs typeface="Jost"/>
                <a:sym typeface="Jost"/>
              </a:defRPr>
            </a:lvl6pPr>
            <a:lvl7pPr lvl="6">
              <a:spcBef>
                <a:spcPts val="0"/>
              </a:spcBef>
              <a:spcAft>
                <a:spcPts val="0"/>
              </a:spcAft>
              <a:buNone/>
              <a:defRPr sz="900">
                <a:solidFill>
                  <a:schemeClr val="accent3"/>
                </a:solidFill>
                <a:latin typeface="Jost"/>
                <a:ea typeface="Jost"/>
                <a:cs typeface="Jost"/>
                <a:sym typeface="Jost"/>
              </a:defRPr>
            </a:lvl7pPr>
            <a:lvl8pPr lvl="7">
              <a:spcBef>
                <a:spcPts val="0"/>
              </a:spcBef>
              <a:spcAft>
                <a:spcPts val="0"/>
              </a:spcAft>
              <a:buNone/>
              <a:defRPr sz="900">
                <a:solidFill>
                  <a:schemeClr val="accent3"/>
                </a:solidFill>
                <a:latin typeface="Jost"/>
                <a:ea typeface="Jost"/>
                <a:cs typeface="Jost"/>
                <a:sym typeface="Jost"/>
              </a:defRPr>
            </a:lvl8pPr>
            <a:lvl9pPr lvl="8">
              <a:spcBef>
                <a:spcPts val="0"/>
              </a:spcBef>
              <a:spcAft>
                <a:spcPts val="0"/>
              </a:spcAft>
              <a:buNone/>
              <a:defRPr sz="900">
                <a:solidFill>
                  <a:schemeClr val="accent3"/>
                </a:solidFill>
                <a:latin typeface="Jost"/>
                <a:ea typeface="Jost"/>
                <a:cs typeface="Jost"/>
                <a:sym typeface="Jost"/>
              </a:defRPr>
            </a:lvl9pPr>
          </a:lstStyle>
          <a:p/>
        </p:txBody>
      </p:sp>
      <p:sp>
        <p:nvSpPr>
          <p:cNvPr id="753" name="Google Shape;753;p65"/>
          <p:cNvSpPr txBox="1"/>
          <p:nvPr>
            <p:ph idx="22" type="body"/>
          </p:nvPr>
        </p:nvSpPr>
        <p:spPr>
          <a:xfrm>
            <a:off x="7646686" y="3850550"/>
            <a:ext cx="1289400" cy="714000"/>
          </a:xfrm>
          <a:prstGeom prst="rect">
            <a:avLst/>
          </a:prstGeom>
        </p:spPr>
        <p:txBody>
          <a:bodyPr anchorCtr="0" anchor="t" bIns="0" lIns="0" spcFirstLastPara="1" rIns="0" wrap="square" tIns="0">
            <a:noAutofit/>
          </a:bodyPr>
          <a:lstStyle>
            <a:lvl1pPr indent="-285750" lvl="0" marL="457200">
              <a:spcBef>
                <a:spcPts val="0"/>
              </a:spcBef>
              <a:spcAft>
                <a:spcPts val="0"/>
              </a:spcAft>
              <a:buClr>
                <a:schemeClr val="dk1"/>
              </a:buClr>
              <a:buSzPts val="900"/>
              <a:buFont typeface="Jost Light"/>
              <a:buChar char="●"/>
              <a:defRPr sz="900">
                <a:latin typeface="Jost Light"/>
                <a:ea typeface="Jost Light"/>
                <a:cs typeface="Jost Light"/>
                <a:sym typeface="Jost Light"/>
              </a:defRPr>
            </a:lvl1pPr>
            <a:lvl2pPr indent="-285750" lvl="1" marL="914400">
              <a:spcBef>
                <a:spcPts val="0"/>
              </a:spcBef>
              <a:spcAft>
                <a:spcPts val="0"/>
              </a:spcAft>
              <a:buClr>
                <a:schemeClr val="dk1"/>
              </a:buClr>
              <a:buSzPts val="900"/>
              <a:buFont typeface="Jost Light"/>
              <a:buChar char="○"/>
              <a:defRPr sz="900">
                <a:latin typeface="Jost Light"/>
                <a:ea typeface="Jost Light"/>
                <a:cs typeface="Jost Light"/>
                <a:sym typeface="Jost Light"/>
              </a:defRPr>
            </a:lvl2pPr>
            <a:lvl3pPr indent="-285750" lvl="2" marL="1371600">
              <a:spcBef>
                <a:spcPts val="0"/>
              </a:spcBef>
              <a:spcAft>
                <a:spcPts val="0"/>
              </a:spcAft>
              <a:buClr>
                <a:schemeClr val="dk1"/>
              </a:buClr>
              <a:buSzPts val="900"/>
              <a:buFont typeface="Jost Light"/>
              <a:buChar char="■"/>
              <a:defRPr sz="900">
                <a:latin typeface="Jost Light"/>
                <a:ea typeface="Jost Light"/>
                <a:cs typeface="Jost Light"/>
                <a:sym typeface="Jost Light"/>
              </a:defRPr>
            </a:lvl3pPr>
            <a:lvl4pPr indent="-285750" lvl="3" marL="1828800">
              <a:spcBef>
                <a:spcPts val="0"/>
              </a:spcBef>
              <a:spcAft>
                <a:spcPts val="0"/>
              </a:spcAft>
              <a:buClr>
                <a:schemeClr val="dk1"/>
              </a:buClr>
              <a:buSzPts val="900"/>
              <a:buFont typeface="Jost Light"/>
              <a:buChar char="●"/>
              <a:defRPr sz="900">
                <a:latin typeface="Jost Light"/>
                <a:ea typeface="Jost Light"/>
                <a:cs typeface="Jost Light"/>
                <a:sym typeface="Jost Light"/>
              </a:defRPr>
            </a:lvl4pPr>
            <a:lvl5pPr indent="-285750" lvl="4" marL="2286000">
              <a:spcBef>
                <a:spcPts val="0"/>
              </a:spcBef>
              <a:spcAft>
                <a:spcPts val="0"/>
              </a:spcAft>
              <a:buClr>
                <a:schemeClr val="dk1"/>
              </a:buClr>
              <a:buSzPts val="900"/>
              <a:buFont typeface="Jost Light"/>
              <a:buChar char="○"/>
              <a:defRPr sz="900">
                <a:latin typeface="Jost Light"/>
                <a:ea typeface="Jost Light"/>
                <a:cs typeface="Jost Light"/>
                <a:sym typeface="Jost Light"/>
              </a:defRPr>
            </a:lvl5pPr>
            <a:lvl6pPr indent="-285750" lvl="5" marL="2743200">
              <a:spcBef>
                <a:spcPts val="0"/>
              </a:spcBef>
              <a:spcAft>
                <a:spcPts val="0"/>
              </a:spcAft>
              <a:buClr>
                <a:schemeClr val="dk1"/>
              </a:buClr>
              <a:buSzPts val="900"/>
              <a:buFont typeface="Jost Light"/>
              <a:buChar char="■"/>
              <a:defRPr sz="900">
                <a:latin typeface="Jost Light"/>
                <a:ea typeface="Jost Light"/>
                <a:cs typeface="Jost Light"/>
                <a:sym typeface="Jost Light"/>
              </a:defRPr>
            </a:lvl6pPr>
            <a:lvl7pPr indent="-285750" lvl="6" marL="3200400">
              <a:spcBef>
                <a:spcPts val="0"/>
              </a:spcBef>
              <a:spcAft>
                <a:spcPts val="0"/>
              </a:spcAft>
              <a:buClr>
                <a:schemeClr val="dk1"/>
              </a:buClr>
              <a:buSzPts val="900"/>
              <a:buFont typeface="Jost Light"/>
              <a:buChar char="●"/>
              <a:defRPr sz="900">
                <a:latin typeface="Jost Light"/>
                <a:ea typeface="Jost Light"/>
                <a:cs typeface="Jost Light"/>
                <a:sym typeface="Jost Light"/>
              </a:defRPr>
            </a:lvl7pPr>
            <a:lvl8pPr indent="-285750" lvl="7" marL="3657600">
              <a:spcBef>
                <a:spcPts val="0"/>
              </a:spcBef>
              <a:spcAft>
                <a:spcPts val="0"/>
              </a:spcAft>
              <a:buClr>
                <a:schemeClr val="dk1"/>
              </a:buClr>
              <a:buSzPts val="900"/>
              <a:buFont typeface="Jost Light"/>
              <a:buChar char="○"/>
              <a:defRPr sz="900">
                <a:latin typeface="Jost Light"/>
                <a:ea typeface="Jost Light"/>
                <a:cs typeface="Jost Light"/>
                <a:sym typeface="Jost Light"/>
              </a:defRPr>
            </a:lvl8pPr>
            <a:lvl9pPr indent="-285750" lvl="8" marL="4114800">
              <a:spcBef>
                <a:spcPts val="0"/>
              </a:spcBef>
              <a:spcAft>
                <a:spcPts val="0"/>
              </a:spcAft>
              <a:buClr>
                <a:schemeClr val="dk1"/>
              </a:buClr>
              <a:buSzPts val="900"/>
              <a:buFont typeface="Jost Light"/>
              <a:buChar char="■"/>
              <a:defRPr sz="900">
                <a:latin typeface="Jost Light"/>
                <a:ea typeface="Jost Light"/>
                <a:cs typeface="Jost Light"/>
                <a:sym typeface="Jost Light"/>
              </a:defRPr>
            </a:lvl9pPr>
          </a:lstStyle>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 Alt 2">
  <p:cSld name="CUSTOM_8_1_1_1_1_1_1_1_1_1_1_1_1_1_1_1_1_1_1_1_1_1_1_1_1_1_1_1_1_1_1_2_1">
    <p:spTree>
      <p:nvGrpSpPr>
        <p:cNvPr id="754" name="Shape 754"/>
        <p:cNvGrpSpPr/>
        <p:nvPr/>
      </p:nvGrpSpPr>
      <p:grpSpPr>
        <a:xfrm>
          <a:off x="0" y="0"/>
          <a:ext cx="0" cy="0"/>
          <a:chOff x="0" y="0"/>
          <a:chExt cx="0" cy="0"/>
        </a:xfrm>
      </p:grpSpPr>
      <p:sp>
        <p:nvSpPr>
          <p:cNvPr id="755" name="Google Shape;755;p66"/>
          <p:cNvSpPr/>
          <p:nvPr/>
        </p:nvSpPr>
        <p:spPr>
          <a:xfrm rot="-5400000">
            <a:off x="0" y="816600"/>
            <a:ext cx="4326900" cy="4326900"/>
          </a:xfrm>
          <a:prstGeom prst="rect">
            <a:avLst/>
          </a:prstGeom>
          <a:gradFill>
            <a:gsLst>
              <a:gs pos="0">
                <a:schemeClr val="lt2"/>
              </a:gs>
              <a:gs pos="72000">
                <a:schemeClr val="lt1"/>
              </a:gs>
              <a:gs pos="100000">
                <a:schemeClr val="lt1"/>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756" name="Google Shape;756;p66"/>
          <p:cNvSpPr/>
          <p:nvPr/>
        </p:nvSpPr>
        <p:spPr>
          <a:xfrm rot="5400000">
            <a:off x="4817100" y="0"/>
            <a:ext cx="4326900" cy="4326900"/>
          </a:xfrm>
          <a:prstGeom prst="rect">
            <a:avLst/>
          </a:prstGeom>
          <a:gradFill>
            <a:gsLst>
              <a:gs pos="0">
                <a:schemeClr val="accent6"/>
              </a:gs>
              <a:gs pos="72000">
                <a:schemeClr val="lt1"/>
              </a:gs>
              <a:gs pos="100000">
                <a:schemeClr val="lt1"/>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757" name="Google Shape;757;p66"/>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758" name="Google Shape;758;p66"/>
          <p:cNvSpPr txBox="1"/>
          <p:nvPr>
            <p:ph idx="2"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759" name="Google Shape;759;p66"/>
          <p:cNvSpPr/>
          <p:nvPr/>
        </p:nvSpPr>
        <p:spPr>
          <a:xfrm>
            <a:off x="228650" y="457200"/>
            <a:ext cx="8686800" cy="4226400"/>
          </a:xfrm>
          <a:prstGeom prst="roundRect">
            <a:avLst>
              <a:gd fmla="val 6822"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Figtree"/>
                <a:ea typeface="Figtree"/>
                <a:cs typeface="Figtree"/>
                <a:sym typeface="Figtree"/>
              </a:rPr>
              <a:t>v</a:t>
            </a:r>
            <a:endParaRPr>
              <a:solidFill>
                <a:schemeClr val="lt1"/>
              </a:solidFill>
              <a:latin typeface="Figtree"/>
              <a:ea typeface="Figtree"/>
              <a:cs typeface="Figtree"/>
              <a:sym typeface="Figtree"/>
            </a:endParaRPr>
          </a:p>
        </p:txBody>
      </p:sp>
      <p:sp>
        <p:nvSpPr>
          <p:cNvPr id="760" name="Google Shape;760;p66"/>
          <p:cNvSpPr txBox="1"/>
          <p:nvPr>
            <p:ph idx="3" type="title"/>
          </p:nvPr>
        </p:nvSpPr>
        <p:spPr>
          <a:xfrm>
            <a:off x="1254050" y="1703407"/>
            <a:ext cx="6636000" cy="1279500"/>
          </a:xfrm>
          <a:prstGeom prst="rect">
            <a:avLst/>
          </a:prstGeom>
        </p:spPr>
        <p:txBody>
          <a:bodyPr anchorCtr="0" anchor="t" bIns="0" lIns="0" spcFirstLastPara="1" rIns="0" wrap="square" tIns="0">
            <a:noAutofit/>
          </a:bodyPr>
          <a:lstStyle>
            <a:lvl1pPr lvl="0" algn="ctr">
              <a:lnSpc>
                <a:spcPct val="90000"/>
              </a:lnSpc>
              <a:spcBef>
                <a:spcPts val="0"/>
              </a:spcBef>
              <a:spcAft>
                <a:spcPts val="0"/>
              </a:spcAft>
              <a:buNone/>
              <a:defRPr sz="8000"/>
            </a:lvl1pPr>
            <a:lvl2pPr lvl="1" algn="ctr">
              <a:lnSpc>
                <a:spcPct val="90000"/>
              </a:lnSpc>
              <a:spcBef>
                <a:spcPts val="0"/>
              </a:spcBef>
              <a:spcAft>
                <a:spcPts val="0"/>
              </a:spcAft>
              <a:buClr>
                <a:schemeClr val="dk1"/>
              </a:buClr>
              <a:buSzPts val="8000"/>
              <a:buFont typeface="Figtree"/>
              <a:buNone/>
              <a:defRPr sz="8000">
                <a:solidFill>
                  <a:schemeClr val="dk1"/>
                </a:solidFill>
                <a:latin typeface="Figtree"/>
                <a:ea typeface="Figtree"/>
                <a:cs typeface="Figtree"/>
                <a:sym typeface="Figtree"/>
              </a:defRPr>
            </a:lvl2pPr>
            <a:lvl3pPr lvl="2" algn="ctr">
              <a:lnSpc>
                <a:spcPct val="90000"/>
              </a:lnSpc>
              <a:spcBef>
                <a:spcPts val="0"/>
              </a:spcBef>
              <a:spcAft>
                <a:spcPts val="0"/>
              </a:spcAft>
              <a:buClr>
                <a:schemeClr val="dk1"/>
              </a:buClr>
              <a:buSzPts val="8000"/>
              <a:buFont typeface="Figtree"/>
              <a:buNone/>
              <a:defRPr sz="8000">
                <a:solidFill>
                  <a:schemeClr val="dk1"/>
                </a:solidFill>
                <a:latin typeface="Figtree"/>
                <a:ea typeface="Figtree"/>
                <a:cs typeface="Figtree"/>
                <a:sym typeface="Figtree"/>
              </a:defRPr>
            </a:lvl3pPr>
            <a:lvl4pPr lvl="3" algn="ctr">
              <a:lnSpc>
                <a:spcPct val="90000"/>
              </a:lnSpc>
              <a:spcBef>
                <a:spcPts val="0"/>
              </a:spcBef>
              <a:spcAft>
                <a:spcPts val="0"/>
              </a:spcAft>
              <a:buClr>
                <a:schemeClr val="dk1"/>
              </a:buClr>
              <a:buSzPts val="8000"/>
              <a:buFont typeface="Figtree"/>
              <a:buNone/>
              <a:defRPr sz="8000">
                <a:solidFill>
                  <a:schemeClr val="dk1"/>
                </a:solidFill>
                <a:latin typeface="Figtree"/>
                <a:ea typeface="Figtree"/>
                <a:cs typeface="Figtree"/>
                <a:sym typeface="Figtree"/>
              </a:defRPr>
            </a:lvl4pPr>
            <a:lvl5pPr lvl="4" algn="ctr">
              <a:lnSpc>
                <a:spcPct val="90000"/>
              </a:lnSpc>
              <a:spcBef>
                <a:spcPts val="0"/>
              </a:spcBef>
              <a:spcAft>
                <a:spcPts val="0"/>
              </a:spcAft>
              <a:buClr>
                <a:schemeClr val="dk1"/>
              </a:buClr>
              <a:buSzPts val="8000"/>
              <a:buFont typeface="Figtree"/>
              <a:buNone/>
              <a:defRPr sz="8000">
                <a:solidFill>
                  <a:schemeClr val="dk1"/>
                </a:solidFill>
                <a:latin typeface="Figtree"/>
                <a:ea typeface="Figtree"/>
                <a:cs typeface="Figtree"/>
                <a:sym typeface="Figtree"/>
              </a:defRPr>
            </a:lvl5pPr>
            <a:lvl6pPr lvl="5" algn="ctr">
              <a:lnSpc>
                <a:spcPct val="90000"/>
              </a:lnSpc>
              <a:spcBef>
                <a:spcPts val="0"/>
              </a:spcBef>
              <a:spcAft>
                <a:spcPts val="0"/>
              </a:spcAft>
              <a:buClr>
                <a:schemeClr val="dk1"/>
              </a:buClr>
              <a:buSzPts val="8000"/>
              <a:buFont typeface="Figtree"/>
              <a:buNone/>
              <a:defRPr sz="8000">
                <a:solidFill>
                  <a:schemeClr val="dk1"/>
                </a:solidFill>
                <a:latin typeface="Figtree"/>
                <a:ea typeface="Figtree"/>
                <a:cs typeface="Figtree"/>
                <a:sym typeface="Figtree"/>
              </a:defRPr>
            </a:lvl6pPr>
            <a:lvl7pPr lvl="6" algn="ctr">
              <a:lnSpc>
                <a:spcPct val="90000"/>
              </a:lnSpc>
              <a:spcBef>
                <a:spcPts val="0"/>
              </a:spcBef>
              <a:spcAft>
                <a:spcPts val="0"/>
              </a:spcAft>
              <a:buClr>
                <a:schemeClr val="dk1"/>
              </a:buClr>
              <a:buSzPts val="8000"/>
              <a:buFont typeface="Figtree"/>
              <a:buNone/>
              <a:defRPr sz="8000">
                <a:solidFill>
                  <a:schemeClr val="dk1"/>
                </a:solidFill>
                <a:latin typeface="Figtree"/>
                <a:ea typeface="Figtree"/>
                <a:cs typeface="Figtree"/>
                <a:sym typeface="Figtree"/>
              </a:defRPr>
            </a:lvl7pPr>
            <a:lvl8pPr lvl="7" algn="ctr">
              <a:lnSpc>
                <a:spcPct val="90000"/>
              </a:lnSpc>
              <a:spcBef>
                <a:spcPts val="0"/>
              </a:spcBef>
              <a:spcAft>
                <a:spcPts val="0"/>
              </a:spcAft>
              <a:buClr>
                <a:schemeClr val="dk1"/>
              </a:buClr>
              <a:buSzPts val="8000"/>
              <a:buFont typeface="Figtree"/>
              <a:buNone/>
              <a:defRPr sz="8000">
                <a:solidFill>
                  <a:schemeClr val="dk1"/>
                </a:solidFill>
                <a:latin typeface="Figtree"/>
                <a:ea typeface="Figtree"/>
                <a:cs typeface="Figtree"/>
                <a:sym typeface="Figtree"/>
              </a:defRPr>
            </a:lvl8pPr>
            <a:lvl9pPr lvl="8" algn="ctr">
              <a:lnSpc>
                <a:spcPct val="90000"/>
              </a:lnSpc>
              <a:spcBef>
                <a:spcPts val="0"/>
              </a:spcBef>
              <a:spcAft>
                <a:spcPts val="0"/>
              </a:spcAft>
              <a:buClr>
                <a:schemeClr val="dk1"/>
              </a:buClr>
              <a:buSzPts val="8000"/>
              <a:buFont typeface="Figtree"/>
              <a:buNone/>
              <a:defRPr sz="8000">
                <a:solidFill>
                  <a:schemeClr val="dk1"/>
                </a:solidFill>
                <a:latin typeface="Figtree"/>
                <a:ea typeface="Figtree"/>
                <a:cs typeface="Figtree"/>
                <a:sym typeface="Figtree"/>
              </a:defRPr>
            </a:lvl9pPr>
          </a:lstStyle>
          <a:p/>
        </p:txBody>
      </p:sp>
      <p:sp>
        <p:nvSpPr>
          <p:cNvPr id="761" name="Google Shape;761;p66"/>
          <p:cNvSpPr txBox="1"/>
          <p:nvPr>
            <p:ph idx="1" type="subTitle"/>
          </p:nvPr>
        </p:nvSpPr>
        <p:spPr>
          <a:xfrm>
            <a:off x="1643100" y="2881050"/>
            <a:ext cx="5857800" cy="431700"/>
          </a:xfrm>
          <a:prstGeom prst="rect">
            <a:avLst/>
          </a:prstGeom>
        </p:spPr>
        <p:txBody>
          <a:bodyPr anchorCtr="0" anchor="ctr" bIns="0" lIns="0" spcFirstLastPara="1" rIns="0" wrap="square" tIns="0">
            <a:noAutofit/>
          </a:bodyPr>
          <a:lstStyle>
            <a:lvl1pPr lvl="0" algn="ctr">
              <a:lnSpc>
                <a:spcPct val="95000"/>
              </a:lnSpc>
              <a:spcBef>
                <a:spcPts val="0"/>
              </a:spcBef>
              <a:spcAft>
                <a:spcPts val="0"/>
              </a:spcAft>
              <a:buNone/>
              <a:defRPr>
                <a:solidFill>
                  <a:schemeClr val="dk2"/>
                </a:solidFill>
                <a:latin typeface="Jost"/>
                <a:ea typeface="Jost"/>
                <a:cs typeface="Jost"/>
                <a:sym typeface="Jost"/>
              </a:defRPr>
            </a:lvl1pPr>
            <a:lvl2pPr lvl="1" algn="ctr">
              <a:lnSpc>
                <a:spcPct val="95000"/>
              </a:lnSpc>
              <a:spcBef>
                <a:spcPts val="0"/>
              </a:spcBef>
              <a:spcAft>
                <a:spcPts val="0"/>
              </a:spcAft>
              <a:buNone/>
              <a:defRPr>
                <a:solidFill>
                  <a:schemeClr val="dk2"/>
                </a:solidFill>
                <a:latin typeface="Jost"/>
                <a:ea typeface="Jost"/>
                <a:cs typeface="Jost"/>
                <a:sym typeface="Jost"/>
              </a:defRPr>
            </a:lvl2pPr>
            <a:lvl3pPr lvl="2" algn="ctr">
              <a:lnSpc>
                <a:spcPct val="95000"/>
              </a:lnSpc>
              <a:spcBef>
                <a:spcPts val="0"/>
              </a:spcBef>
              <a:spcAft>
                <a:spcPts val="0"/>
              </a:spcAft>
              <a:buNone/>
              <a:defRPr>
                <a:solidFill>
                  <a:schemeClr val="dk2"/>
                </a:solidFill>
                <a:latin typeface="Jost"/>
                <a:ea typeface="Jost"/>
                <a:cs typeface="Jost"/>
                <a:sym typeface="Jost"/>
              </a:defRPr>
            </a:lvl3pPr>
            <a:lvl4pPr lvl="3" algn="ctr">
              <a:lnSpc>
                <a:spcPct val="95000"/>
              </a:lnSpc>
              <a:spcBef>
                <a:spcPts val="0"/>
              </a:spcBef>
              <a:spcAft>
                <a:spcPts val="0"/>
              </a:spcAft>
              <a:buNone/>
              <a:defRPr>
                <a:solidFill>
                  <a:schemeClr val="dk2"/>
                </a:solidFill>
                <a:latin typeface="Jost"/>
                <a:ea typeface="Jost"/>
                <a:cs typeface="Jost"/>
                <a:sym typeface="Jost"/>
              </a:defRPr>
            </a:lvl4pPr>
            <a:lvl5pPr lvl="4" algn="ctr">
              <a:lnSpc>
                <a:spcPct val="95000"/>
              </a:lnSpc>
              <a:spcBef>
                <a:spcPts val="0"/>
              </a:spcBef>
              <a:spcAft>
                <a:spcPts val="0"/>
              </a:spcAft>
              <a:buNone/>
              <a:defRPr>
                <a:solidFill>
                  <a:schemeClr val="dk2"/>
                </a:solidFill>
                <a:latin typeface="Jost"/>
                <a:ea typeface="Jost"/>
                <a:cs typeface="Jost"/>
                <a:sym typeface="Jost"/>
              </a:defRPr>
            </a:lvl5pPr>
            <a:lvl6pPr lvl="5" algn="ctr">
              <a:lnSpc>
                <a:spcPct val="95000"/>
              </a:lnSpc>
              <a:spcBef>
                <a:spcPts val="0"/>
              </a:spcBef>
              <a:spcAft>
                <a:spcPts val="0"/>
              </a:spcAft>
              <a:buNone/>
              <a:defRPr>
                <a:solidFill>
                  <a:schemeClr val="dk2"/>
                </a:solidFill>
                <a:latin typeface="Jost"/>
                <a:ea typeface="Jost"/>
                <a:cs typeface="Jost"/>
                <a:sym typeface="Jost"/>
              </a:defRPr>
            </a:lvl6pPr>
            <a:lvl7pPr lvl="6" algn="ctr">
              <a:lnSpc>
                <a:spcPct val="95000"/>
              </a:lnSpc>
              <a:spcBef>
                <a:spcPts val="0"/>
              </a:spcBef>
              <a:spcAft>
                <a:spcPts val="0"/>
              </a:spcAft>
              <a:buNone/>
              <a:defRPr>
                <a:solidFill>
                  <a:schemeClr val="dk2"/>
                </a:solidFill>
                <a:latin typeface="Jost"/>
                <a:ea typeface="Jost"/>
                <a:cs typeface="Jost"/>
                <a:sym typeface="Jost"/>
              </a:defRPr>
            </a:lvl7pPr>
            <a:lvl8pPr lvl="7" algn="ctr">
              <a:lnSpc>
                <a:spcPct val="95000"/>
              </a:lnSpc>
              <a:spcBef>
                <a:spcPts val="0"/>
              </a:spcBef>
              <a:spcAft>
                <a:spcPts val="0"/>
              </a:spcAft>
              <a:buNone/>
              <a:defRPr>
                <a:solidFill>
                  <a:schemeClr val="dk2"/>
                </a:solidFill>
                <a:latin typeface="Jost"/>
                <a:ea typeface="Jost"/>
                <a:cs typeface="Jost"/>
                <a:sym typeface="Jost"/>
              </a:defRPr>
            </a:lvl8pPr>
            <a:lvl9pPr lvl="8" algn="ctr">
              <a:lnSpc>
                <a:spcPct val="95000"/>
              </a:lnSpc>
              <a:spcBef>
                <a:spcPts val="0"/>
              </a:spcBef>
              <a:spcAft>
                <a:spcPts val="0"/>
              </a:spcAft>
              <a:buNone/>
              <a:defRPr>
                <a:solidFill>
                  <a:schemeClr val="dk2"/>
                </a:solidFill>
                <a:latin typeface="Jost"/>
                <a:ea typeface="Jost"/>
                <a:cs typeface="Jost"/>
                <a:sym typeface="Jost"/>
              </a:defRPr>
            </a:lvl9pPr>
          </a:lstStyle>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762" name="Shape 762"/>
        <p:cNvGrpSpPr/>
        <p:nvPr/>
      </p:nvGrpSpPr>
      <p:grpSpPr>
        <a:xfrm>
          <a:off x="0" y="0"/>
          <a:ext cx="0" cy="0"/>
          <a:chOff x="0" y="0"/>
          <a:chExt cx="0" cy="0"/>
        </a:xfrm>
      </p:grpSpPr>
      <p:sp>
        <p:nvSpPr>
          <p:cNvPr id="763" name="Google Shape;763;p67"/>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764" name="Google Shape;764;p67"/>
          <p:cNvSpPr txBox="1"/>
          <p:nvPr>
            <p:ph idx="1" type="subTitle"/>
          </p:nvPr>
        </p:nvSpPr>
        <p:spPr>
          <a:xfrm>
            <a:off x="311700" y="2834125"/>
            <a:ext cx="8520600" cy="792600"/>
          </a:xfrm>
          <a:prstGeom prst="rect">
            <a:avLst/>
          </a:prstGeom>
        </p:spPr>
        <p:txBody>
          <a:bodyPr anchorCtr="0" anchor="t" bIns="0" lIns="0" spcFirstLastPara="1" rIns="0" wrap="square" tIns="0">
            <a:sp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765" name="Shape 765"/>
        <p:cNvGrpSpPr/>
        <p:nvPr/>
      </p:nvGrpSpPr>
      <p:grpSpPr>
        <a:xfrm>
          <a:off x="0" y="0"/>
          <a:ext cx="0" cy="0"/>
          <a:chOff x="0" y="0"/>
          <a:chExt cx="0" cy="0"/>
        </a:xfrm>
      </p:grpSpPr>
      <p:sp>
        <p:nvSpPr>
          <p:cNvPr id="766" name="Google Shape;766;p68"/>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767" name="Shape 767"/>
        <p:cNvGrpSpPr/>
        <p:nvPr/>
      </p:nvGrpSpPr>
      <p:grpSpPr>
        <a:xfrm>
          <a:off x="0" y="0"/>
          <a:ext cx="0" cy="0"/>
          <a:chOff x="0" y="0"/>
          <a:chExt cx="0" cy="0"/>
        </a:xfrm>
      </p:grpSpPr>
      <p:sp>
        <p:nvSpPr>
          <p:cNvPr id="768" name="Google Shape;768;p6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5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9" name="Google Shape;769;p69"/>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770" name="Shape 770"/>
        <p:cNvGrpSpPr/>
        <p:nvPr/>
      </p:nvGrpSpPr>
      <p:grpSpPr>
        <a:xfrm>
          <a:off x="0" y="0"/>
          <a:ext cx="0" cy="0"/>
          <a:chOff x="0" y="0"/>
          <a:chExt cx="0" cy="0"/>
        </a:xfrm>
      </p:grpSpPr>
      <p:sp>
        <p:nvSpPr>
          <p:cNvPr id="771" name="Google Shape;771;p7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5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72" name="Google Shape;772;p70"/>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773" name="Google Shape;773;p70"/>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774" name="Shape 774"/>
        <p:cNvGrpSpPr/>
        <p:nvPr/>
      </p:nvGrpSpPr>
      <p:grpSpPr>
        <a:xfrm>
          <a:off x="0" y="0"/>
          <a:ext cx="0" cy="0"/>
          <a:chOff x="0" y="0"/>
          <a:chExt cx="0" cy="0"/>
        </a:xfrm>
      </p:grpSpPr>
      <p:sp>
        <p:nvSpPr>
          <p:cNvPr id="775" name="Google Shape;775;p7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5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776" name="Shape 776"/>
        <p:cNvGrpSpPr/>
        <p:nvPr/>
      </p:nvGrpSpPr>
      <p:grpSpPr>
        <a:xfrm>
          <a:off x="0" y="0"/>
          <a:ext cx="0" cy="0"/>
          <a:chOff x="0" y="0"/>
          <a:chExt cx="0" cy="0"/>
        </a:xfrm>
      </p:grpSpPr>
      <p:sp>
        <p:nvSpPr>
          <p:cNvPr id="777" name="Google Shape;777;p72"/>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778" name="Google Shape;778;p72"/>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779" name="Shape 779"/>
        <p:cNvGrpSpPr/>
        <p:nvPr/>
      </p:nvGrpSpPr>
      <p:grpSpPr>
        <a:xfrm>
          <a:off x="0" y="0"/>
          <a:ext cx="0" cy="0"/>
          <a:chOff x="0" y="0"/>
          <a:chExt cx="0" cy="0"/>
        </a:xfrm>
      </p:grpSpPr>
      <p:sp>
        <p:nvSpPr>
          <p:cNvPr id="780" name="Google Shape;780;p73"/>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781" name="Shape 781"/>
        <p:cNvGrpSpPr/>
        <p:nvPr/>
      </p:nvGrpSpPr>
      <p:grpSpPr>
        <a:xfrm>
          <a:off x="0" y="0"/>
          <a:ext cx="0" cy="0"/>
          <a:chOff x="0" y="0"/>
          <a:chExt cx="0" cy="0"/>
        </a:xfrm>
      </p:grpSpPr>
      <p:sp>
        <p:nvSpPr>
          <p:cNvPr id="782" name="Google Shape;782;p74"/>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783" name="Google Shape;783;p74"/>
          <p:cNvSpPr txBox="1"/>
          <p:nvPr>
            <p:ph idx="1" type="subTitle"/>
          </p:nvPr>
        </p:nvSpPr>
        <p:spPr>
          <a:xfrm>
            <a:off x="265500" y="2803075"/>
            <a:ext cx="4045200" cy="1235100"/>
          </a:xfrm>
          <a:prstGeom prst="rect">
            <a:avLst/>
          </a:prstGeom>
        </p:spPr>
        <p:txBody>
          <a:bodyPr anchorCtr="0" anchor="t" bIns="0" lIns="0" spcFirstLastPara="1" rIns="0" wrap="square" tIns="0">
            <a:sp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784" name="Google Shape;784;p74"/>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785" name="Shape 785"/>
        <p:cNvGrpSpPr/>
        <p:nvPr/>
      </p:nvGrpSpPr>
      <p:grpSpPr>
        <a:xfrm>
          <a:off x="0" y="0"/>
          <a:ext cx="0" cy="0"/>
          <a:chOff x="0" y="0"/>
          <a:chExt cx="0" cy="0"/>
        </a:xfrm>
      </p:grpSpPr>
      <p:sp>
        <p:nvSpPr>
          <p:cNvPr id="786" name="Google Shape;786;p75"/>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spcBef>
                <a:spcPts val="0"/>
              </a:spcBef>
              <a:spcAft>
                <a:spcPts val="0"/>
              </a:spcAft>
              <a:buSzPts val="1200"/>
              <a:buNone/>
              <a:defRPr/>
            </a:lvl1pPr>
          </a:lstStyle>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787" name="Shape 787"/>
        <p:cNvGrpSpPr/>
        <p:nvPr/>
      </p:nvGrpSpPr>
      <p:grpSpPr>
        <a:xfrm>
          <a:off x="0" y="0"/>
          <a:ext cx="0" cy="0"/>
          <a:chOff x="0" y="0"/>
          <a:chExt cx="0" cy="0"/>
        </a:xfrm>
      </p:grpSpPr>
      <p:sp>
        <p:nvSpPr>
          <p:cNvPr id="788" name="Google Shape;788;p76"/>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789" name="Google Shape;789;p76"/>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04800" lvl="0" marL="457200" algn="ctr">
              <a:spcBef>
                <a:spcPts val="0"/>
              </a:spcBef>
              <a:spcAft>
                <a:spcPts val="0"/>
              </a:spcAft>
              <a:buSzPts val="1200"/>
              <a:buChar char="●"/>
              <a:defRPr/>
            </a:lvl1pPr>
            <a:lvl2pPr indent="-304800" lvl="1" marL="914400" algn="ctr">
              <a:spcBef>
                <a:spcPts val="0"/>
              </a:spcBef>
              <a:spcAft>
                <a:spcPts val="0"/>
              </a:spcAft>
              <a:buSzPts val="1200"/>
              <a:buChar char="○"/>
              <a:defRPr/>
            </a:lvl2pPr>
            <a:lvl3pPr indent="-304800" lvl="2" marL="1371600" algn="ctr">
              <a:spcBef>
                <a:spcPts val="0"/>
              </a:spcBef>
              <a:spcAft>
                <a:spcPts val="0"/>
              </a:spcAft>
              <a:buSzPts val="1200"/>
              <a:buChar char="■"/>
              <a:defRPr/>
            </a:lvl3pPr>
            <a:lvl4pPr indent="-304800" lvl="3" marL="1828800" algn="ctr">
              <a:spcBef>
                <a:spcPts val="0"/>
              </a:spcBef>
              <a:spcAft>
                <a:spcPts val="0"/>
              </a:spcAft>
              <a:buSzPts val="1200"/>
              <a:buChar char="●"/>
              <a:defRPr/>
            </a:lvl4pPr>
            <a:lvl5pPr indent="-304800" lvl="4" marL="2286000" algn="ctr">
              <a:spcBef>
                <a:spcPts val="0"/>
              </a:spcBef>
              <a:spcAft>
                <a:spcPts val="0"/>
              </a:spcAft>
              <a:buSzPts val="1200"/>
              <a:buChar char="○"/>
              <a:defRPr/>
            </a:lvl5pPr>
            <a:lvl6pPr indent="-304800" lvl="5" marL="2743200" algn="ctr">
              <a:spcBef>
                <a:spcPts val="0"/>
              </a:spcBef>
              <a:spcAft>
                <a:spcPts val="0"/>
              </a:spcAft>
              <a:buSzPts val="1200"/>
              <a:buChar char="■"/>
              <a:defRPr/>
            </a:lvl6pPr>
            <a:lvl7pPr indent="-304800" lvl="6" marL="3200400" algn="ctr">
              <a:spcBef>
                <a:spcPts val="0"/>
              </a:spcBef>
              <a:spcAft>
                <a:spcPts val="0"/>
              </a:spcAft>
              <a:buSzPts val="1200"/>
              <a:buChar char="●"/>
              <a:defRPr/>
            </a:lvl7pPr>
            <a:lvl8pPr indent="-304800" lvl="7" marL="3657600" algn="ctr">
              <a:spcBef>
                <a:spcPts val="0"/>
              </a:spcBef>
              <a:spcAft>
                <a:spcPts val="0"/>
              </a:spcAft>
              <a:buSzPts val="1200"/>
              <a:buChar char="○"/>
              <a:defRPr/>
            </a:lvl8pPr>
            <a:lvl9pPr indent="-304800" lvl="8" marL="4114800" algn="ctr">
              <a:spcBef>
                <a:spcPts val="0"/>
              </a:spcBef>
              <a:spcAft>
                <a:spcPts val="0"/>
              </a:spcAft>
              <a:buSzPts val="1200"/>
              <a:buChar char="■"/>
              <a:defRPr/>
            </a:lvl9pPr>
          </a:lstStyle>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790" name="Shape 790"/>
        <p:cNvGrpSpPr/>
        <p:nvPr/>
      </p:nvGrpSpPr>
      <p:grpSpPr>
        <a:xfrm>
          <a:off x="0" y="0"/>
          <a:ext cx="0" cy="0"/>
          <a:chOff x="0" y="0"/>
          <a:chExt cx="0" cy="0"/>
        </a:xfrm>
      </p:grpSpPr>
    </p:spTree>
  </p:cSld>
  <p:clrMapOvr>
    <a:masterClrMapping/>
  </p:clrMapOvr>
</p:sldLayout>
</file>

<file path=ppt/slideLayouts/slideLayout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791" name="Shape 791"/>
        <p:cNvGrpSpPr/>
        <p:nvPr/>
      </p:nvGrpSpPr>
      <p:grpSpPr>
        <a:xfrm>
          <a:off x="0" y="0"/>
          <a:ext cx="0" cy="0"/>
          <a:chOff x="0" y="0"/>
          <a:chExt cx="0" cy="0"/>
        </a:xfrm>
      </p:grpSpPr>
      <p:sp>
        <p:nvSpPr>
          <p:cNvPr id="792" name="Google Shape;792;p78"/>
          <p:cNvSpPr txBox="1"/>
          <p:nvPr>
            <p:ph type="title"/>
          </p:nvPr>
        </p:nvSpPr>
        <p:spPr>
          <a:xfrm>
            <a:off x="677325" y="1832775"/>
            <a:ext cx="3217200" cy="1484100"/>
          </a:xfrm>
          <a:prstGeom prst="rect">
            <a:avLst/>
          </a:prstGeom>
        </p:spPr>
        <p:txBody>
          <a:bodyPr anchorCtr="0" anchor="ctr" bIns="91425" lIns="91425" spcFirstLastPara="1" rIns="91425" wrap="square" tIns="91425">
            <a:noAutofit/>
          </a:bodyPr>
          <a:lstStyle>
            <a:lvl1pPr lvl="0">
              <a:spcBef>
                <a:spcPts val="0"/>
              </a:spcBef>
              <a:spcAft>
                <a:spcPts val="0"/>
              </a:spcAft>
              <a:buSzPts val="4200"/>
              <a:buNone/>
              <a:defRPr sz="4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93" name="Google Shape;793;p78"/>
          <p:cNvSpPr txBox="1"/>
          <p:nvPr>
            <p:ph idx="1" type="subTitle"/>
          </p:nvPr>
        </p:nvSpPr>
        <p:spPr>
          <a:xfrm>
            <a:off x="4406650" y="393750"/>
            <a:ext cx="4409700" cy="5427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794" name="Google Shape;794;p78"/>
          <p:cNvSpPr txBox="1"/>
          <p:nvPr>
            <p:ph idx="2" type="subTitle"/>
          </p:nvPr>
        </p:nvSpPr>
        <p:spPr>
          <a:xfrm>
            <a:off x="4406650" y="1151705"/>
            <a:ext cx="4409700" cy="5427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795" name="Google Shape;795;p78"/>
          <p:cNvSpPr txBox="1"/>
          <p:nvPr>
            <p:ph idx="3" type="subTitle"/>
          </p:nvPr>
        </p:nvSpPr>
        <p:spPr>
          <a:xfrm>
            <a:off x="4406650" y="3425570"/>
            <a:ext cx="4409700" cy="5427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796" name="Google Shape;796;p78"/>
          <p:cNvSpPr txBox="1"/>
          <p:nvPr>
            <p:ph idx="4" type="subTitle"/>
          </p:nvPr>
        </p:nvSpPr>
        <p:spPr>
          <a:xfrm>
            <a:off x="4406650" y="1909660"/>
            <a:ext cx="4409700" cy="5427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797" name="Google Shape;797;p78"/>
          <p:cNvSpPr txBox="1"/>
          <p:nvPr>
            <p:ph idx="5" type="subTitle"/>
          </p:nvPr>
        </p:nvSpPr>
        <p:spPr>
          <a:xfrm>
            <a:off x="4406650" y="4183525"/>
            <a:ext cx="4409700" cy="5427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798" name="Google Shape;798;p78"/>
          <p:cNvSpPr txBox="1"/>
          <p:nvPr>
            <p:ph idx="6" type="subTitle"/>
          </p:nvPr>
        </p:nvSpPr>
        <p:spPr>
          <a:xfrm>
            <a:off x="4406650" y="2667615"/>
            <a:ext cx="4409700" cy="5427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799" name="Shape 799"/>
        <p:cNvGrpSpPr/>
        <p:nvPr/>
      </p:nvGrpSpPr>
      <p:grpSpPr>
        <a:xfrm>
          <a:off x="0" y="0"/>
          <a:ext cx="0" cy="0"/>
          <a:chOff x="0" y="0"/>
          <a:chExt cx="0" cy="0"/>
        </a:xfrm>
      </p:grpSpPr>
      <p:sp>
        <p:nvSpPr>
          <p:cNvPr id="800" name="Google Shape;800;p7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5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1" name="Google Shape;801;p79"/>
          <p:cNvSpPr txBox="1"/>
          <p:nvPr>
            <p:ph idx="1" type="body"/>
          </p:nvPr>
        </p:nvSpPr>
        <p:spPr>
          <a:xfrm>
            <a:off x="311700" y="1152475"/>
            <a:ext cx="4473900" cy="3416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802" name="Google Shape;802;p79"/>
          <p:cNvSpPr/>
          <p:nvPr>
            <p:ph idx="2" type="pic"/>
          </p:nvPr>
        </p:nvSpPr>
        <p:spPr>
          <a:xfrm>
            <a:off x="4992024" y="1152775"/>
            <a:ext cx="3840300" cy="3416400"/>
          </a:xfrm>
          <a:prstGeom prst="rect">
            <a:avLst/>
          </a:prstGeom>
          <a:noFill/>
          <a:ln>
            <a:noFill/>
          </a:ln>
        </p:spPr>
      </p:sp>
    </p:spTree>
  </p:cSld>
  <p:clrMapOvr>
    <a:masterClrMapping/>
  </p:clrMapOvr>
</p:sldLayout>
</file>

<file path=ppt/slideLayouts/slideLayout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803" name="Shape 803"/>
        <p:cNvGrpSpPr/>
        <p:nvPr/>
      </p:nvGrpSpPr>
      <p:grpSpPr>
        <a:xfrm>
          <a:off x="0" y="0"/>
          <a:ext cx="0" cy="0"/>
          <a:chOff x="0" y="0"/>
          <a:chExt cx="0" cy="0"/>
        </a:xfrm>
      </p:grpSpPr>
      <p:sp>
        <p:nvSpPr>
          <p:cNvPr id="804" name="Google Shape;804;p80"/>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805" name="Google Shape;805;p80"/>
          <p:cNvSpPr txBox="1"/>
          <p:nvPr>
            <p:ph idx="1" type="body"/>
          </p:nvPr>
        </p:nvSpPr>
        <p:spPr>
          <a:xfrm>
            <a:off x="483150" y="2237788"/>
            <a:ext cx="36198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806" name="Google Shape;806;p80"/>
          <p:cNvSpPr txBox="1"/>
          <p:nvPr>
            <p:ph idx="2" type="body"/>
          </p:nvPr>
        </p:nvSpPr>
        <p:spPr>
          <a:xfrm>
            <a:off x="5048000" y="2237788"/>
            <a:ext cx="36198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807" name="Google Shape;807;p80"/>
          <p:cNvSpPr txBox="1"/>
          <p:nvPr>
            <p:ph idx="3" type="subTitle"/>
          </p:nvPr>
        </p:nvSpPr>
        <p:spPr>
          <a:xfrm>
            <a:off x="483150" y="1336161"/>
            <a:ext cx="3619800" cy="5427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08" name="Google Shape;808;p80"/>
          <p:cNvSpPr txBox="1"/>
          <p:nvPr>
            <p:ph idx="4" type="subTitle"/>
          </p:nvPr>
        </p:nvSpPr>
        <p:spPr>
          <a:xfrm>
            <a:off x="5048000" y="1336161"/>
            <a:ext cx="3619800" cy="5427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809" name="Shape 809"/>
        <p:cNvGrpSpPr/>
        <p:nvPr/>
      </p:nvGrpSpPr>
      <p:grpSpPr>
        <a:xfrm>
          <a:off x="0" y="0"/>
          <a:ext cx="0" cy="0"/>
          <a:chOff x="0" y="0"/>
          <a:chExt cx="0" cy="0"/>
        </a:xfrm>
      </p:grpSpPr>
      <p:sp>
        <p:nvSpPr>
          <p:cNvPr id="810" name="Google Shape;810;p81"/>
          <p:cNvSpPr txBox="1"/>
          <p:nvPr>
            <p:ph idx="1" type="body"/>
          </p:nvPr>
        </p:nvSpPr>
        <p:spPr>
          <a:xfrm>
            <a:off x="48317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811" name="Google Shape;811;p81"/>
          <p:cNvSpPr txBox="1"/>
          <p:nvPr>
            <p:ph idx="2" type="body"/>
          </p:nvPr>
        </p:nvSpPr>
        <p:spPr>
          <a:xfrm>
            <a:off x="334772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812" name="Google Shape;812;p81"/>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813" name="Google Shape;813;p81"/>
          <p:cNvSpPr txBox="1"/>
          <p:nvPr>
            <p:ph idx="3" type="subTitle"/>
          </p:nvPr>
        </p:nvSpPr>
        <p:spPr>
          <a:xfrm>
            <a:off x="483175" y="1336150"/>
            <a:ext cx="2455500" cy="7785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14" name="Google Shape;814;p81"/>
          <p:cNvSpPr txBox="1"/>
          <p:nvPr>
            <p:ph idx="4" type="subTitle"/>
          </p:nvPr>
        </p:nvSpPr>
        <p:spPr>
          <a:xfrm>
            <a:off x="3347725" y="1336150"/>
            <a:ext cx="2455500" cy="7785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15" name="Google Shape;815;p81"/>
          <p:cNvSpPr txBox="1"/>
          <p:nvPr>
            <p:ph idx="5" type="subTitle"/>
          </p:nvPr>
        </p:nvSpPr>
        <p:spPr>
          <a:xfrm>
            <a:off x="6212275" y="1336150"/>
            <a:ext cx="2455500" cy="7785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16" name="Google Shape;816;p81"/>
          <p:cNvSpPr txBox="1"/>
          <p:nvPr>
            <p:ph idx="6" type="body"/>
          </p:nvPr>
        </p:nvSpPr>
        <p:spPr>
          <a:xfrm>
            <a:off x="621227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817" name="Shape 817"/>
        <p:cNvGrpSpPr/>
        <p:nvPr/>
      </p:nvGrpSpPr>
      <p:grpSpPr>
        <a:xfrm>
          <a:off x="0" y="0"/>
          <a:ext cx="0" cy="0"/>
          <a:chOff x="0" y="0"/>
          <a:chExt cx="0" cy="0"/>
        </a:xfrm>
      </p:grpSpPr>
      <p:sp>
        <p:nvSpPr>
          <p:cNvPr id="818" name="Google Shape;818;p82"/>
          <p:cNvSpPr txBox="1"/>
          <p:nvPr>
            <p:ph idx="1" type="body"/>
          </p:nvPr>
        </p:nvSpPr>
        <p:spPr>
          <a:xfrm>
            <a:off x="366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819" name="Google Shape;819;p82"/>
          <p:cNvSpPr txBox="1"/>
          <p:nvPr>
            <p:ph idx="2" type="body"/>
          </p:nvPr>
        </p:nvSpPr>
        <p:spPr>
          <a:xfrm>
            <a:off x="4938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820" name="Google Shape;820;p82"/>
          <p:cNvSpPr txBox="1"/>
          <p:nvPr>
            <p:ph idx="3" type="body"/>
          </p:nvPr>
        </p:nvSpPr>
        <p:spPr>
          <a:xfrm>
            <a:off x="366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821" name="Google Shape;821;p82"/>
          <p:cNvSpPr txBox="1"/>
          <p:nvPr>
            <p:ph idx="4" type="body"/>
          </p:nvPr>
        </p:nvSpPr>
        <p:spPr>
          <a:xfrm>
            <a:off x="4938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822" name="Google Shape;822;p82"/>
          <p:cNvSpPr txBox="1"/>
          <p:nvPr>
            <p:ph type="title"/>
          </p:nvPr>
        </p:nvSpPr>
        <p:spPr>
          <a:xfrm>
            <a:off x="366750"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823" name="Google Shape;823;p82"/>
          <p:cNvSpPr txBox="1"/>
          <p:nvPr>
            <p:ph idx="5" type="subTitle"/>
          </p:nvPr>
        </p:nvSpPr>
        <p:spPr>
          <a:xfrm>
            <a:off x="366763" y="1277907"/>
            <a:ext cx="3838500" cy="4812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24" name="Google Shape;824;p82"/>
          <p:cNvSpPr txBox="1"/>
          <p:nvPr>
            <p:ph idx="6" type="subTitle"/>
          </p:nvPr>
        </p:nvSpPr>
        <p:spPr>
          <a:xfrm>
            <a:off x="4938738" y="1277907"/>
            <a:ext cx="3838500" cy="4812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25" name="Google Shape;825;p82"/>
          <p:cNvSpPr txBox="1"/>
          <p:nvPr>
            <p:ph idx="7" type="subTitle"/>
          </p:nvPr>
        </p:nvSpPr>
        <p:spPr>
          <a:xfrm>
            <a:off x="4938761" y="3167363"/>
            <a:ext cx="3838500" cy="4812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26" name="Google Shape;826;p82"/>
          <p:cNvSpPr txBox="1"/>
          <p:nvPr>
            <p:ph idx="8" type="subTitle"/>
          </p:nvPr>
        </p:nvSpPr>
        <p:spPr>
          <a:xfrm>
            <a:off x="366750" y="3167363"/>
            <a:ext cx="3838500" cy="4812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827" name="Shape 827"/>
        <p:cNvGrpSpPr/>
        <p:nvPr/>
      </p:nvGrpSpPr>
      <p:grpSpPr>
        <a:xfrm>
          <a:off x="0" y="0"/>
          <a:ext cx="0" cy="0"/>
          <a:chOff x="0" y="0"/>
          <a:chExt cx="0" cy="0"/>
        </a:xfrm>
      </p:grpSpPr>
      <p:sp>
        <p:nvSpPr>
          <p:cNvPr id="828" name="Google Shape;828;p8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5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29" name="Google Shape;829;p83"/>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830" name="Shape 830"/>
        <p:cNvGrpSpPr/>
        <p:nvPr/>
      </p:nvGrpSpPr>
      <p:grpSpPr>
        <a:xfrm>
          <a:off x="0" y="0"/>
          <a:ext cx="0" cy="0"/>
          <a:chOff x="0" y="0"/>
          <a:chExt cx="0" cy="0"/>
        </a:xfrm>
      </p:grpSpPr>
      <p:sp>
        <p:nvSpPr>
          <p:cNvPr id="831" name="Google Shape;831;p84"/>
          <p:cNvSpPr txBox="1"/>
          <p:nvPr>
            <p:ph idx="1" type="body"/>
          </p:nvPr>
        </p:nvSpPr>
        <p:spPr>
          <a:xfrm>
            <a:off x="311700"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832" name="Google Shape;832;p84"/>
          <p:cNvSpPr/>
          <p:nvPr>
            <p:ph idx="2" type="pic"/>
          </p:nvPr>
        </p:nvSpPr>
        <p:spPr>
          <a:xfrm>
            <a:off x="4804825" y="1133300"/>
            <a:ext cx="4027500" cy="2392800"/>
          </a:xfrm>
          <a:prstGeom prst="rect">
            <a:avLst/>
          </a:prstGeom>
          <a:noFill/>
          <a:ln>
            <a:noFill/>
          </a:ln>
        </p:spPr>
      </p:sp>
      <p:sp>
        <p:nvSpPr>
          <p:cNvPr id="833" name="Google Shape;833;p84"/>
          <p:cNvSpPr/>
          <p:nvPr>
            <p:ph idx="3" type="pic"/>
          </p:nvPr>
        </p:nvSpPr>
        <p:spPr>
          <a:xfrm>
            <a:off x="311725" y="1133300"/>
            <a:ext cx="4027500" cy="2392800"/>
          </a:xfrm>
          <a:prstGeom prst="rect">
            <a:avLst/>
          </a:prstGeom>
          <a:noFill/>
          <a:ln>
            <a:noFill/>
          </a:ln>
        </p:spPr>
      </p:sp>
      <p:sp>
        <p:nvSpPr>
          <p:cNvPr id="834" name="Google Shape;834;p84"/>
          <p:cNvSpPr txBox="1"/>
          <p:nvPr>
            <p:ph idx="4" type="body"/>
          </p:nvPr>
        </p:nvSpPr>
        <p:spPr>
          <a:xfrm>
            <a:off x="4804825"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835" name="Google Shape;835;p8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5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36" name="Google Shape;836;p84"/>
          <p:cNvSpPr txBox="1"/>
          <p:nvPr>
            <p:ph idx="5" type="subTitle"/>
          </p:nvPr>
        </p:nvSpPr>
        <p:spPr>
          <a:xfrm>
            <a:off x="311725" y="3582900"/>
            <a:ext cx="4027500" cy="4812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837" name="Google Shape;837;p84"/>
          <p:cNvSpPr txBox="1"/>
          <p:nvPr>
            <p:ph idx="6" type="subTitle"/>
          </p:nvPr>
        </p:nvSpPr>
        <p:spPr>
          <a:xfrm>
            <a:off x="4804825" y="3582900"/>
            <a:ext cx="4027500" cy="4812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838" name="Shape 838"/>
        <p:cNvGrpSpPr/>
        <p:nvPr/>
      </p:nvGrpSpPr>
      <p:grpSpPr>
        <a:xfrm>
          <a:off x="0" y="0"/>
          <a:ext cx="0" cy="0"/>
          <a:chOff x="0" y="0"/>
          <a:chExt cx="0" cy="0"/>
        </a:xfrm>
      </p:grpSpPr>
      <p:sp>
        <p:nvSpPr>
          <p:cNvPr id="839" name="Google Shape;839;p85"/>
          <p:cNvSpPr txBox="1"/>
          <p:nvPr>
            <p:ph idx="1" type="body"/>
          </p:nvPr>
        </p:nvSpPr>
        <p:spPr>
          <a:xfrm>
            <a:off x="31170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840" name="Google Shape;840;p85"/>
          <p:cNvSpPr/>
          <p:nvPr>
            <p:ph idx="2" type="pic"/>
          </p:nvPr>
        </p:nvSpPr>
        <p:spPr>
          <a:xfrm>
            <a:off x="6205225" y="1128325"/>
            <a:ext cx="2627100" cy="2273100"/>
          </a:xfrm>
          <a:prstGeom prst="rect">
            <a:avLst/>
          </a:prstGeom>
          <a:noFill/>
          <a:ln>
            <a:noFill/>
          </a:ln>
        </p:spPr>
      </p:sp>
      <p:sp>
        <p:nvSpPr>
          <p:cNvPr id="841" name="Google Shape;841;p85"/>
          <p:cNvSpPr/>
          <p:nvPr>
            <p:ph idx="3" type="pic"/>
          </p:nvPr>
        </p:nvSpPr>
        <p:spPr>
          <a:xfrm>
            <a:off x="311725" y="1128325"/>
            <a:ext cx="2627100" cy="2273100"/>
          </a:xfrm>
          <a:prstGeom prst="rect">
            <a:avLst/>
          </a:prstGeom>
          <a:noFill/>
          <a:ln>
            <a:noFill/>
          </a:ln>
        </p:spPr>
      </p:sp>
      <p:sp>
        <p:nvSpPr>
          <p:cNvPr id="842" name="Google Shape;842;p85"/>
          <p:cNvSpPr txBox="1"/>
          <p:nvPr>
            <p:ph idx="4" type="body"/>
          </p:nvPr>
        </p:nvSpPr>
        <p:spPr>
          <a:xfrm>
            <a:off x="6205225"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843" name="Google Shape;843;p85"/>
          <p:cNvSpPr/>
          <p:nvPr>
            <p:ph idx="5" type="pic"/>
          </p:nvPr>
        </p:nvSpPr>
        <p:spPr>
          <a:xfrm>
            <a:off x="3255250" y="1128325"/>
            <a:ext cx="2627100" cy="2273100"/>
          </a:xfrm>
          <a:prstGeom prst="rect">
            <a:avLst/>
          </a:prstGeom>
          <a:noFill/>
          <a:ln>
            <a:noFill/>
          </a:ln>
        </p:spPr>
      </p:sp>
      <p:sp>
        <p:nvSpPr>
          <p:cNvPr id="844" name="Google Shape;844;p85"/>
          <p:cNvSpPr txBox="1"/>
          <p:nvPr>
            <p:ph idx="6" type="body"/>
          </p:nvPr>
        </p:nvSpPr>
        <p:spPr>
          <a:xfrm>
            <a:off x="325525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845" name="Google Shape;845;p8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5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46" name="Google Shape;846;p85"/>
          <p:cNvSpPr txBox="1"/>
          <p:nvPr>
            <p:ph idx="7" type="subTitle"/>
          </p:nvPr>
        </p:nvSpPr>
        <p:spPr>
          <a:xfrm>
            <a:off x="311725" y="3430500"/>
            <a:ext cx="2627100" cy="4812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847" name="Google Shape;847;p85"/>
          <p:cNvSpPr txBox="1"/>
          <p:nvPr>
            <p:ph idx="8" type="subTitle"/>
          </p:nvPr>
        </p:nvSpPr>
        <p:spPr>
          <a:xfrm>
            <a:off x="6205225" y="3430500"/>
            <a:ext cx="2627100" cy="4812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848" name="Google Shape;848;p85"/>
          <p:cNvSpPr txBox="1"/>
          <p:nvPr>
            <p:ph idx="9" type="subTitle"/>
          </p:nvPr>
        </p:nvSpPr>
        <p:spPr>
          <a:xfrm>
            <a:off x="3255250" y="3430500"/>
            <a:ext cx="2627100" cy="4812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849" name="Shape 849"/>
        <p:cNvGrpSpPr/>
        <p:nvPr/>
      </p:nvGrpSpPr>
      <p:grpSpPr>
        <a:xfrm>
          <a:off x="0" y="0"/>
          <a:ext cx="0" cy="0"/>
          <a:chOff x="0" y="0"/>
          <a:chExt cx="0" cy="0"/>
        </a:xfrm>
      </p:grpSpPr>
      <p:sp>
        <p:nvSpPr>
          <p:cNvPr id="850" name="Google Shape;850;p86"/>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851" name="Shape 851"/>
        <p:cNvGrpSpPr/>
        <p:nvPr/>
      </p:nvGrpSpPr>
      <p:grpSpPr>
        <a:xfrm>
          <a:off x="0" y="0"/>
          <a:ext cx="0" cy="0"/>
          <a:chOff x="0" y="0"/>
          <a:chExt cx="0" cy="0"/>
        </a:xfrm>
      </p:grpSpPr>
      <p:sp>
        <p:nvSpPr>
          <p:cNvPr id="852" name="Google Shape;852;p87"/>
          <p:cNvSpPr/>
          <p:nvPr>
            <p:ph idx="2" type="pic"/>
          </p:nvPr>
        </p:nvSpPr>
        <p:spPr>
          <a:xfrm>
            <a:off x="3389600" y="118913"/>
            <a:ext cx="1643700" cy="1535100"/>
          </a:xfrm>
          <a:prstGeom prst="rect">
            <a:avLst/>
          </a:prstGeom>
          <a:noFill/>
          <a:ln>
            <a:noFill/>
          </a:ln>
        </p:spPr>
      </p:sp>
      <p:sp>
        <p:nvSpPr>
          <p:cNvPr id="853" name="Google Shape;853;p87"/>
          <p:cNvSpPr/>
          <p:nvPr>
            <p:ph idx="3" type="pic"/>
          </p:nvPr>
        </p:nvSpPr>
        <p:spPr>
          <a:xfrm>
            <a:off x="5195935" y="118913"/>
            <a:ext cx="1643700" cy="1535100"/>
          </a:xfrm>
          <a:prstGeom prst="rect">
            <a:avLst/>
          </a:prstGeom>
          <a:noFill/>
          <a:ln>
            <a:noFill/>
          </a:ln>
        </p:spPr>
      </p:sp>
      <p:sp>
        <p:nvSpPr>
          <p:cNvPr id="854" name="Google Shape;854;p87"/>
          <p:cNvSpPr/>
          <p:nvPr>
            <p:ph idx="4" type="pic"/>
          </p:nvPr>
        </p:nvSpPr>
        <p:spPr>
          <a:xfrm>
            <a:off x="7002270" y="118913"/>
            <a:ext cx="1643700" cy="1535100"/>
          </a:xfrm>
          <a:prstGeom prst="rect">
            <a:avLst/>
          </a:prstGeom>
          <a:noFill/>
          <a:ln>
            <a:noFill/>
          </a:ln>
        </p:spPr>
      </p:sp>
      <p:sp>
        <p:nvSpPr>
          <p:cNvPr id="855" name="Google Shape;855;p87"/>
          <p:cNvSpPr/>
          <p:nvPr>
            <p:ph idx="5" type="pic"/>
          </p:nvPr>
        </p:nvSpPr>
        <p:spPr>
          <a:xfrm>
            <a:off x="3389588" y="1804212"/>
            <a:ext cx="1643700" cy="1535100"/>
          </a:xfrm>
          <a:prstGeom prst="rect">
            <a:avLst/>
          </a:prstGeom>
          <a:noFill/>
          <a:ln>
            <a:noFill/>
          </a:ln>
        </p:spPr>
      </p:sp>
      <p:sp>
        <p:nvSpPr>
          <p:cNvPr id="856" name="Google Shape;856;p87"/>
          <p:cNvSpPr/>
          <p:nvPr>
            <p:ph idx="6" type="pic"/>
          </p:nvPr>
        </p:nvSpPr>
        <p:spPr>
          <a:xfrm>
            <a:off x="5195922" y="1804212"/>
            <a:ext cx="1643700" cy="1535100"/>
          </a:xfrm>
          <a:prstGeom prst="rect">
            <a:avLst/>
          </a:prstGeom>
          <a:noFill/>
          <a:ln>
            <a:noFill/>
          </a:ln>
        </p:spPr>
      </p:sp>
      <p:sp>
        <p:nvSpPr>
          <p:cNvPr id="857" name="Google Shape;857;p87"/>
          <p:cNvSpPr/>
          <p:nvPr>
            <p:ph idx="7" type="pic"/>
          </p:nvPr>
        </p:nvSpPr>
        <p:spPr>
          <a:xfrm>
            <a:off x="7002257" y="1804212"/>
            <a:ext cx="1643700" cy="1535100"/>
          </a:xfrm>
          <a:prstGeom prst="rect">
            <a:avLst/>
          </a:prstGeom>
          <a:noFill/>
          <a:ln>
            <a:noFill/>
          </a:ln>
        </p:spPr>
      </p:sp>
      <p:sp>
        <p:nvSpPr>
          <p:cNvPr id="858" name="Google Shape;858;p87"/>
          <p:cNvSpPr txBox="1"/>
          <p:nvPr>
            <p:ph type="title"/>
          </p:nvPr>
        </p:nvSpPr>
        <p:spPr>
          <a:xfrm>
            <a:off x="351550" y="445025"/>
            <a:ext cx="2596800" cy="1706400"/>
          </a:xfrm>
          <a:prstGeom prst="rect">
            <a:avLst/>
          </a:prstGeom>
        </p:spPr>
        <p:txBody>
          <a:bodyPr anchorCtr="0" anchor="t" bIns="91425" lIns="91425" spcFirstLastPara="1" rIns="91425" wrap="square" tIns="91425">
            <a:spAutoFit/>
          </a:bodyPr>
          <a:lstStyle>
            <a:lvl1pPr lvl="0">
              <a:spcBef>
                <a:spcPts val="0"/>
              </a:spcBef>
              <a:spcAft>
                <a:spcPts val="0"/>
              </a:spcAft>
              <a:buSzPts val="5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59" name="Google Shape;859;p87"/>
          <p:cNvSpPr/>
          <p:nvPr>
            <p:ph idx="8" type="pic"/>
          </p:nvPr>
        </p:nvSpPr>
        <p:spPr>
          <a:xfrm>
            <a:off x="3389588" y="3489487"/>
            <a:ext cx="1643700" cy="1535100"/>
          </a:xfrm>
          <a:prstGeom prst="rect">
            <a:avLst/>
          </a:prstGeom>
          <a:noFill/>
          <a:ln>
            <a:noFill/>
          </a:ln>
        </p:spPr>
      </p:sp>
      <p:sp>
        <p:nvSpPr>
          <p:cNvPr id="860" name="Google Shape;860;p87"/>
          <p:cNvSpPr/>
          <p:nvPr>
            <p:ph idx="9" type="pic"/>
          </p:nvPr>
        </p:nvSpPr>
        <p:spPr>
          <a:xfrm>
            <a:off x="5195922" y="3489487"/>
            <a:ext cx="1643700" cy="1535100"/>
          </a:xfrm>
          <a:prstGeom prst="rect">
            <a:avLst/>
          </a:prstGeom>
          <a:noFill/>
          <a:ln>
            <a:noFill/>
          </a:ln>
        </p:spPr>
      </p:sp>
      <p:sp>
        <p:nvSpPr>
          <p:cNvPr id="861" name="Google Shape;861;p87"/>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40" Type="http://schemas.openxmlformats.org/officeDocument/2006/relationships/theme" Target="../theme/theme3.xml"/><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slideLayout" Target="../slideLayouts/slideLayout33.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35" Type="http://schemas.openxmlformats.org/officeDocument/2006/relationships/slideLayout" Target="../slideLayouts/slideLayout35.xml"/><Relationship Id="rId12" Type="http://schemas.openxmlformats.org/officeDocument/2006/relationships/slideLayout" Target="../slideLayouts/slideLayout12.xml"/><Relationship Id="rId34" Type="http://schemas.openxmlformats.org/officeDocument/2006/relationships/slideLayout" Target="../slideLayouts/slideLayout34.xml"/><Relationship Id="rId15" Type="http://schemas.openxmlformats.org/officeDocument/2006/relationships/slideLayout" Target="../slideLayouts/slideLayout15.xml"/><Relationship Id="rId37" Type="http://schemas.openxmlformats.org/officeDocument/2006/relationships/slideLayout" Target="../slideLayouts/slideLayout37.xml"/><Relationship Id="rId14" Type="http://schemas.openxmlformats.org/officeDocument/2006/relationships/slideLayout" Target="../slideLayouts/slideLayout14.xml"/><Relationship Id="rId36" Type="http://schemas.openxmlformats.org/officeDocument/2006/relationships/slideLayout" Target="../slideLayouts/slideLayout36.xml"/><Relationship Id="rId17" Type="http://schemas.openxmlformats.org/officeDocument/2006/relationships/slideLayout" Target="../slideLayouts/slideLayout17.xml"/><Relationship Id="rId39" Type="http://schemas.openxmlformats.org/officeDocument/2006/relationships/slideLayout" Target="../slideLayouts/slideLayout39.xml"/><Relationship Id="rId16" Type="http://schemas.openxmlformats.org/officeDocument/2006/relationships/slideLayout" Target="../slideLayouts/slideLayout16.xml"/><Relationship Id="rId38" Type="http://schemas.openxmlformats.org/officeDocument/2006/relationships/slideLayout" Target="../slideLayouts/slideLayout38.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_rels/slideMaster2.xml.rels><?xml version="1.0" encoding="UTF-8" standalone="yes"?><Relationships xmlns="http://schemas.openxmlformats.org/package/2006/relationships"><Relationship Id="rId40" Type="http://schemas.openxmlformats.org/officeDocument/2006/relationships/slideLayout" Target="../slideLayouts/slideLayout79.xml"/><Relationship Id="rId20" Type="http://schemas.openxmlformats.org/officeDocument/2006/relationships/slideLayout" Target="../slideLayouts/slideLayout59.xml"/><Relationship Id="rId42" Type="http://schemas.openxmlformats.org/officeDocument/2006/relationships/slideLayout" Target="../slideLayouts/slideLayout81.xml"/><Relationship Id="rId41" Type="http://schemas.openxmlformats.org/officeDocument/2006/relationships/slideLayout" Target="../slideLayouts/slideLayout80.xml"/><Relationship Id="rId22" Type="http://schemas.openxmlformats.org/officeDocument/2006/relationships/slideLayout" Target="../slideLayouts/slideLayout61.xml"/><Relationship Id="rId44" Type="http://schemas.openxmlformats.org/officeDocument/2006/relationships/slideLayout" Target="../slideLayouts/slideLayout83.xml"/><Relationship Id="rId21" Type="http://schemas.openxmlformats.org/officeDocument/2006/relationships/slideLayout" Target="../slideLayouts/slideLayout60.xml"/><Relationship Id="rId43" Type="http://schemas.openxmlformats.org/officeDocument/2006/relationships/slideLayout" Target="../slideLayouts/slideLayout82.xml"/><Relationship Id="rId24" Type="http://schemas.openxmlformats.org/officeDocument/2006/relationships/slideLayout" Target="../slideLayouts/slideLayout63.xml"/><Relationship Id="rId46" Type="http://schemas.openxmlformats.org/officeDocument/2006/relationships/slideLayout" Target="../slideLayouts/slideLayout85.xml"/><Relationship Id="rId23" Type="http://schemas.openxmlformats.org/officeDocument/2006/relationships/slideLayout" Target="../slideLayouts/slideLayout62.xml"/><Relationship Id="rId45" Type="http://schemas.openxmlformats.org/officeDocument/2006/relationships/slideLayout" Target="../slideLayouts/slideLayout84.xml"/><Relationship Id="rId1" Type="http://schemas.openxmlformats.org/officeDocument/2006/relationships/slideLayout" Target="../slideLayouts/slideLayout40.xml"/><Relationship Id="rId2" Type="http://schemas.openxmlformats.org/officeDocument/2006/relationships/slideLayout" Target="../slideLayouts/slideLayout41.xml"/><Relationship Id="rId3" Type="http://schemas.openxmlformats.org/officeDocument/2006/relationships/slideLayout" Target="../slideLayouts/slideLayout42.xml"/><Relationship Id="rId4" Type="http://schemas.openxmlformats.org/officeDocument/2006/relationships/slideLayout" Target="../slideLayouts/slideLayout43.xml"/><Relationship Id="rId9" Type="http://schemas.openxmlformats.org/officeDocument/2006/relationships/slideLayout" Target="../slideLayouts/slideLayout48.xml"/><Relationship Id="rId26" Type="http://schemas.openxmlformats.org/officeDocument/2006/relationships/slideLayout" Target="../slideLayouts/slideLayout65.xml"/><Relationship Id="rId25" Type="http://schemas.openxmlformats.org/officeDocument/2006/relationships/slideLayout" Target="../slideLayouts/slideLayout64.xml"/><Relationship Id="rId47" Type="http://schemas.openxmlformats.org/officeDocument/2006/relationships/theme" Target="../theme/theme2.xml"/><Relationship Id="rId28" Type="http://schemas.openxmlformats.org/officeDocument/2006/relationships/slideLayout" Target="../slideLayouts/slideLayout67.xml"/><Relationship Id="rId27" Type="http://schemas.openxmlformats.org/officeDocument/2006/relationships/slideLayout" Target="../slideLayouts/slideLayout66.xml"/><Relationship Id="rId5" Type="http://schemas.openxmlformats.org/officeDocument/2006/relationships/slideLayout" Target="../slideLayouts/slideLayout44.xml"/><Relationship Id="rId6" Type="http://schemas.openxmlformats.org/officeDocument/2006/relationships/slideLayout" Target="../slideLayouts/slideLayout45.xml"/><Relationship Id="rId29" Type="http://schemas.openxmlformats.org/officeDocument/2006/relationships/slideLayout" Target="../slideLayouts/slideLayout68.xml"/><Relationship Id="rId7" Type="http://schemas.openxmlformats.org/officeDocument/2006/relationships/slideLayout" Target="../slideLayouts/slideLayout46.xml"/><Relationship Id="rId8" Type="http://schemas.openxmlformats.org/officeDocument/2006/relationships/slideLayout" Target="../slideLayouts/slideLayout47.xml"/><Relationship Id="rId31" Type="http://schemas.openxmlformats.org/officeDocument/2006/relationships/slideLayout" Target="../slideLayouts/slideLayout70.xml"/><Relationship Id="rId30" Type="http://schemas.openxmlformats.org/officeDocument/2006/relationships/slideLayout" Target="../slideLayouts/slideLayout69.xml"/><Relationship Id="rId11" Type="http://schemas.openxmlformats.org/officeDocument/2006/relationships/slideLayout" Target="../slideLayouts/slideLayout50.xml"/><Relationship Id="rId33" Type="http://schemas.openxmlformats.org/officeDocument/2006/relationships/slideLayout" Target="../slideLayouts/slideLayout72.xml"/><Relationship Id="rId10" Type="http://schemas.openxmlformats.org/officeDocument/2006/relationships/slideLayout" Target="../slideLayouts/slideLayout49.xml"/><Relationship Id="rId32" Type="http://schemas.openxmlformats.org/officeDocument/2006/relationships/slideLayout" Target="../slideLayouts/slideLayout71.xml"/><Relationship Id="rId13" Type="http://schemas.openxmlformats.org/officeDocument/2006/relationships/slideLayout" Target="../slideLayouts/slideLayout52.xml"/><Relationship Id="rId35" Type="http://schemas.openxmlformats.org/officeDocument/2006/relationships/slideLayout" Target="../slideLayouts/slideLayout74.xml"/><Relationship Id="rId12" Type="http://schemas.openxmlformats.org/officeDocument/2006/relationships/slideLayout" Target="../slideLayouts/slideLayout51.xml"/><Relationship Id="rId34" Type="http://schemas.openxmlformats.org/officeDocument/2006/relationships/slideLayout" Target="../slideLayouts/slideLayout73.xml"/><Relationship Id="rId15" Type="http://schemas.openxmlformats.org/officeDocument/2006/relationships/slideLayout" Target="../slideLayouts/slideLayout54.xml"/><Relationship Id="rId37" Type="http://schemas.openxmlformats.org/officeDocument/2006/relationships/slideLayout" Target="../slideLayouts/slideLayout76.xml"/><Relationship Id="rId14" Type="http://schemas.openxmlformats.org/officeDocument/2006/relationships/slideLayout" Target="../slideLayouts/slideLayout53.xml"/><Relationship Id="rId36" Type="http://schemas.openxmlformats.org/officeDocument/2006/relationships/slideLayout" Target="../slideLayouts/slideLayout75.xml"/><Relationship Id="rId17" Type="http://schemas.openxmlformats.org/officeDocument/2006/relationships/slideLayout" Target="../slideLayouts/slideLayout56.xml"/><Relationship Id="rId39" Type="http://schemas.openxmlformats.org/officeDocument/2006/relationships/slideLayout" Target="../slideLayouts/slideLayout78.xml"/><Relationship Id="rId16" Type="http://schemas.openxmlformats.org/officeDocument/2006/relationships/slideLayout" Target="../slideLayouts/slideLayout55.xml"/><Relationship Id="rId38" Type="http://schemas.openxmlformats.org/officeDocument/2006/relationships/slideLayout" Target="../slideLayouts/slideLayout77.xml"/><Relationship Id="rId19" Type="http://schemas.openxmlformats.org/officeDocument/2006/relationships/slideLayout" Target="../slideLayouts/slideLayout58.xml"/><Relationship Id="rId18" Type="http://schemas.openxmlformats.org/officeDocument/2006/relationships/slideLayout" Target="../slideLayouts/slideLayout5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idx="1" type="body"/>
          </p:nvPr>
        </p:nvSpPr>
        <p:spPr>
          <a:xfrm>
            <a:off x="228600" y="1452125"/>
            <a:ext cx="5760600" cy="3460200"/>
          </a:xfrm>
          <a:prstGeom prst="rect">
            <a:avLst/>
          </a:prstGeom>
          <a:noFill/>
          <a:ln>
            <a:noFill/>
          </a:ln>
        </p:spPr>
        <p:txBody>
          <a:bodyPr anchorCtr="0" anchor="t" bIns="91425" lIns="91425" spcFirstLastPara="1" rIns="91425" wrap="square" tIns="91425">
            <a:spAutoFit/>
          </a:bodyPr>
          <a:lstStyle>
            <a:lvl1pPr indent="-304800" lvl="0" marL="457200">
              <a:lnSpc>
                <a:spcPct val="115000"/>
              </a:lnSpc>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1pPr>
            <a:lvl2pPr indent="-304800" lvl="1" marL="914400">
              <a:lnSpc>
                <a:spcPct val="115000"/>
              </a:lnSpc>
              <a:spcBef>
                <a:spcPts val="80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2pPr>
            <a:lvl3pPr indent="-304800" lvl="2" marL="1371600">
              <a:lnSpc>
                <a:spcPct val="115000"/>
              </a:lnSpc>
              <a:spcBef>
                <a:spcPts val="80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3pPr>
            <a:lvl4pPr indent="-304800" lvl="3" marL="1828800">
              <a:lnSpc>
                <a:spcPct val="115000"/>
              </a:lnSpc>
              <a:spcBef>
                <a:spcPts val="80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4pPr>
            <a:lvl5pPr indent="-304800" lvl="4" marL="2286000">
              <a:lnSpc>
                <a:spcPct val="115000"/>
              </a:lnSpc>
              <a:spcBef>
                <a:spcPts val="80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5pPr>
            <a:lvl6pPr indent="-304800" lvl="5" marL="2743200">
              <a:lnSpc>
                <a:spcPct val="115000"/>
              </a:lnSpc>
              <a:spcBef>
                <a:spcPts val="80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6pPr>
            <a:lvl7pPr indent="-304800" lvl="6" marL="3200400">
              <a:lnSpc>
                <a:spcPct val="115000"/>
              </a:lnSpc>
              <a:spcBef>
                <a:spcPts val="80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7pPr>
            <a:lvl8pPr indent="-304800" lvl="7" marL="3657600">
              <a:lnSpc>
                <a:spcPct val="115000"/>
              </a:lnSpc>
              <a:spcBef>
                <a:spcPts val="80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8pPr>
            <a:lvl9pPr indent="-304800" lvl="8" marL="4114800">
              <a:lnSpc>
                <a:spcPct val="115000"/>
              </a:lnSpc>
              <a:spcBef>
                <a:spcPts val="800"/>
              </a:spcBef>
              <a:spcAft>
                <a:spcPts val="800"/>
              </a:spcAft>
              <a:buClr>
                <a:schemeClr val="lt1"/>
              </a:buClr>
              <a:buSzPts val="1200"/>
              <a:buFont typeface="Urbanist"/>
              <a:buChar char="■"/>
              <a:defRPr sz="1200">
                <a:solidFill>
                  <a:schemeClr val="lt1"/>
                </a:solidFill>
                <a:latin typeface="Urbanist"/>
                <a:ea typeface="Urbanist"/>
                <a:cs typeface="Urbanist"/>
                <a:sym typeface="Urbanist"/>
              </a:defRPr>
            </a:lvl9pPr>
          </a:lstStyle>
          <a:p/>
        </p:txBody>
      </p:sp>
      <p:sp>
        <p:nvSpPr>
          <p:cNvPr id="7" name="Google Shape;7;p1"/>
          <p:cNvSpPr txBox="1"/>
          <p:nvPr>
            <p:ph type="title"/>
          </p:nvPr>
        </p:nvSpPr>
        <p:spPr>
          <a:xfrm>
            <a:off x="228600" y="85200"/>
            <a:ext cx="5236500" cy="10998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lt1"/>
              </a:buClr>
              <a:buSzPts val="3000"/>
              <a:buFont typeface="Urbanist Medium"/>
              <a:buNone/>
              <a:defRPr sz="3000">
                <a:solidFill>
                  <a:schemeClr val="lt1"/>
                </a:solidFill>
                <a:latin typeface="Urbanist Medium"/>
                <a:ea typeface="Urbanist Medium"/>
                <a:cs typeface="Urbanist Medium"/>
                <a:sym typeface="Urbanist Medium"/>
              </a:defRPr>
            </a:lvl1pPr>
            <a:lvl2pPr lvl="1">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2pPr>
            <a:lvl3pPr lvl="2">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3pPr>
            <a:lvl4pPr lvl="3">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4pPr>
            <a:lvl5pPr lvl="4">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5pPr>
            <a:lvl6pPr lvl="5">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6pPr>
            <a:lvl7pPr lvl="6">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7pPr>
            <a:lvl8pPr lvl="7">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8pPr>
            <a:lvl9pPr lvl="8">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9pPr>
          </a:lstStyle>
          <a:p/>
        </p:txBody>
      </p:sp>
      <p:sp>
        <p:nvSpPr>
          <p:cNvPr id="8" name="Google Shape;8;p1"/>
          <p:cNvSpPr txBox="1"/>
          <p:nvPr>
            <p:ph idx="2" type="body"/>
          </p:nvPr>
        </p:nvSpPr>
        <p:spPr>
          <a:xfrm>
            <a:off x="4562525" y="1518250"/>
            <a:ext cx="3880800" cy="2765400"/>
          </a:xfrm>
          <a:prstGeom prst="rect">
            <a:avLst/>
          </a:prstGeom>
          <a:noFill/>
          <a:ln>
            <a:noFill/>
          </a:ln>
        </p:spPr>
        <p:txBody>
          <a:bodyPr anchorCtr="0" anchor="t" bIns="91425" lIns="91425" spcFirstLastPara="1" rIns="91425" wrap="square" tIns="91425">
            <a:noAutofit/>
          </a:bodyPr>
          <a:lstStyle>
            <a:lvl1pPr indent="-304800" lvl="0" marL="4572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1pPr>
            <a:lvl2pPr indent="-304800" lvl="1" marL="9144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2pPr>
            <a:lvl3pPr indent="-304800" lvl="2" marL="13716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3pPr>
            <a:lvl4pPr indent="-304800" lvl="3" marL="18288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4pPr>
            <a:lvl5pPr indent="-304800" lvl="4" marL="22860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5pPr>
            <a:lvl6pPr indent="-304800" lvl="5" marL="27432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6pPr>
            <a:lvl7pPr indent="-304800" lvl="6" marL="32004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7pPr>
            <a:lvl8pPr indent="-304800" lvl="7" marL="36576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8pPr>
            <a:lvl9pPr indent="-304800" lvl="8" marL="41148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5616">
          <p15:clr>
            <a:srgbClr val="E46962"/>
          </p15:clr>
        </p15:guide>
        <p15:guide id="2" pos="144">
          <p15:clr>
            <a:srgbClr val="E46962"/>
          </p15:clr>
        </p15:guide>
        <p15:guide id="3" orient="horz" pos="144">
          <p15:clr>
            <a:srgbClr val="E46962"/>
          </p15:clr>
        </p15:guide>
        <p15:guide id="4" orient="horz" pos="3094">
          <p15:clr>
            <a:srgbClr val="E46962"/>
          </p15:clr>
        </p15:guide>
        <p15:guide id="5" pos="2850">
          <p15:clr>
            <a:srgbClr val="E46962"/>
          </p15:clr>
        </p15:guide>
        <p15:guide id="6" pos="2910">
          <p15:clr>
            <a:srgbClr val="E46962"/>
          </p15:clr>
        </p15:guide>
        <p15:guide id="7" pos="1468">
          <p15:clr>
            <a:srgbClr val="E46962"/>
          </p15:clr>
        </p15:guide>
        <p15:guide id="8" pos="1527">
          <p15:clr>
            <a:srgbClr val="E46962"/>
          </p15:clr>
        </p15:guide>
        <p15:guide id="9" pos="4233">
          <p15:clr>
            <a:srgbClr val="E46962"/>
          </p15:clr>
        </p15:guide>
        <p15:guide id="10" pos="4292">
          <p15:clr>
            <a:srgbClr val="E46962"/>
          </p15:clr>
        </p15:guide>
        <p15:guide id="11" pos="3773">
          <p15:clr>
            <a:srgbClr val="E46962"/>
          </p15:clr>
        </p15:guide>
        <p15:guide id="12" pos="3830">
          <p15:clr>
            <a:srgbClr val="E46962"/>
          </p15:clr>
        </p15:guide>
        <p15:guide id="13" pos="1930">
          <p15:clr>
            <a:srgbClr val="E46962"/>
          </p15:clr>
        </p15:guide>
        <p15:guide id="14" pos="1987">
          <p15:clr>
            <a:srgbClr val="E46962"/>
          </p15:clr>
        </p15:guide>
        <p15:guide id="15" orient="horz" pos="288">
          <p15:clr>
            <a:srgbClr val="E46962"/>
          </p15:clr>
        </p15:guide>
        <p15:guide id="16" orient="horz" pos="2950">
          <p15:clr>
            <a:srgbClr val="E46962"/>
          </p15:clr>
        </p15:guide>
        <p15:guide id="17" orient="horz" pos="1135">
          <p15:clr>
            <a:srgbClr val="E46962"/>
          </p15:clr>
        </p15:guide>
        <p15:guide id="18" orient="horz" pos="1194">
          <p15:clr>
            <a:srgbClr val="E46962"/>
          </p15:clr>
        </p15:guide>
        <p15:guide id="19" orient="horz" pos="2043">
          <p15:clr>
            <a:srgbClr val="E46962"/>
          </p15:clr>
        </p15:guide>
        <p15:guide id="20" orient="horz" pos="2103">
          <p15:clr>
            <a:srgbClr val="E46962"/>
          </p15:clr>
        </p15:guide>
      </p15:sldGuideLst>
    </p:ext>
  </p:extLst>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433" name="Shape 433"/>
        <p:cNvGrpSpPr/>
        <p:nvPr/>
      </p:nvGrpSpPr>
      <p:grpSpPr>
        <a:xfrm>
          <a:off x="0" y="0"/>
          <a:ext cx="0" cy="0"/>
          <a:chOff x="0" y="0"/>
          <a:chExt cx="0" cy="0"/>
        </a:xfrm>
      </p:grpSpPr>
      <p:sp>
        <p:nvSpPr>
          <p:cNvPr id="434" name="Google Shape;434;p41"/>
          <p:cNvSpPr txBox="1"/>
          <p:nvPr>
            <p:ph type="title"/>
          </p:nvPr>
        </p:nvSpPr>
        <p:spPr>
          <a:xfrm>
            <a:off x="230075" y="58625"/>
            <a:ext cx="2500500" cy="172200"/>
          </a:xfrm>
          <a:prstGeom prst="rect">
            <a:avLst/>
          </a:prstGeom>
          <a:noFill/>
          <a:ln>
            <a:noFill/>
          </a:ln>
        </p:spPr>
        <p:txBody>
          <a:bodyPr anchorCtr="0" anchor="ctr" bIns="0" lIns="0" spcFirstLastPara="1" rIns="0" wrap="square" tIns="0">
            <a:noAutofit/>
          </a:bodyPr>
          <a:lstStyle>
            <a:lvl1pPr lvl="0">
              <a:spcBef>
                <a:spcPts val="0"/>
              </a:spcBef>
              <a:spcAft>
                <a:spcPts val="0"/>
              </a:spcAft>
              <a:buNone/>
              <a:defRPr sz="700">
                <a:solidFill>
                  <a:schemeClr val="dk1"/>
                </a:solidFill>
                <a:latin typeface="Figtree"/>
                <a:ea typeface="Figtree"/>
                <a:cs typeface="Figtree"/>
                <a:sym typeface="Figtree"/>
              </a:defRPr>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435" name="Google Shape;435;p41"/>
          <p:cNvSpPr txBox="1"/>
          <p:nvPr>
            <p:ph idx="2" type="title"/>
          </p:nvPr>
        </p:nvSpPr>
        <p:spPr>
          <a:xfrm>
            <a:off x="6414875" y="58625"/>
            <a:ext cx="2500500" cy="172200"/>
          </a:xfrm>
          <a:prstGeom prst="rect">
            <a:avLst/>
          </a:prstGeom>
          <a:noFill/>
          <a:ln>
            <a:noFill/>
          </a:ln>
        </p:spPr>
        <p:txBody>
          <a:bodyPr anchorCtr="0" anchor="ctr" bIns="0" lIns="0" spcFirstLastPara="1" rIns="0" wrap="square" tIns="0">
            <a:noAutofit/>
          </a:bodyPr>
          <a:lstStyle>
            <a:lvl1pPr lvl="0" algn="r">
              <a:spcBef>
                <a:spcPts val="0"/>
              </a:spcBef>
              <a:spcAft>
                <a:spcPts val="0"/>
              </a:spcAft>
              <a:buNone/>
              <a:defRPr sz="700">
                <a:solidFill>
                  <a:schemeClr val="dk1"/>
                </a:solidFill>
                <a:latin typeface="Figtree"/>
                <a:ea typeface="Figtree"/>
                <a:cs typeface="Figtree"/>
                <a:sym typeface="Figtree"/>
              </a:defRPr>
            </a:lvl1pPr>
            <a:lvl2pPr lvl="1" algn="r">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lgn="r">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lgn="r">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lgn="r">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lgn="r">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lgn="r">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lgn="r">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lgn="r">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436" name="Google Shape;436;p41"/>
          <p:cNvSpPr txBox="1"/>
          <p:nvPr>
            <p:ph idx="1" type="body"/>
          </p:nvPr>
        </p:nvSpPr>
        <p:spPr>
          <a:xfrm>
            <a:off x="228600" y="2881050"/>
            <a:ext cx="4296600" cy="1936500"/>
          </a:xfrm>
          <a:prstGeom prst="rect">
            <a:avLst/>
          </a:prstGeom>
          <a:noFill/>
          <a:ln>
            <a:noFill/>
          </a:ln>
        </p:spPr>
        <p:txBody>
          <a:bodyPr anchorCtr="0" anchor="t" bIns="91425" lIns="91425" spcFirstLastPara="1" rIns="91425" wrap="square" tIns="91425">
            <a:noAutofit/>
          </a:bodyPr>
          <a:lstStyle>
            <a:lvl1pPr indent="-304800" lvl="0" marL="457200">
              <a:spcBef>
                <a:spcPts val="0"/>
              </a:spcBef>
              <a:spcAft>
                <a:spcPts val="0"/>
              </a:spcAft>
              <a:buClr>
                <a:schemeClr val="dk1"/>
              </a:buClr>
              <a:buSzPts val="1200"/>
              <a:buFont typeface="Jost"/>
              <a:buChar char="●"/>
              <a:defRPr sz="1200">
                <a:solidFill>
                  <a:schemeClr val="dk1"/>
                </a:solidFill>
                <a:latin typeface="Jost"/>
                <a:ea typeface="Jost"/>
                <a:cs typeface="Jost"/>
                <a:sym typeface="Jost"/>
              </a:defRPr>
            </a:lvl1pPr>
            <a:lvl2pPr indent="-304800" lvl="1" marL="914400">
              <a:spcBef>
                <a:spcPts val="0"/>
              </a:spcBef>
              <a:spcAft>
                <a:spcPts val="0"/>
              </a:spcAft>
              <a:buClr>
                <a:schemeClr val="dk1"/>
              </a:buClr>
              <a:buSzPts val="1200"/>
              <a:buFont typeface="Jost"/>
              <a:buChar char="○"/>
              <a:defRPr sz="1200">
                <a:solidFill>
                  <a:schemeClr val="dk1"/>
                </a:solidFill>
                <a:latin typeface="Jost"/>
                <a:ea typeface="Jost"/>
                <a:cs typeface="Jost"/>
                <a:sym typeface="Jost"/>
              </a:defRPr>
            </a:lvl2pPr>
            <a:lvl3pPr indent="-304800" lvl="2" marL="1371600">
              <a:spcBef>
                <a:spcPts val="0"/>
              </a:spcBef>
              <a:spcAft>
                <a:spcPts val="0"/>
              </a:spcAft>
              <a:buClr>
                <a:schemeClr val="dk1"/>
              </a:buClr>
              <a:buSzPts val="1200"/>
              <a:buFont typeface="Jost"/>
              <a:buChar char="■"/>
              <a:defRPr sz="1200">
                <a:solidFill>
                  <a:schemeClr val="dk1"/>
                </a:solidFill>
                <a:latin typeface="Jost"/>
                <a:ea typeface="Jost"/>
                <a:cs typeface="Jost"/>
                <a:sym typeface="Jost"/>
              </a:defRPr>
            </a:lvl3pPr>
            <a:lvl4pPr indent="-304800" lvl="3" marL="1828800">
              <a:spcBef>
                <a:spcPts val="0"/>
              </a:spcBef>
              <a:spcAft>
                <a:spcPts val="0"/>
              </a:spcAft>
              <a:buClr>
                <a:schemeClr val="dk1"/>
              </a:buClr>
              <a:buSzPts val="1200"/>
              <a:buFont typeface="Jost"/>
              <a:buChar char="●"/>
              <a:defRPr sz="1200">
                <a:solidFill>
                  <a:schemeClr val="dk1"/>
                </a:solidFill>
                <a:latin typeface="Jost"/>
                <a:ea typeface="Jost"/>
                <a:cs typeface="Jost"/>
                <a:sym typeface="Jost"/>
              </a:defRPr>
            </a:lvl4pPr>
            <a:lvl5pPr indent="-304800" lvl="4" marL="2286000">
              <a:spcBef>
                <a:spcPts val="0"/>
              </a:spcBef>
              <a:spcAft>
                <a:spcPts val="0"/>
              </a:spcAft>
              <a:buClr>
                <a:schemeClr val="dk1"/>
              </a:buClr>
              <a:buSzPts val="1200"/>
              <a:buFont typeface="Jost"/>
              <a:buChar char="○"/>
              <a:defRPr sz="1200">
                <a:solidFill>
                  <a:schemeClr val="dk1"/>
                </a:solidFill>
                <a:latin typeface="Jost"/>
                <a:ea typeface="Jost"/>
                <a:cs typeface="Jost"/>
                <a:sym typeface="Jost"/>
              </a:defRPr>
            </a:lvl5pPr>
            <a:lvl6pPr indent="-304800" lvl="5" marL="2743200">
              <a:spcBef>
                <a:spcPts val="0"/>
              </a:spcBef>
              <a:spcAft>
                <a:spcPts val="0"/>
              </a:spcAft>
              <a:buClr>
                <a:schemeClr val="dk1"/>
              </a:buClr>
              <a:buSzPts val="1200"/>
              <a:buFont typeface="Jost"/>
              <a:buChar char="■"/>
              <a:defRPr sz="1200">
                <a:solidFill>
                  <a:schemeClr val="dk1"/>
                </a:solidFill>
                <a:latin typeface="Jost"/>
                <a:ea typeface="Jost"/>
                <a:cs typeface="Jost"/>
                <a:sym typeface="Jost"/>
              </a:defRPr>
            </a:lvl6pPr>
            <a:lvl7pPr indent="-304800" lvl="6" marL="3200400">
              <a:spcBef>
                <a:spcPts val="0"/>
              </a:spcBef>
              <a:spcAft>
                <a:spcPts val="0"/>
              </a:spcAft>
              <a:buClr>
                <a:schemeClr val="dk1"/>
              </a:buClr>
              <a:buSzPts val="1200"/>
              <a:buFont typeface="Jost"/>
              <a:buChar char="●"/>
              <a:defRPr sz="1200">
                <a:solidFill>
                  <a:schemeClr val="dk1"/>
                </a:solidFill>
                <a:latin typeface="Jost"/>
                <a:ea typeface="Jost"/>
                <a:cs typeface="Jost"/>
                <a:sym typeface="Jost"/>
              </a:defRPr>
            </a:lvl7pPr>
            <a:lvl8pPr indent="-304800" lvl="7" marL="3657600">
              <a:spcBef>
                <a:spcPts val="0"/>
              </a:spcBef>
              <a:spcAft>
                <a:spcPts val="0"/>
              </a:spcAft>
              <a:buClr>
                <a:schemeClr val="dk1"/>
              </a:buClr>
              <a:buSzPts val="1200"/>
              <a:buFont typeface="Jost"/>
              <a:buChar char="○"/>
              <a:defRPr sz="1200">
                <a:solidFill>
                  <a:schemeClr val="dk1"/>
                </a:solidFill>
                <a:latin typeface="Jost"/>
                <a:ea typeface="Jost"/>
                <a:cs typeface="Jost"/>
                <a:sym typeface="Jost"/>
              </a:defRPr>
            </a:lvl8pPr>
            <a:lvl9pPr indent="-304800" lvl="8" marL="4114800">
              <a:spcBef>
                <a:spcPts val="0"/>
              </a:spcBef>
              <a:spcAft>
                <a:spcPts val="0"/>
              </a:spcAft>
              <a:buClr>
                <a:schemeClr val="dk1"/>
              </a:buClr>
              <a:buSzPts val="1200"/>
              <a:buFont typeface="Jost"/>
              <a:buChar char="■"/>
              <a:defRPr sz="1200">
                <a:solidFill>
                  <a:schemeClr val="dk1"/>
                </a:solidFill>
                <a:latin typeface="Jost"/>
                <a:ea typeface="Jost"/>
                <a:cs typeface="Jost"/>
                <a:sym typeface="Jost"/>
              </a:defRPr>
            </a:lvl9pPr>
          </a:lstStyle>
          <a:p/>
        </p:txBody>
      </p:sp>
      <p:sp>
        <p:nvSpPr>
          <p:cNvPr id="437" name="Google Shape;437;p41"/>
          <p:cNvSpPr txBox="1"/>
          <p:nvPr>
            <p:ph idx="3" type="title"/>
          </p:nvPr>
        </p:nvSpPr>
        <p:spPr>
          <a:xfrm>
            <a:off x="371825" y="149825"/>
            <a:ext cx="6212400" cy="23781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5600"/>
              <a:buFont typeface="Figtree"/>
              <a:buNone/>
              <a:defRPr sz="5600">
                <a:solidFill>
                  <a:schemeClr val="dk1"/>
                </a:solidFill>
                <a:latin typeface="Figtree"/>
                <a:ea typeface="Figtree"/>
                <a:cs typeface="Figtree"/>
                <a:sym typeface="Figtre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 accent1="accent1" accent2="accent2" accent3="accent3" accent4="accent4" accent5="accent5" accent6="accent6" bg1="lt1" bg2="dk2" tx1="dk1" tx2="lt2" folHlink="folHlink" hlink="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 id="2147483700" r:id="rId14"/>
    <p:sldLayoutId id="2147483701" r:id="rId15"/>
    <p:sldLayoutId id="2147483702" r:id="rId16"/>
    <p:sldLayoutId id="2147483703" r:id="rId17"/>
    <p:sldLayoutId id="2147483704" r:id="rId18"/>
    <p:sldLayoutId id="2147483705" r:id="rId19"/>
    <p:sldLayoutId id="2147483706" r:id="rId20"/>
    <p:sldLayoutId id="2147483707" r:id="rId21"/>
    <p:sldLayoutId id="2147483708" r:id="rId22"/>
    <p:sldLayoutId id="2147483709" r:id="rId23"/>
    <p:sldLayoutId id="2147483710" r:id="rId24"/>
    <p:sldLayoutId id="2147483711" r:id="rId25"/>
    <p:sldLayoutId id="2147483712" r:id="rId26"/>
    <p:sldLayoutId id="2147483713" r:id="rId27"/>
    <p:sldLayoutId id="2147483714" r:id="rId28"/>
    <p:sldLayoutId id="2147483715" r:id="rId29"/>
    <p:sldLayoutId id="2147483716" r:id="rId30"/>
    <p:sldLayoutId id="2147483717" r:id="rId31"/>
    <p:sldLayoutId id="2147483718" r:id="rId32"/>
    <p:sldLayoutId id="2147483719" r:id="rId33"/>
    <p:sldLayoutId id="2147483720" r:id="rId34"/>
    <p:sldLayoutId id="2147483721" r:id="rId35"/>
    <p:sldLayoutId id="2147483722" r:id="rId36"/>
    <p:sldLayoutId id="2147483723" r:id="rId37"/>
    <p:sldLayoutId id="2147483724" r:id="rId38"/>
    <p:sldLayoutId id="2147483725" r:id="rId39"/>
    <p:sldLayoutId id="2147483726" r:id="rId40"/>
    <p:sldLayoutId id="2147483727" r:id="rId41"/>
    <p:sldLayoutId id="2147483728" r:id="rId42"/>
    <p:sldLayoutId id="2147483729" r:id="rId43"/>
    <p:sldLayoutId id="2147483730" r:id="rId44"/>
    <p:sldLayoutId id="2147483731" r:id="rId45"/>
    <p:sldLayoutId id="2147483732" r:id="rId4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5616">
          <p15:clr>
            <a:srgbClr val="E46962"/>
          </p15:clr>
        </p15:guide>
        <p15:guide id="2" pos="144">
          <p15:clr>
            <a:srgbClr val="E46962"/>
          </p15:clr>
        </p15:guide>
        <p15:guide id="3" orient="horz" pos="144">
          <p15:clr>
            <a:srgbClr val="E46962"/>
          </p15:clr>
        </p15:guide>
        <p15:guide id="4" orient="horz" pos="3094">
          <p15:clr>
            <a:srgbClr val="E46962"/>
          </p15:clr>
        </p15:guide>
        <p15:guide id="5" pos="2850">
          <p15:clr>
            <a:srgbClr val="E46962"/>
          </p15:clr>
        </p15:guide>
        <p15:guide id="6" pos="2910">
          <p15:clr>
            <a:srgbClr val="E46962"/>
          </p15:clr>
        </p15:guide>
        <p15:guide id="7" pos="1065">
          <p15:clr>
            <a:srgbClr val="E46962"/>
          </p15:clr>
        </p15:guide>
        <p15:guide id="8" pos="1010">
          <p15:clr>
            <a:srgbClr val="E46962"/>
          </p15:clr>
        </p15:guide>
        <p15:guide id="9" pos="4695">
          <p15:clr>
            <a:srgbClr val="E46962"/>
          </p15:clr>
        </p15:guide>
        <p15:guide id="10" pos="4750">
          <p15:clr>
            <a:srgbClr val="E46962"/>
          </p15:clr>
        </p15:guide>
        <p15:guide id="11" pos="3774">
          <p15:clr>
            <a:srgbClr val="E46962"/>
          </p15:clr>
        </p15:guide>
        <p15:guide id="12" pos="3828">
          <p15:clr>
            <a:srgbClr val="E46962"/>
          </p15:clr>
        </p15:guide>
        <p15:guide id="13" pos="1930">
          <p15:clr>
            <a:srgbClr val="E46962"/>
          </p15:clr>
        </p15:guide>
        <p15:guide id="14" pos="1987">
          <p15:clr>
            <a:srgbClr val="E46962"/>
          </p15:clr>
        </p15:guide>
        <p15:guide id="15" orient="horz" pos="288">
          <p15:clr>
            <a:srgbClr val="E46962"/>
          </p15:clr>
        </p15:guide>
        <p15:guide id="16" orient="horz" pos="2950">
          <p15:clr>
            <a:srgbClr val="E46962"/>
          </p15:clr>
        </p15:guide>
        <p15:guide id="17" orient="horz" pos="1135">
          <p15:clr>
            <a:srgbClr val="E46962"/>
          </p15:clr>
        </p15:guide>
        <p15:guide id="18" orient="horz" pos="1194">
          <p15:clr>
            <a:srgbClr val="E46962"/>
          </p15:clr>
        </p15:guide>
        <p15:guide id="19" orient="horz" pos="2043">
          <p15:clr>
            <a:srgbClr val="E46962"/>
          </p15:clr>
        </p15:guide>
        <p15:guide id="20" orient="horz" pos="2103">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6.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6.xml"/><Relationship Id="rId2" Type="http://schemas.openxmlformats.org/officeDocument/2006/relationships/notesSlide" Target="../notesSlides/notesSlide10.xml"/><Relationship Id="rId3"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6.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5" name="Shape 865"/>
        <p:cNvGrpSpPr/>
        <p:nvPr/>
      </p:nvGrpSpPr>
      <p:grpSpPr>
        <a:xfrm>
          <a:off x="0" y="0"/>
          <a:ext cx="0" cy="0"/>
          <a:chOff x="0" y="0"/>
          <a:chExt cx="0" cy="0"/>
        </a:xfrm>
      </p:grpSpPr>
      <p:sp>
        <p:nvSpPr>
          <p:cNvPr id="866" name="Google Shape;866;p88"/>
          <p:cNvSpPr/>
          <p:nvPr/>
        </p:nvSpPr>
        <p:spPr>
          <a:xfrm>
            <a:off x="233300" y="1060850"/>
            <a:ext cx="8625900" cy="3247800"/>
          </a:xfrm>
          <a:prstGeom prst="roundRect">
            <a:avLst>
              <a:gd fmla="val 4989" name="adj"/>
            </a:avLst>
          </a:prstGeom>
          <a:solidFill>
            <a:schemeClr val="lt1"/>
          </a:solidFill>
          <a:ln>
            <a:noFill/>
          </a:ln>
          <a:effectLst>
            <a:outerShdw blurRad="171450" rotWithShape="0" algn="bl" dir="5400000" dist="19050">
              <a:schemeClr val="lt2">
                <a:alpha val="64999"/>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Figtree"/>
              <a:ea typeface="Figtree"/>
              <a:cs typeface="Figtree"/>
              <a:sym typeface="Figtree"/>
            </a:endParaRPr>
          </a:p>
        </p:txBody>
      </p:sp>
      <p:sp>
        <p:nvSpPr>
          <p:cNvPr id="867" name="Google Shape;867;p88"/>
          <p:cNvSpPr txBox="1"/>
          <p:nvPr>
            <p:ph idx="1" type="body"/>
          </p:nvPr>
        </p:nvSpPr>
        <p:spPr>
          <a:xfrm>
            <a:off x="4525050" y="2967975"/>
            <a:ext cx="4116000" cy="1076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 sz="1400">
                <a:latin typeface="Times New Roman"/>
                <a:ea typeface="Times New Roman"/>
                <a:cs typeface="Times New Roman"/>
                <a:sym typeface="Times New Roman"/>
              </a:rPr>
              <a:t>Teammates:</a:t>
            </a:r>
            <a:endParaRPr b="1" sz="1400">
              <a:latin typeface="Times New Roman"/>
              <a:ea typeface="Times New Roman"/>
              <a:cs typeface="Times New Roman"/>
              <a:sym typeface="Times New Roman"/>
            </a:endParaRPr>
          </a:p>
          <a:p>
            <a:pPr indent="0" lvl="0" marL="457200" rtl="0" algn="l">
              <a:spcBef>
                <a:spcPts val="1000"/>
              </a:spcBef>
              <a:spcAft>
                <a:spcPts val="0"/>
              </a:spcAft>
              <a:buNone/>
            </a:pPr>
            <a:r>
              <a:rPr b="1" lang="en" sz="1200">
                <a:latin typeface="Times New Roman"/>
                <a:ea typeface="Times New Roman"/>
                <a:cs typeface="Times New Roman"/>
                <a:sym typeface="Times New Roman"/>
              </a:rPr>
              <a:t>1. </a:t>
            </a:r>
            <a:r>
              <a:rPr b="1" lang="en" sz="1200">
                <a:latin typeface="Times New Roman"/>
                <a:ea typeface="Times New Roman"/>
                <a:cs typeface="Times New Roman"/>
                <a:sym typeface="Times New Roman"/>
              </a:rPr>
              <a:t>Pravalika Kuppireddy; 44469034</a:t>
            </a:r>
            <a:endParaRPr b="1" sz="1200">
              <a:latin typeface="Times New Roman"/>
              <a:ea typeface="Times New Roman"/>
              <a:cs typeface="Times New Roman"/>
              <a:sym typeface="Times New Roman"/>
            </a:endParaRPr>
          </a:p>
          <a:p>
            <a:pPr indent="0" lvl="0" marL="457200" rtl="0" algn="l">
              <a:spcBef>
                <a:spcPts val="1000"/>
              </a:spcBef>
              <a:spcAft>
                <a:spcPts val="1000"/>
              </a:spcAft>
              <a:buNone/>
            </a:pPr>
            <a:r>
              <a:rPr b="1" lang="en" sz="1200">
                <a:latin typeface="Times New Roman"/>
                <a:ea typeface="Times New Roman"/>
                <a:cs typeface="Times New Roman"/>
                <a:sym typeface="Times New Roman"/>
              </a:rPr>
              <a:t>2. Harika Kanala; 59065105</a:t>
            </a:r>
            <a:endParaRPr b="1" sz="1200">
              <a:latin typeface="Times New Roman"/>
              <a:ea typeface="Times New Roman"/>
              <a:cs typeface="Times New Roman"/>
              <a:sym typeface="Times New Roman"/>
            </a:endParaRPr>
          </a:p>
        </p:txBody>
      </p:sp>
      <p:sp>
        <p:nvSpPr>
          <p:cNvPr id="868" name="Google Shape;868;p88"/>
          <p:cNvSpPr txBox="1"/>
          <p:nvPr>
            <p:ph idx="4" type="subTitle"/>
          </p:nvPr>
        </p:nvSpPr>
        <p:spPr>
          <a:xfrm>
            <a:off x="1260150" y="1801500"/>
            <a:ext cx="6717600" cy="7179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lt1"/>
              </a:buClr>
              <a:buSzPts val="1100"/>
              <a:buNone/>
            </a:pPr>
            <a:r>
              <a:rPr b="1" lang="en" sz="2300">
                <a:latin typeface="Times New Roman"/>
                <a:ea typeface="Times New Roman"/>
                <a:cs typeface="Times New Roman"/>
                <a:sym typeface="Times New Roman"/>
              </a:rPr>
              <a:t>Plant Disease Recognition: Comparison of CNNs</a:t>
            </a:r>
            <a:endParaRPr b="1" sz="2300">
              <a:latin typeface="Times New Roman"/>
              <a:ea typeface="Times New Roman"/>
              <a:cs typeface="Times New Roman"/>
              <a:sym typeface="Times New Roman"/>
            </a:endParaRPr>
          </a:p>
          <a:p>
            <a:pPr indent="0" lvl="0" marL="0" rtl="0" algn="l">
              <a:spcBef>
                <a:spcPts val="0"/>
              </a:spcBef>
              <a:spcAft>
                <a:spcPts val="0"/>
              </a:spcAft>
              <a:buClr>
                <a:schemeClr val="lt1"/>
              </a:buClr>
              <a:buSzPts val="1100"/>
              <a:buNone/>
            </a:pPr>
            <a:r>
              <a:rPr b="1" lang="en" sz="2300">
                <a:latin typeface="Times New Roman"/>
                <a:ea typeface="Times New Roman"/>
                <a:cs typeface="Times New Roman"/>
                <a:sym typeface="Times New Roman"/>
              </a:rPr>
              <a:t>               and Transfer Learning Models</a:t>
            </a:r>
            <a:endParaRPr b="1" sz="2300">
              <a:latin typeface="Times New Roman"/>
              <a:ea typeface="Times New Roman"/>
              <a:cs typeface="Times New Roman"/>
              <a:sym typeface="Times New Roman"/>
            </a:endParaRPr>
          </a:p>
          <a:p>
            <a:pPr indent="0" lvl="0" marL="0" rtl="0" algn="l">
              <a:spcBef>
                <a:spcPts val="0"/>
              </a:spcBef>
              <a:spcAft>
                <a:spcPts val="0"/>
              </a:spcAft>
              <a:buClr>
                <a:schemeClr val="lt1"/>
              </a:buClr>
              <a:buSzPts val="1100"/>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2" name="Shape 872"/>
        <p:cNvGrpSpPr/>
        <p:nvPr/>
      </p:nvGrpSpPr>
      <p:grpSpPr>
        <a:xfrm>
          <a:off x="0" y="0"/>
          <a:ext cx="0" cy="0"/>
          <a:chOff x="0" y="0"/>
          <a:chExt cx="0" cy="0"/>
        </a:xfrm>
      </p:grpSpPr>
      <p:sp>
        <p:nvSpPr>
          <p:cNvPr id="873" name="Google Shape;873;p89"/>
          <p:cNvSpPr txBox="1"/>
          <p:nvPr>
            <p:ph idx="3" type="title"/>
          </p:nvPr>
        </p:nvSpPr>
        <p:spPr>
          <a:xfrm>
            <a:off x="432450" y="457200"/>
            <a:ext cx="8279100" cy="4647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b="1" lang="en">
                <a:latin typeface="Times New Roman"/>
                <a:ea typeface="Times New Roman"/>
                <a:cs typeface="Times New Roman"/>
                <a:sym typeface="Times New Roman"/>
              </a:rPr>
              <a:t>Project Overview</a:t>
            </a:r>
            <a:endParaRPr b="1">
              <a:latin typeface="Times New Roman"/>
              <a:ea typeface="Times New Roman"/>
              <a:cs typeface="Times New Roman"/>
              <a:sym typeface="Times New Roman"/>
            </a:endParaRPr>
          </a:p>
        </p:txBody>
      </p:sp>
      <p:sp>
        <p:nvSpPr>
          <p:cNvPr id="874" name="Google Shape;874;p89"/>
          <p:cNvSpPr txBox="1"/>
          <p:nvPr>
            <p:ph idx="1" type="body"/>
          </p:nvPr>
        </p:nvSpPr>
        <p:spPr>
          <a:xfrm>
            <a:off x="385500" y="1089850"/>
            <a:ext cx="8279100" cy="3702300"/>
          </a:xfrm>
          <a:prstGeom prst="rect">
            <a:avLst/>
          </a:prstGeom>
        </p:spPr>
        <p:txBody>
          <a:bodyPr anchorCtr="0" anchor="t" bIns="0" lIns="0" spcFirstLastPara="1" rIns="0" wrap="square" tIns="0">
            <a:noAutofit/>
          </a:bodyPr>
          <a:lstStyle/>
          <a:p>
            <a:pPr indent="0" lvl="0" marL="0" rtl="0" algn="l">
              <a:lnSpc>
                <a:spcPct val="115000"/>
              </a:lnSpc>
              <a:spcBef>
                <a:spcPts val="1200"/>
              </a:spcBef>
              <a:spcAft>
                <a:spcPts val="0"/>
              </a:spcAft>
              <a:buClr>
                <a:schemeClr val="lt1"/>
              </a:buClr>
              <a:buSzPts val="1100"/>
              <a:buFont typeface="Arial"/>
              <a:buNone/>
            </a:pPr>
            <a:r>
              <a:rPr lang="en" sz="1100">
                <a:latin typeface="Times New Roman"/>
                <a:ea typeface="Times New Roman"/>
                <a:cs typeface="Times New Roman"/>
                <a:sym typeface="Times New Roman"/>
              </a:rPr>
              <a:t>Plant diseases significantly impact crop yield and agricultural productivity, making early and accurate detection essential. Traditional diagnosis methods rely on manual inspection by experts, which is time-consuming, subjective, and difficult to scale.</a:t>
            </a:r>
            <a:endParaRPr sz="1100">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lang="en" sz="1100">
                <a:latin typeface="Times New Roman"/>
                <a:ea typeface="Times New Roman"/>
                <a:cs typeface="Times New Roman"/>
                <a:sym typeface="Times New Roman"/>
              </a:rPr>
              <a:t>Recent advances in computer vision and deep learning have enabled automated plant disease detection using leaf images. In this project, we apply Convolutional Neural Networks (CNNs) to classify plant leaves into three categories: </a:t>
            </a:r>
            <a:r>
              <a:rPr b="1" lang="en" sz="1100">
                <a:latin typeface="Times New Roman"/>
                <a:ea typeface="Times New Roman"/>
                <a:cs typeface="Times New Roman"/>
                <a:sym typeface="Times New Roman"/>
              </a:rPr>
              <a:t>Healthy, Powdery mildew, and Rust</a:t>
            </a:r>
            <a:r>
              <a:rPr lang="en" sz="1100">
                <a:latin typeface="Times New Roman"/>
                <a:ea typeface="Times New Roman"/>
                <a:cs typeface="Times New Roman"/>
                <a:sym typeface="Times New Roman"/>
              </a:rPr>
              <a:t>. We evaluate both a </a:t>
            </a:r>
            <a:r>
              <a:rPr b="1" lang="en" sz="1100">
                <a:latin typeface="Times New Roman"/>
                <a:ea typeface="Times New Roman"/>
                <a:cs typeface="Times New Roman"/>
                <a:sym typeface="Times New Roman"/>
              </a:rPr>
              <a:t>custom CNN trained from scratch</a:t>
            </a:r>
            <a:r>
              <a:rPr lang="en" sz="1100">
                <a:latin typeface="Times New Roman"/>
                <a:ea typeface="Times New Roman"/>
                <a:cs typeface="Times New Roman"/>
                <a:sym typeface="Times New Roman"/>
              </a:rPr>
              <a:t> and </a:t>
            </a:r>
            <a:r>
              <a:rPr b="1" lang="en" sz="1100">
                <a:latin typeface="Times New Roman"/>
                <a:ea typeface="Times New Roman"/>
                <a:cs typeface="Times New Roman"/>
                <a:sym typeface="Times New Roman"/>
              </a:rPr>
              <a:t>transfer learning approaches using </a:t>
            </a:r>
            <a:r>
              <a:rPr b="1" lang="en" sz="1100">
                <a:latin typeface="Times New Roman"/>
                <a:ea typeface="Times New Roman"/>
                <a:cs typeface="Times New Roman"/>
                <a:sym typeface="Times New Roman"/>
              </a:rPr>
              <a:t>pre trained</a:t>
            </a:r>
            <a:r>
              <a:rPr b="1" lang="en" sz="1100">
                <a:latin typeface="Times New Roman"/>
                <a:ea typeface="Times New Roman"/>
                <a:cs typeface="Times New Roman"/>
                <a:sym typeface="Times New Roman"/>
              </a:rPr>
              <a:t> deep networks</a:t>
            </a:r>
            <a:r>
              <a:rPr lang="en" sz="1100">
                <a:latin typeface="Times New Roman"/>
                <a:ea typeface="Times New Roman"/>
                <a:cs typeface="Times New Roman"/>
                <a:sym typeface="Times New Roman"/>
              </a:rPr>
              <a:t>, demonstrating the effectiveness of deep learning for reliable and efficient plant disease classification.</a:t>
            </a:r>
            <a:endParaRPr sz="1100">
              <a:latin typeface="Times New Roman"/>
              <a:ea typeface="Times New Roman"/>
              <a:cs typeface="Times New Roman"/>
              <a:sym typeface="Times New Roman"/>
            </a:endParaRPr>
          </a:p>
          <a:p>
            <a:pPr indent="0" lvl="0" marL="0" rtl="0" algn="l">
              <a:spcBef>
                <a:spcPts val="1200"/>
              </a:spcBef>
              <a:spcAft>
                <a:spcPts val="0"/>
              </a:spcAft>
              <a:buNone/>
            </a:pPr>
            <a:r>
              <a:rPr b="1" lang="en" sz="1100">
                <a:latin typeface="Times New Roman"/>
                <a:ea typeface="Times New Roman"/>
                <a:cs typeface="Times New Roman"/>
                <a:sym typeface="Times New Roman"/>
              </a:rPr>
              <a:t>Problem statement: </a:t>
            </a:r>
            <a:endParaRPr b="1" sz="1100">
              <a:latin typeface="Times New Roman"/>
              <a:ea typeface="Times New Roman"/>
              <a:cs typeface="Times New Roman"/>
              <a:sym typeface="Times New Roman"/>
            </a:endParaRPr>
          </a:p>
          <a:p>
            <a:pPr indent="0" lvl="0" marL="0" rtl="0" algn="l">
              <a:spcBef>
                <a:spcPts val="0"/>
              </a:spcBef>
              <a:spcAft>
                <a:spcPts val="0"/>
              </a:spcAft>
              <a:buNone/>
            </a:pPr>
            <a:r>
              <a:t/>
            </a:r>
            <a:endParaRPr sz="1100">
              <a:latin typeface="Times New Roman"/>
              <a:ea typeface="Times New Roman"/>
              <a:cs typeface="Times New Roman"/>
              <a:sym typeface="Times New Roman"/>
            </a:endParaRPr>
          </a:p>
          <a:p>
            <a:pPr indent="0" lvl="0" marL="0" rtl="0" algn="l">
              <a:spcBef>
                <a:spcPts val="0"/>
              </a:spcBef>
              <a:spcAft>
                <a:spcPts val="0"/>
              </a:spcAft>
              <a:buNone/>
            </a:pPr>
            <a:r>
              <a:rPr lang="en" sz="1100">
                <a:latin typeface="Times New Roman"/>
                <a:ea typeface="Times New Roman"/>
                <a:cs typeface="Times New Roman"/>
                <a:sym typeface="Times New Roman"/>
              </a:rPr>
              <a:t>Develop a robust image classification system that can accurately classify plant leaves into:</a:t>
            </a:r>
            <a:endParaRPr sz="1100">
              <a:latin typeface="Times New Roman"/>
              <a:ea typeface="Times New Roman"/>
              <a:cs typeface="Times New Roman"/>
              <a:sym typeface="Times New Roman"/>
            </a:endParaRPr>
          </a:p>
          <a:p>
            <a:pPr indent="-298450" lvl="0" marL="457200" rtl="0" algn="l">
              <a:spcBef>
                <a:spcPts val="0"/>
              </a:spcBef>
              <a:spcAft>
                <a:spcPts val="0"/>
              </a:spcAft>
              <a:buSzPts val="1100"/>
              <a:buFont typeface="Times New Roman"/>
              <a:buChar char="●"/>
            </a:pPr>
            <a:r>
              <a:rPr lang="en" sz="1100">
                <a:latin typeface="Times New Roman"/>
                <a:ea typeface="Times New Roman"/>
                <a:cs typeface="Times New Roman"/>
                <a:sym typeface="Times New Roman"/>
              </a:rPr>
              <a:t>Healthy</a:t>
            </a:r>
            <a:endParaRPr sz="1100">
              <a:latin typeface="Times New Roman"/>
              <a:ea typeface="Times New Roman"/>
              <a:cs typeface="Times New Roman"/>
              <a:sym typeface="Times New Roman"/>
            </a:endParaRPr>
          </a:p>
          <a:p>
            <a:pPr indent="-298450" lvl="0" marL="457200" rtl="0" algn="l">
              <a:spcBef>
                <a:spcPts val="0"/>
              </a:spcBef>
              <a:spcAft>
                <a:spcPts val="0"/>
              </a:spcAft>
              <a:buSzPts val="1100"/>
              <a:buFont typeface="Times New Roman"/>
              <a:buChar char="●"/>
            </a:pPr>
            <a:r>
              <a:rPr lang="en" sz="1100">
                <a:latin typeface="Times New Roman"/>
                <a:ea typeface="Times New Roman"/>
                <a:cs typeface="Times New Roman"/>
                <a:sym typeface="Times New Roman"/>
              </a:rPr>
              <a:t>Powdery</a:t>
            </a:r>
            <a:endParaRPr sz="1100">
              <a:latin typeface="Times New Roman"/>
              <a:ea typeface="Times New Roman"/>
              <a:cs typeface="Times New Roman"/>
              <a:sym typeface="Times New Roman"/>
            </a:endParaRPr>
          </a:p>
          <a:p>
            <a:pPr indent="-298450" lvl="0" marL="457200" rtl="0" algn="l">
              <a:spcBef>
                <a:spcPts val="0"/>
              </a:spcBef>
              <a:spcAft>
                <a:spcPts val="0"/>
              </a:spcAft>
              <a:buSzPts val="1100"/>
              <a:buFont typeface="Times New Roman"/>
              <a:buChar char="●"/>
            </a:pPr>
            <a:r>
              <a:rPr lang="en" sz="1100">
                <a:latin typeface="Times New Roman"/>
                <a:ea typeface="Times New Roman"/>
                <a:cs typeface="Times New Roman"/>
                <a:sym typeface="Times New Roman"/>
              </a:rPr>
              <a:t>Rust</a:t>
            </a:r>
            <a:endParaRPr sz="1100">
              <a:latin typeface="Times New Roman"/>
              <a:ea typeface="Times New Roman"/>
              <a:cs typeface="Times New Roman"/>
              <a:sym typeface="Times New Roman"/>
            </a:endParaRPr>
          </a:p>
          <a:p>
            <a:pPr indent="0" lvl="0" marL="0" rtl="0" algn="l">
              <a:spcBef>
                <a:spcPts val="0"/>
              </a:spcBef>
              <a:spcAft>
                <a:spcPts val="0"/>
              </a:spcAft>
              <a:buNone/>
            </a:pPr>
            <a:r>
              <a:t/>
            </a:r>
            <a:endParaRPr sz="1100">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lt1"/>
              </a:buClr>
              <a:buSzPts val="1100"/>
              <a:buFont typeface="Arial"/>
              <a:buNone/>
            </a:pPr>
            <a:r>
              <a:rPr b="1" lang="en" sz="1100">
                <a:latin typeface="Times New Roman"/>
                <a:ea typeface="Times New Roman"/>
                <a:cs typeface="Times New Roman"/>
                <a:sym typeface="Times New Roman"/>
              </a:rPr>
              <a:t>Motivation:</a:t>
            </a:r>
            <a:endParaRPr b="1" sz="1100">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lt1"/>
              </a:buClr>
              <a:buSzPts val="1100"/>
              <a:buFont typeface="Arial"/>
              <a:buNone/>
            </a:pPr>
            <a:br>
              <a:rPr b="1" lang="en" sz="1100">
                <a:latin typeface="Times New Roman"/>
                <a:ea typeface="Times New Roman"/>
                <a:cs typeface="Times New Roman"/>
                <a:sym typeface="Times New Roman"/>
              </a:rPr>
            </a:br>
            <a:r>
              <a:rPr lang="en" sz="1100">
                <a:latin typeface="Times New Roman"/>
                <a:ea typeface="Times New Roman"/>
                <a:cs typeface="Times New Roman"/>
                <a:sym typeface="Times New Roman"/>
              </a:rPr>
              <a:t>Real-world images are noisy and harder than lab datasets.</a:t>
            </a:r>
            <a:br>
              <a:rPr lang="en" sz="1100">
                <a:latin typeface="Times New Roman"/>
                <a:ea typeface="Times New Roman"/>
                <a:cs typeface="Times New Roman"/>
                <a:sym typeface="Times New Roman"/>
              </a:rPr>
            </a:br>
            <a:r>
              <a:rPr lang="en" sz="1100">
                <a:latin typeface="Times New Roman"/>
                <a:ea typeface="Times New Roman"/>
                <a:cs typeface="Times New Roman"/>
                <a:sym typeface="Times New Roman"/>
              </a:rPr>
              <a:t>Subtle symptoms (especially Powdery) are visually similar to healthy leaves.</a:t>
            </a:r>
            <a:br>
              <a:rPr lang="en" sz="1100">
                <a:latin typeface="Times New Roman"/>
                <a:ea typeface="Times New Roman"/>
                <a:cs typeface="Times New Roman"/>
                <a:sym typeface="Times New Roman"/>
              </a:rPr>
            </a:br>
            <a:r>
              <a:rPr lang="en" sz="1100">
                <a:latin typeface="Times New Roman"/>
                <a:ea typeface="Times New Roman"/>
                <a:cs typeface="Times New Roman"/>
                <a:sym typeface="Times New Roman"/>
              </a:rPr>
              <a:t>Small dataset size makes training deep models challenging.</a:t>
            </a:r>
            <a:endParaRPr sz="1100">
              <a:latin typeface="Times New Roman"/>
              <a:ea typeface="Times New Roman"/>
              <a:cs typeface="Times New Roman"/>
              <a:sym typeface="Times New Roman"/>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8" name="Shape 878"/>
        <p:cNvGrpSpPr/>
        <p:nvPr/>
      </p:nvGrpSpPr>
      <p:grpSpPr>
        <a:xfrm>
          <a:off x="0" y="0"/>
          <a:ext cx="0" cy="0"/>
          <a:chOff x="0" y="0"/>
          <a:chExt cx="0" cy="0"/>
        </a:xfrm>
      </p:grpSpPr>
      <p:sp>
        <p:nvSpPr>
          <p:cNvPr id="879" name="Google Shape;879;p90"/>
          <p:cNvSpPr txBox="1"/>
          <p:nvPr>
            <p:ph idx="3" type="title"/>
          </p:nvPr>
        </p:nvSpPr>
        <p:spPr>
          <a:xfrm>
            <a:off x="381000" y="609600"/>
            <a:ext cx="8279100" cy="464700"/>
          </a:xfrm>
          <a:prstGeom prst="rect">
            <a:avLst/>
          </a:prstGeom>
        </p:spPr>
        <p:txBody>
          <a:bodyPr anchorCtr="0" anchor="t" bIns="0" lIns="0" spcFirstLastPara="1" rIns="0" wrap="square" tIns="0">
            <a:noAutofit/>
          </a:bodyPr>
          <a:lstStyle/>
          <a:p>
            <a:pPr indent="0" lvl="0" marL="0" rtl="0" algn="ctr">
              <a:spcBef>
                <a:spcPts val="0"/>
              </a:spcBef>
              <a:spcAft>
                <a:spcPts val="0"/>
              </a:spcAft>
              <a:buClr>
                <a:schemeClr val="lt1"/>
              </a:buClr>
              <a:buSzPts val="1100"/>
              <a:buFont typeface="Arial"/>
              <a:buNone/>
            </a:pPr>
            <a:r>
              <a:rPr b="1" lang="en">
                <a:latin typeface="Times New Roman"/>
                <a:ea typeface="Times New Roman"/>
                <a:cs typeface="Times New Roman"/>
                <a:sym typeface="Times New Roman"/>
              </a:rPr>
              <a:t>Literature Review</a:t>
            </a:r>
            <a:endParaRPr b="1">
              <a:latin typeface="Times New Roman"/>
              <a:ea typeface="Times New Roman"/>
              <a:cs typeface="Times New Roman"/>
              <a:sym typeface="Times New Roman"/>
            </a:endParaRPr>
          </a:p>
          <a:p>
            <a:pPr indent="0" lvl="0" marL="0" rtl="0" algn="l">
              <a:spcBef>
                <a:spcPts val="0"/>
              </a:spcBef>
              <a:spcAft>
                <a:spcPts val="0"/>
              </a:spcAft>
              <a:buNone/>
            </a:pPr>
            <a:r>
              <a:t/>
            </a:r>
            <a:endParaRPr/>
          </a:p>
        </p:txBody>
      </p:sp>
      <p:sp>
        <p:nvSpPr>
          <p:cNvPr id="880" name="Google Shape;880;p90"/>
          <p:cNvSpPr txBox="1"/>
          <p:nvPr>
            <p:ph idx="1" type="body"/>
          </p:nvPr>
        </p:nvSpPr>
        <p:spPr>
          <a:xfrm>
            <a:off x="333175" y="1239375"/>
            <a:ext cx="8279100" cy="3724800"/>
          </a:xfrm>
          <a:prstGeom prst="rect">
            <a:avLst/>
          </a:prstGeom>
        </p:spPr>
        <p:txBody>
          <a:bodyPr anchorCtr="0" anchor="t" bIns="0" lIns="0" spcFirstLastPara="1" rIns="0" wrap="square" tIns="0">
            <a:noAutofit/>
          </a:bodyPr>
          <a:lstStyle/>
          <a:p>
            <a:pPr indent="-298450" lvl="0" marL="457200" rtl="0" algn="l">
              <a:spcBef>
                <a:spcPts val="0"/>
              </a:spcBef>
              <a:spcAft>
                <a:spcPts val="0"/>
              </a:spcAft>
              <a:buSzPts val="1100"/>
              <a:buFont typeface="Arial"/>
              <a:buChar char="●"/>
            </a:pPr>
            <a:r>
              <a:rPr lang="en" sz="1100">
                <a:latin typeface="Times New Roman"/>
                <a:ea typeface="Times New Roman"/>
                <a:cs typeface="Times New Roman"/>
                <a:sym typeface="Times New Roman"/>
              </a:rPr>
              <a:t>Early work by </a:t>
            </a:r>
            <a:r>
              <a:rPr b="1" lang="en" sz="1100">
                <a:latin typeface="Times New Roman"/>
                <a:ea typeface="Times New Roman"/>
                <a:cs typeface="Times New Roman"/>
                <a:sym typeface="Times New Roman"/>
              </a:rPr>
              <a:t>Mohanty et al. (2016)</a:t>
            </a:r>
            <a:r>
              <a:rPr lang="en" sz="1100">
                <a:latin typeface="Times New Roman"/>
                <a:ea typeface="Times New Roman"/>
                <a:cs typeface="Times New Roman"/>
                <a:sym typeface="Times New Roman"/>
              </a:rPr>
              <a:t> demonstrated high CNN accuracy on controlled datasets like PlantVillage.</a:t>
            </a:r>
            <a:br>
              <a:rPr lang="en" sz="1100">
                <a:latin typeface="Times New Roman"/>
                <a:ea typeface="Times New Roman"/>
                <a:cs typeface="Times New Roman"/>
                <a:sym typeface="Times New Roman"/>
              </a:rPr>
            </a:br>
            <a:endParaRPr sz="1100">
              <a:latin typeface="Times New Roman"/>
              <a:ea typeface="Times New Roman"/>
              <a:cs typeface="Times New Roman"/>
              <a:sym typeface="Times New Roman"/>
            </a:endParaRPr>
          </a:p>
          <a:p>
            <a:pPr indent="-298450" lvl="0" marL="457200" rtl="0" algn="l">
              <a:spcBef>
                <a:spcPts val="0"/>
              </a:spcBef>
              <a:spcAft>
                <a:spcPts val="0"/>
              </a:spcAft>
              <a:buSzPts val="1100"/>
              <a:buFont typeface="Arial"/>
              <a:buChar char="●"/>
            </a:pPr>
            <a:r>
              <a:rPr b="1" lang="en" sz="1100">
                <a:latin typeface="Times New Roman"/>
                <a:ea typeface="Times New Roman"/>
                <a:cs typeface="Times New Roman"/>
                <a:sym typeface="Times New Roman"/>
              </a:rPr>
              <a:t>Sladojevic et al.</a:t>
            </a:r>
            <a:r>
              <a:rPr lang="en" sz="1100">
                <a:latin typeface="Times New Roman"/>
                <a:ea typeface="Times New Roman"/>
                <a:cs typeface="Times New Roman"/>
                <a:sym typeface="Times New Roman"/>
              </a:rPr>
              <a:t> and </a:t>
            </a:r>
            <a:r>
              <a:rPr b="1" lang="en" sz="1100">
                <a:latin typeface="Times New Roman"/>
                <a:ea typeface="Times New Roman"/>
                <a:cs typeface="Times New Roman"/>
                <a:sym typeface="Times New Roman"/>
              </a:rPr>
              <a:t>Ferentinos</a:t>
            </a:r>
            <a:r>
              <a:rPr lang="en" sz="1100">
                <a:latin typeface="Times New Roman"/>
                <a:ea typeface="Times New Roman"/>
                <a:cs typeface="Times New Roman"/>
                <a:sym typeface="Times New Roman"/>
              </a:rPr>
              <a:t> confirmed CNN effectiveness under clean backgrounds.</a:t>
            </a:r>
            <a:br>
              <a:rPr lang="en" sz="1100">
                <a:latin typeface="Times New Roman"/>
                <a:ea typeface="Times New Roman"/>
                <a:cs typeface="Times New Roman"/>
                <a:sym typeface="Times New Roman"/>
              </a:rPr>
            </a:br>
            <a:endParaRPr sz="1100">
              <a:latin typeface="Times New Roman"/>
              <a:ea typeface="Times New Roman"/>
              <a:cs typeface="Times New Roman"/>
              <a:sym typeface="Times New Roman"/>
            </a:endParaRPr>
          </a:p>
          <a:p>
            <a:pPr indent="-298450" lvl="0" marL="457200" rtl="0" algn="l">
              <a:spcBef>
                <a:spcPts val="0"/>
              </a:spcBef>
              <a:spcAft>
                <a:spcPts val="0"/>
              </a:spcAft>
              <a:buSzPts val="1100"/>
              <a:buFont typeface="Times New Roman"/>
              <a:buChar char="●"/>
            </a:pPr>
            <a:r>
              <a:rPr lang="en" sz="1100">
                <a:latin typeface="Times New Roman"/>
                <a:ea typeface="Times New Roman"/>
                <a:cs typeface="Times New Roman"/>
                <a:sym typeface="Times New Roman"/>
              </a:rPr>
              <a:t>Later studies showed poor generalization of scratch CNNs on real field images.</a:t>
            </a:r>
            <a:br>
              <a:rPr lang="en" sz="1100">
                <a:latin typeface="Times New Roman"/>
                <a:ea typeface="Times New Roman"/>
                <a:cs typeface="Times New Roman"/>
                <a:sym typeface="Times New Roman"/>
              </a:rPr>
            </a:br>
            <a:endParaRPr sz="1100">
              <a:latin typeface="Times New Roman"/>
              <a:ea typeface="Times New Roman"/>
              <a:cs typeface="Times New Roman"/>
              <a:sym typeface="Times New Roman"/>
            </a:endParaRPr>
          </a:p>
          <a:p>
            <a:pPr indent="-298450" lvl="0" marL="457200" rtl="0" algn="l">
              <a:spcBef>
                <a:spcPts val="0"/>
              </a:spcBef>
              <a:spcAft>
                <a:spcPts val="0"/>
              </a:spcAft>
              <a:buSzPts val="1100"/>
              <a:buFont typeface="Arial"/>
              <a:buChar char="●"/>
            </a:pPr>
            <a:r>
              <a:rPr b="1" lang="en" sz="1100">
                <a:latin typeface="Times New Roman"/>
                <a:ea typeface="Times New Roman"/>
                <a:cs typeface="Times New Roman"/>
                <a:sym typeface="Times New Roman"/>
              </a:rPr>
              <a:t>Too et al. (2019)</a:t>
            </a:r>
            <a:r>
              <a:rPr lang="en" sz="1100">
                <a:latin typeface="Times New Roman"/>
                <a:ea typeface="Times New Roman"/>
                <a:cs typeface="Times New Roman"/>
                <a:sym typeface="Times New Roman"/>
              </a:rPr>
              <a:t> showed that transfer learning consistently outperforms scratch CNNs on small plant datasets.</a:t>
            </a:r>
            <a:br>
              <a:rPr lang="en" sz="1100">
                <a:latin typeface="Times New Roman"/>
                <a:ea typeface="Times New Roman"/>
                <a:cs typeface="Times New Roman"/>
                <a:sym typeface="Times New Roman"/>
              </a:rPr>
            </a:br>
            <a:endParaRPr sz="1100">
              <a:latin typeface="Times New Roman"/>
              <a:ea typeface="Times New Roman"/>
              <a:cs typeface="Times New Roman"/>
              <a:sym typeface="Times New Roman"/>
            </a:endParaRPr>
          </a:p>
          <a:p>
            <a:pPr indent="-298450" lvl="0" marL="457200" rtl="0" algn="l">
              <a:spcBef>
                <a:spcPts val="0"/>
              </a:spcBef>
              <a:spcAft>
                <a:spcPts val="0"/>
              </a:spcAft>
              <a:buSzPts val="1100"/>
              <a:buFont typeface="Arial"/>
              <a:buChar char="●"/>
            </a:pPr>
            <a:r>
              <a:rPr b="1" lang="en" sz="1100">
                <a:latin typeface="Times New Roman"/>
                <a:ea typeface="Times New Roman"/>
                <a:cs typeface="Times New Roman"/>
                <a:sym typeface="Times New Roman"/>
              </a:rPr>
              <a:t>He et al. (ResNet)</a:t>
            </a:r>
            <a:r>
              <a:rPr lang="en" sz="1100">
                <a:latin typeface="Times New Roman"/>
                <a:ea typeface="Times New Roman"/>
                <a:cs typeface="Times New Roman"/>
                <a:sym typeface="Times New Roman"/>
              </a:rPr>
              <a:t> introduced residual connections to stabilize deep training.</a:t>
            </a:r>
            <a:br>
              <a:rPr lang="en" sz="1100">
                <a:latin typeface="Times New Roman"/>
                <a:ea typeface="Times New Roman"/>
                <a:cs typeface="Times New Roman"/>
                <a:sym typeface="Times New Roman"/>
              </a:rPr>
            </a:br>
            <a:endParaRPr sz="1100">
              <a:latin typeface="Times New Roman"/>
              <a:ea typeface="Times New Roman"/>
              <a:cs typeface="Times New Roman"/>
              <a:sym typeface="Times New Roman"/>
            </a:endParaRPr>
          </a:p>
          <a:p>
            <a:pPr indent="-298450" lvl="0" marL="457200" rtl="0" algn="l">
              <a:spcBef>
                <a:spcPts val="0"/>
              </a:spcBef>
              <a:spcAft>
                <a:spcPts val="0"/>
              </a:spcAft>
              <a:buSzPts val="1100"/>
              <a:buFont typeface="Arial"/>
              <a:buChar char="●"/>
            </a:pPr>
            <a:r>
              <a:rPr b="1" lang="en" sz="1100">
                <a:latin typeface="Times New Roman"/>
                <a:ea typeface="Times New Roman"/>
                <a:cs typeface="Times New Roman"/>
                <a:sym typeface="Times New Roman"/>
              </a:rPr>
              <a:t>Tan &amp; Le (EfficientNet)</a:t>
            </a:r>
            <a:r>
              <a:rPr lang="en" sz="1100">
                <a:latin typeface="Times New Roman"/>
                <a:ea typeface="Times New Roman"/>
                <a:cs typeface="Times New Roman"/>
                <a:sym typeface="Times New Roman"/>
              </a:rPr>
              <a:t> proposed compound scaling to balance performance and efficiency.</a:t>
            </a:r>
            <a:br>
              <a:rPr lang="en" sz="1100">
                <a:latin typeface="Times New Roman"/>
                <a:ea typeface="Times New Roman"/>
                <a:cs typeface="Times New Roman"/>
                <a:sym typeface="Times New Roman"/>
              </a:rPr>
            </a:br>
            <a:endParaRPr sz="1100">
              <a:latin typeface="Times New Roman"/>
              <a:ea typeface="Times New Roman"/>
              <a:cs typeface="Times New Roman"/>
              <a:sym typeface="Times New Roman"/>
            </a:endParaRPr>
          </a:p>
          <a:p>
            <a:pPr indent="-298450" lvl="0" marL="457200" rtl="0" algn="l">
              <a:spcBef>
                <a:spcPts val="0"/>
              </a:spcBef>
              <a:spcAft>
                <a:spcPts val="0"/>
              </a:spcAft>
              <a:buSzPts val="1100"/>
              <a:buFont typeface="Arial"/>
              <a:buChar char="●"/>
            </a:pPr>
            <a:r>
              <a:rPr lang="en" sz="1100">
                <a:latin typeface="Times New Roman"/>
                <a:ea typeface="Times New Roman"/>
                <a:cs typeface="Times New Roman"/>
                <a:sym typeface="Times New Roman"/>
              </a:rPr>
              <a:t>Literature strongly supports </a:t>
            </a:r>
            <a:r>
              <a:rPr b="1" lang="en" sz="1100">
                <a:latin typeface="Times New Roman"/>
                <a:ea typeface="Times New Roman"/>
                <a:cs typeface="Times New Roman"/>
                <a:sym typeface="Times New Roman"/>
              </a:rPr>
              <a:t>transfer learning for limited agricultural datasets</a:t>
            </a:r>
            <a:r>
              <a:rPr lang="en" sz="1100">
                <a:latin typeface="Times New Roman"/>
                <a:ea typeface="Times New Roman"/>
                <a:cs typeface="Times New Roman"/>
                <a:sym typeface="Times New Roman"/>
              </a:rPr>
              <a:t>.</a:t>
            </a:r>
            <a:endParaRPr sz="1100">
              <a:latin typeface="Times New Roman"/>
              <a:ea typeface="Times New Roman"/>
              <a:cs typeface="Times New Roman"/>
              <a:sym typeface="Times New Roman"/>
            </a:endParaRPr>
          </a:p>
          <a:p>
            <a:pPr indent="0" lvl="0" marL="0" rtl="0" algn="l">
              <a:spcBef>
                <a:spcPts val="0"/>
              </a:spcBef>
              <a:spcAft>
                <a:spcPts val="0"/>
              </a:spcAft>
              <a:buNone/>
            </a:pPr>
            <a:r>
              <a:t/>
            </a:r>
            <a:endParaRPr sz="1100">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lt1"/>
              </a:buClr>
              <a:buSzPts val="1100"/>
              <a:buFont typeface="Arial"/>
              <a:buNone/>
            </a:pPr>
            <a:r>
              <a:rPr lang="en" sz="1100">
                <a:latin typeface="Times New Roman"/>
                <a:ea typeface="Times New Roman"/>
                <a:cs typeface="Times New Roman"/>
                <a:sym typeface="Times New Roman"/>
              </a:rPr>
              <a:t>The literature strongly suggests that dataset size and image realism play a crucial role in model performance, and that transfer learning is more reliable than training CNNs from scratch for real-world plant disease recognition tasks. These findings directly motivate the modeling choices and experimental comparisons in this project.</a:t>
            </a:r>
            <a:endParaRPr sz="1100">
              <a:latin typeface="Times New Roman"/>
              <a:ea typeface="Times New Roman"/>
              <a:cs typeface="Times New Roman"/>
              <a:sym typeface="Times New Roman"/>
            </a:endParaRPr>
          </a:p>
          <a:p>
            <a:pPr indent="0" lvl="0" marL="0" rtl="0" algn="l">
              <a:spcBef>
                <a:spcPts val="1200"/>
              </a:spcBef>
              <a:spcAft>
                <a:spcPts val="0"/>
              </a:spcAft>
              <a:buNone/>
            </a:pPr>
            <a:r>
              <a:t/>
            </a:r>
            <a:endParaRPr sz="1100">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sz="1100">
              <a:latin typeface="Arial"/>
              <a:ea typeface="Arial"/>
              <a:cs typeface="Arial"/>
              <a:sym typeface="Arial"/>
            </a:endParaRPr>
          </a:p>
          <a:p>
            <a:pPr indent="0" lvl="0" marL="0" rtl="0" algn="l">
              <a:spcBef>
                <a:spcPts val="0"/>
              </a:spcBef>
              <a:spcAft>
                <a:spcPts val="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4" name="Shape 884"/>
        <p:cNvGrpSpPr/>
        <p:nvPr/>
      </p:nvGrpSpPr>
      <p:grpSpPr>
        <a:xfrm>
          <a:off x="0" y="0"/>
          <a:ext cx="0" cy="0"/>
          <a:chOff x="0" y="0"/>
          <a:chExt cx="0" cy="0"/>
        </a:xfrm>
      </p:grpSpPr>
      <p:sp>
        <p:nvSpPr>
          <p:cNvPr id="885" name="Google Shape;885;p91"/>
          <p:cNvSpPr txBox="1"/>
          <p:nvPr>
            <p:ph idx="3" type="title"/>
          </p:nvPr>
        </p:nvSpPr>
        <p:spPr>
          <a:xfrm>
            <a:off x="385500" y="647000"/>
            <a:ext cx="8279100" cy="4647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b="1" lang="en">
                <a:latin typeface="Times New Roman"/>
                <a:ea typeface="Times New Roman"/>
                <a:cs typeface="Times New Roman"/>
                <a:sym typeface="Times New Roman"/>
              </a:rPr>
              <a:t>Dataset Description</a:t>
            </a:r>
            <a:endParaRPr b="1">
              <a:latin typeface="Times New Roman"/>
              <a:ea typeface="Times New Roman"/>
              <a:cs typeface="Times New Roman"/>
              <a:sym typeface="Times New Roman"/>
            </a:endParaRPr>
          </a:p>
        </p:txBody>
      </p:sp>
      <p:sp>
        <p:nvSpPr>
          <p:cNvPr id="886" name="Google Shape;886;p91"/>
          <p:cNvSpPr txBox="1"/>
          <p:nvPr>
            <p:ph idx="1" type="body"/>
          </p:nvPr>
        </p:nvSpPr>
        <p:spPr>
          <a:xfrm>
            <a:off x="385500" y="1304525"/>
            <a:ext cx="8279100" cy="3379200"/>
          </a:xfrm>
          <a:prstGeom prst="rect">
            <a:avLst/>
          </a:prstGeom>
        </p:spPr>
        <p:txBody>
          <a:bodyPr anchorCtr="0" anchor="t" bIns="0" lIns="0" spcFirstLastPara="1" rIns="0" wrap="square" tIns="0">
            <a:noAutofit/>
          </a:bodyPr>
          <a:lstStyle/>
          <a:p>
            <a:pPr indent="0" lvl="0" marL="0" rtl="0" algn="l">
              <a:lnSpc>
                <a:spcPct val="80000"/>
              </a:lnSpc>
              <a:spcBef>
                <a:spcPts val="200"/>
              </a:spcBef>
              <a:spcAft>
                <a:spcPts val="0"/>
              </a:spcAft>
              <a:buNone/>
            </a:pPr>
            <a:r>
              <a:rPr b="1" lang="en" sz="1100">
                <a:latin typeface="Times New Roman"/>
                <a:ea typeface="Times New Roman"/>
                <a:cs typeface="Times New Roman"/>
                <a:sym typeface="Times New Roman"/>
              </a:rPr>
              <a:t>Dataset source:</a:t>
            </a:r>
            <a:r>
              <a:rPr lang="en" sz="1100">
                <a:latin typeface="Times New Roman"/>
                <a:ea typeface="Times New Roman"/>
                <a:cs typeface="Times New Roman"/>
                <a:sym typeface="Times New Roman"/>
              </a:rPr>
              <a:t> Kaggle – Plant Disease Recognition Dataset</a:t>
            </a:r>
            <a:endParaRPr sz="1100">
              <a:latin typeface="Times New Roman"/>
              <a:ea typeface="Times New Roman"/>
              <a:cs typeface="Times New Roman"/>
              <a:sym typeface="Times New Roman"/>
            </a:endParaRPr>
          </a:p>
          <a:p>
            <a:pPr indent="0" lvl="0" marL="0" rtl="0" algn="l">
              <a:lnSpc>
                <a:spcPct val="80000"/>
              </a:lnSpc>
              <a:spcBef>
                <a:spcPts val="200"/>
              </a:spcBef>
              <a:spcAft>
                <a:spcPts val="0"/>
              </a:spcAft>
              <a:buNone/>
            </a:pPr>
            <a:br>
              <a:rPr b="1" lang="en" sz="1100">
                <a:latin typeface="Times New Roman"/>
                <a:ea typeface="Times New Roman"/>
                <a:cs typeface="Times New Roman"/>
                <a:sym typeface="Times New Roman"/>
              </a:rPr>
            </a:br>
            <a:r>
              <a:rPr lang="en" sz="1100">
                <a:latin typeface="Times New Roman"/>
                <a:ea typeface="Times New Roman"/>
                <a:cs typeface="Times New Roman"/>
                <a:sym typeface="Times New Roman"/>
              </a:rPr>
              <a:t>The Plant Disease Recognition Dataset is from Kaggle. It contains real-world photographs of plant leaves captured under natural outdoor conditions. The dataset includes three classes: Healthy, Powdery Mildew, and Rust, and is organized into predefined training, validation, and test splits.</a:t>
            </a:r>
            <a:br>
              <a:rPr lang="en" sz="1100">
                <a:latin typeface="Times New Roman"/>
                <a:ea typeface="Times New Roman"/>
                <a:cs typeface="Times New Roman"/>
                <a:sym typeface="Times New Roman"/>
              </a:rPr>
            </a:br>
            <a:endParaRPr sz="1100">
              <a:latin typeface="Times New Roman"/>
              <a:ea typeface="Times New Roman"/>
              <a:cs typeface="Times New Roman"/>
              <a:sym typeface="Times New Roman"/>
            </a:endParaRPr>
          </a:p>
          <a:p>
            <a:pPr indent="0" lvl="0" marL="0" rtl="0" algn="l">
              <a:lnSpc>
                <a:spcPct val="80000"/>
              </a:lnSpc>
              <a:spcBef>
                <a:spcPts val="200"/>
              </a:spcBef>
              <a:spcAft>
                <a:spcPts val="0"/>
              </a:spcAft>
              <a:buClr>
                <a:schemeClr val="lt1"/>
              </a:buClr>
              <a:buSzPts val="1100"/>
              <a:buFont typeface="Arial"/>
              <a:buNone/>
            </a:pPr>
            <a:r>
              <a:rPr b="1" lang="en" sz="1100">
                <a:latin typeface="Times New Roman"/>
                <a:ea typeface="Times New Roman"/>
                <a:cs typeface="Times New Roman"/>
                <a:sym typeface="Times New Roman"/>
              </a:rPr>
              <a:t>Total images:</a:t>
            </a:r>
            <a:r>
              <a:rPr lang="en" sz="1100">
                <a:latin typeface="Times New Roman"/>
                <a:ea typeface="Times New Roman"/>
                <a:cs typeface="Times New Roman"/>
                <a:sym typeface="Times New Roman"/>
              </a:rPr>
              <a:t> </a:t>
            </a:r>
            <a:r>
              <a:rPr b="1" lang="en" sz="1100">
                <a:latin typeface="Times New Roman"/>
                <a:ea typeface="Times New Roman"/>
                <a:cs typeface="Times New Roman"/>
                <a:sym typeface="Times New Roman"/>
              </a:rPr>
              <a:t>1532</a:t>
            </a:r>
            <a:br>
              <a:rPr b="1" lang="en" sz="1100">
                <a:latin typeface="Times New Roman"/>
                <a:ea typeface="Times New Roman"/>
                <a:cs typeface="Times New Roman"/>
                <a:sym typeface="Times New Roman"/>
              </a:rPr>
            </a:br>
            <a:endParaRPr b="1" sz="1100">
              <a:latin typeface="Times New Roman"/>
              <a:ea typeface="Times New Roman"/>
              <a:cs typeface="Times New Roman"/>
              <a:sym typeface="Times New Roman"/>
            </a:endParaRPr>
          </a:p>
          <a:p>
            <a:pPr indent="-298450" lvl="0" marL="457200" rtl="0" algn="l">
              <a:lnSpc>
                <a:spcPct val="80000"/>
              </a:lnSpc>
              <a:spcBef>
                <a:spcPts val="200"/>
              </a:spcBef>
              <a:spcAft>
                <a:spcPts val="0"/>
              </a:spcAft>
              <a:buClr>
                <a:schemeClr val="dk1"/>
              </a:buClr>
              <a:buSzPts val="1100"/>
              <a:buFont typeface="Times New Roman"/>
              <a:buChar char="●"/>
            </a:pPr>
            <a:r>
              <a:rPr lang="en" sz="1100">
                <a:latin typeface="Times New Roman"/>
                <a:ea typeface="Times New Roman"/>
                <a:cs typeface="Times New Roman"/>
                <a:sym typeface="Times New Roman"/>
              </a:rPr>
              <a:t>Training: ~430–460 images per class</a:t>
            </a:r>
            <a:br>
              <a:rPr lang="en" sz="1100">
                <a:latin typeface="Times New Roman"/>
                <a:ea typeface="Times New Roman"/>
                <a:cs typeface="Times New Roman"/>
                <a:sym typeface="Times New Roman"/>
              </a:rPr>
            </a:br>
            <a:endParaRPr sz="1100">
              <a:latin typeface="Times New Roman"/>
              <a:ea typeface="Times New Roman"/>
              <a:cs typeface="Times New Roman"/>
              <a:sym typeface="Times New Roman"/>
            </a:endParaRPr>
          </a:p>
          <a:p>
            <a:pPr indent="-298450" lvl="0" marL="457200" rtl="0" algn="l">
              <a:lnSpc>
                <a:spcPct val="80000"/>
              </a:lnSpc>
              <a:spcBef>
                <a:spcPts val="200"/>
              </a:spcBef>
              <a:spcAft>
                <a:spcPts val="0"/>
              </a:spcAft>
              <a:buClr>
                <a:schemeClr val="dk1"/>
              </a:buClr>
              <a:buSzPts val="1100"/>
              <a:buFont typeface="Times New Roman"/>
              <a:buChar char="●"/>
            </a:pPr>
            <a:r>
              <a:rPr lang="en" sz="1100">
                <a:latin typeface="Times New Roman"/>
                <a:ea typeface="Times New Roman"/>
                <a:cs typeface="Times New Roman"/>
                <a:sym typeface="Times New Roman"/>
              </a:rPr>
              <a:t>Validation: 60 images total (20 per class)</a:t>
            </a:r>
            <a:br>
              <a:rPr lang="en" sz="1100">
                <a:latin typeface="Times New Roman"/>
                <a:ea typeface="Times New Roman"/>
                <a:cs typeface="Times New Roman"/>
                <a:sym typeface="Times New Roman"/>
              </a:rPr>
            </a:br>
            <a:endParaRPr sz="1100">
              <a:latin typeface="Times New Roman"/>
              <a:ea typeface="Times New Roman"/>
              <a:cs typeface="Times New Roman"/>
              <a:sym typeface="Times New Roman"/>
            </a:endParaRPr>
          </a:p>
          <a:p>
            <a:pPr indent="-298450" lvl="0" marL="457200" rtl="0" algn="l">
              <a:lnSpc>
                <a:spcPct val="80000"/>
              </a:lnSpc>
              <a:spcBef>
                <a:spcPts val="200"/>
              </a:spcBef>
              <a:spcAft>
                <a:spcPts val="0"/>
              </a:spcAft>
              <a:buClr>
                <a:schemeClr val="dk1"/>
              </a:buClr>
              <a:buSzPts val="1100"/>
              <a:buFont typeface="Times New Roman"/>
              <a:buChar char="●"/>
            </a:pPr>
            <a:r>
              <a:rPr lang="en" sz="1100">
                <a:latin typeface="Times New Roman"/>
                <a:ea typeface="Times New Roman"/>
                <a:cs typeface="Times New Roman"/>
                <a:sym typeface="Times New Roman"/>
              </a:rPr>
              <a:t>Test: 150 images (50 per class)</a:t>
            </a:r>
            <a:br>
              <a:rPr lang="en" sz="1100">
                <a:latin typeface="Times New Roman"/>
                <a:ea typeface="Times New Roman"/>
                <a:cs typeface="Times New Roman"/>
                <a:sym typeface="Times New Roman"/>
              </a:rPr>
            </a:br>
            <a:endParaRPr sz="1100">
              <a:latin typeface="Times New Roman"/>
              <a:ea typeface="Times New Roman"/>
              <a:cs typeface="Times New Roman"/>
              <a:sym typeface="Times New Roman"/>
            </a:endParaRPr>
          </a:p>
          <a:p>
            <a:pPr indent="0" lvl="0" marL="0" rtl="0" algn="l">
              <a:lnSpc>
                <a:spcPct val="80000"/>
              </a:lnSpc>
              <a:spcBef>
                <a:spcPts val="200"/>
              </a:spcBef>
              <a:spcAft>
                <a:spcPts val="0"/>
              </a:spcAft>
              <a:buClr>
                <a:schemeClr val="lt1"/>
              </a:buClr>
              <a:buSzPts val="1100"/>
              <a:buFont typeface="Arial"/>
              <a:buNone/>
            </a:pPr>
            <a:r>
              <a:rPr lang="en" sz="1100">
                <a:latin typeface="Times New Roman"/>
                <a:ea typeface="Times New Roman"/>
                <a:cs typeface="Times New Roman"/>
                <a:sym typeface="Times New Roman"/>
              </a:rPr>
              <a:t>Images are </a:t>
            </a:r>
            <a:r>
              <a:rPr b="1" lang="en" sz="1100">
                <a:latin typeface="Times New Roman"/>
                <a:ea typeface="Times New Roman"/>
                <a:cs typeface="Times New Roman"/>
                <a:sym typeface="Times New Roman"/>
              </a:rPr>
              <a:t>high resolution (up to 5184×3456)</a:t>
            </a:r>
            <a:r>
              <a:rPr lang="en" sz="1100">
                <a:latin typeface="Times New Roman"/>
                <a:ea typeface="Times New Roman"/>
                <a:cs typeface="Times New Roman"/>
                <a:sym typeface="Times New Roman"/>
              </a:rPr>
              <a:t> with outdoor backgrounds.</a:t>
            </a:r>
            <a:br>
              <a:rPr lang="en" sz="1100">
                <a:latin typeface="Times New Roman"/>
                <a:ea typeface="Times New Roman"/>
                <a:cs typeface="Times New Roman"/>
                <a:sym typeface="Times New Roman"/>
              </a:rPr>
            </a:br>
            <a:endParaRPr sz="1100">
              <a:latin typeface="Times New Roman"/>
              <a:ea typeface="Times New Roman"/>
              <a:cs typeface="Times New Roman"/>
              <a:sym typeface="Times New Roman"/>
            </a:endParaRPr>
          </a:p>
          <a:p>
            <a:pPr indent="0" lvl="0" marL="0" rtl="0" algn="l">
              <a:lnSpc>
                <a:spcPct val="80000"/>
              </a:lnSpc>
              <a:spcBef>
                <a:spcPts val="200"/>
              </a:spcBef>
              <a:spcAft>
                <a:spcPts val="0"/>
              </a:spcAft>
              <a:buClr>
                <a:schemeClr val="lt1"/>
              </a:buClr>
              <a:buSzPts val="1100"/>
              <a:buFont typeface="Arial"/>
              <a:buNone/>
            </a:pPr>
            <a:r>
              <a:rPr lang="en" sz="1100">
                <a:latin typeface="Times New Roman"/>
                <a:ea typeface="Times New Roman"/>
                <a:cs typeface="Times New Roman"/>
                <a:sym typeface="Times New Roman"/>
              </a:rPr>
              <a:t>Dataset reflects </a:t>
            </a:r>
            <a:r>
              <a:rPr b="1" lang="en" sz="1100">
                <a:latin typeface="Times New Roman"/>
                <a:ea typeface="Times New Roman"/>
                <a:cs typeface="Times New Roman"/>
                <a:sym typeface="Times New Roman"/>
              </a:rPr>
              <a:t>real-world conditions</a:t>
            </a:r>
            <a:r>
              <a:rPr lang="en" sz="1100">
                <a:latin typeface="Times New Roman"/>
                <a:ea typeface="Times New Roman"/>
                <a:cs typeface="Times New Roman"/>
                <a:sym typeface="Times New Roman"/>
              </a:rPr>
              <a:t>, not controlled lab environments.</a:t>
            </a:r>
            <a:endParaRPr sz="1100">
              <a:latin typeface="Times New Roman"/>
              <a:ea typeface="Times New Roman"/>
              <a:cs typeface="Times New Roman"/>
              <a:sym typeface="Times New Roman"/>
            </a:endParaRPr>
          </a:p>
          <a:p>
            <a:pPr indent="0" lvl="0" marL="0" rtl="0" algn="l">
              <a:lnSpc>
                <a:spcPct val="80000"/>
              </a:lnSpc>
              <a:spcBef>
                <a:spcPts val="200"/>
              </a:spcBef>
              <a:spcAft>
                <a:spcPts val="0"/>
              </a:spcAft>
              <a:buNone/>
            </a:pPr>
            <a:r>
              <a:t/>
            </a:r>
            <a:endParaRPr sz="1100">
              <a:latin typeface="Arial"/>
              <a:ea typeface="Arial"/>
              <a:cs typeface="Arial"/>
              <a:sym typeface="Arial"/>
            </a:endParaRPr>
          </a:p>
          <a:p>
            <a:pPr indent="0" lvl="0" marL="0" rtl="0" algn="l">
              <a:lnSpc>
                <a:spcPct val="80000"/>
              </a:lnSpc>
              <a:spcBef>
                <a:spcPts val="200"/>
              </a:spcBef>
              <a:spcAft>
                <a:spcPts val="20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0" name="Shape 890"/>
        <p:cNvGrpSpPr/>
        <p:nvPr/>
      </p:nvGrpSpPr>
      <p:grpSpPr>
        <a:xfrm>
          <a:off x="0" y="0"/>
          <a:ext cx="0" cy="0"/>
          <a:chOff x="0" y="0"/>
          <a:chExt cx="0" cy="0"/>
        </a:xfrm>
      </p:grpSpPr>
      <p:sp>
        <p:nvSpPr>
          <p:cNvPr id="891" name="Google Shape;891;p92"/>
          <p:cNvSpPr txBox="1"/>
          <p:nvPr>
            <p:ph idx="3" type="title"/>
          </p:nvPr>
        </p:nvSpPr>
        <p:spPr>
          <a:xfrm>
            <a:off x="381000" y="609600"/>
            <a:ext cx="8279100" cy="4647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b="1" lang="en">
                <a:latin typeface="Times New Roman"/>
                <a:ea typeface="Times New Roman"/>
                <a:cs typeface="Times New Roman"/>
                <a:sym typeface="Times New Roman"/>
              </a:rPr>
              <a:t>Exploratory Data Analysis</a:t>
            </a:r>
            <a:endParaRPr b="1">
              <a:latin typeface="Times New Roman"/>
              <a:ea typeface="Times New Roman"/>
              <a:cs typeface="Times New Roman"/>
              <a:sym typeface="Times New Roman"/>
            </a:endParaRPr>
          </a:p>
        </p:txBody>
      </p:sp>
      <p:sp>
        <p:nvSpPr>
          <p:cNvPr id="892" name="Google Shape;892;p92"/>
          <p:cNvSpPr txBox="1"/>
          <p:nvPr>
            <p:ph idx="1" type="body"/>
          </p:nvPr>
        </p:nvSpPr>
        <p:spPr>
          <a:xfrm>
            <a:off x="829850" y="1276750"/>
            <a:ext cx="7520700" cy="3351000"/>
          </a:xfrm>
          <a:prstGeom prst="rect">
            <a:avLst/>
          </a:prstGeom>
        </p:spPr>
        <p:txBody>
          <a:bodyPr anchorCtr="0" anchor="t" bIns="0" lIns="0" spcFirstLastPara="1" rIns="0" wrap="square" tIns="0">
            <a:noAutofit/>
          </a:bodyPr>
          <a:lstStyle/>
          <a:p>
            <a:pPr indent="-298450" lvl="0" marL="457200" rtl="0" algn="l">
              <a:lnSpc>
                <a:spcPct val="80000"/>
              </a:lnSpc>
              <a:spcBef>
                <a:spcPts val="200"/>
              </a:spcBef>
              <a:spcAft>
                <a:spcPts val="0"/>
              </a:spcAft>
              <a:buSzPts val="1100"/>
              <a:buFont typeface="Times New Roman"/>
              <a:buChar char="●"/>
            </a:pPr>
            <a:r>
              <a:rPr lang="en" sz="1100">
                <a:latin typeface="Times New Roman"/>
                <a:ea typeface="Times New Roman"/>
                <a:cs typeface="Times New Roman"/>
                <a:sym typeface="Times New Roman"/>
              </a:rPr>
              <a:t>Exploratory data analysis was performed to understand dataset quality and visual characteristics.</a:t>
            </a:r>
            <a:endParaRPr sz="1100">
              <a:latin typeface="Times New Roman"/>
              <a:ea typeface="Times New Roman"/>
              <a:cs typeface="Times New Roman"/>
              <a:sym typeface="Times New Roman"/>
            </a:endParaRPr>
          </a:p>
          <a:p>
            <a:pPr indent="0" lvl="0" marL="457200" rtl="0" algn="l">
              <a:lnSpc>
                <a:spcPct val="80000"/>
              </a:lnSpc>
              <a:spcBef>
                <a:spcPts val="200"/>
              </a:spcBef>
              <a:spcAft>
                <a:spcPts val="0"/>
              </a:spcAft>
              <a:buNone/>
            </a:pPr>
            <a:r>
              <a:t/>
            </a:r>
            <a:endParaRPr sz="1100">
              <a:latin typeface="Times New Roman"/>
              <a:ea typeface="Times New Roman"/>
              <a:cs typeface="Times New Roman"/>
              <a:sym typeface="Times New Roman"/>
            </a:endParaRPr>
          </a:p>
          <a:p>
            <a:pPr indent="-298450" lvl="0" marL="457200" rtl="0" algn="l">
              <a:lnSpc>
                <a:spcPct val="80000"/>
              </a:lnSpc>
              <a:spcBef>
                <a:spcPts val="200"/>
              </a:spcBef>
              <a:spcAft>
                <a:spcPts val="0"/>
              </a:spcAft>
              <a:buSzPts val="1100"/>
              <a:buFont typeface="Times New Roman"/>
              <a:buChar char="●"/>
            </a:pPr>
            <a:r>
              <a:rPr lang="en" sz="1100">
                <a:latin typeface="Times New Roman"/>
                <a:ea typeface="Times New Roman"/>
                <a:cs typeface="Times New Roman"/>
                <a:sym typeface="Times New Roman"/>
              </a:rPr>
              <a:t>All images were verified to be readable RGB images, and checks confirmed that there were no corrupted files or exact duplicates.</a:t>
            </a:r>
            <a:endParaRPr sz="1100">
              <a:latin typeface="Times New Roman"/>
              <a:ea typeface="Times New Roman"/>
              <a:cs typeface="Times New Roman"/>
              <a:sym typeface="Times New Roman"/>
            </a:endParaRPr>
          </a:p>
          <a:p>
            <a:pPr indent="0" lvl="0" marL="457200" rtl="0" algn="l">
              <a:lnSpc>
                <a:spcPct val="80000"/>
              </a:lnSpc>
              <a:spcBef>
                <a:spcPts val="200"/>
              </a:spcBef>
              <a:spcAft>
                <a:spcPts val="0"/>
              </a:spcAft>
              <a:buNone/>
            </a:pPr>
            <a:r>
              <a:t/>
            </a:r>
            <a:endParaRPr sz="1100">
              <a:latin typeface="Times New Roman"/>
              <a:ea typeface="Times New Roman"/>
              <a:cs typeface="Times New Roman"/>
              <a:sym typeface="Times New Roman"/>
            </a:endParaRPr>
          </a:p>
          <a:p>
            <a:pPr indent="-298450" lvl="0" marL="457200" rtl="0" algn="l">
              <a:lnSpc>
                <a:spcPct val="80000"/>
              </a:lnSpc>
              <a:spcBef>
                <a:spcPts val="200"/>
              </a:spcBef>
              <a:spcAft>
                <a:spcPts val="0"/>
              </a:spcAft>
              <a:buSzPts val="1100"/>
              <a:buFont typeface="Times New Roman"/>
              <a:buChar char="●"/>
            </a:pPr>
            <a:r>
              <a:rPr lang="en" sz="1100">
                <a:latin typeface="Times New Roman"/>
                <a:ea typeface="Times New Roman"/>
                <a:cs typeface="Times New Roman"/>
                <a:sym typeface="Times New Roman"/>
              </a:rPr>
              <a:t>Class balance was consistent across training, validation, and test splits.</a:t>
            </a:r>
            <a:endParaRPr sz="1100">
              <a:latin typeface="Times New Roman"/>
              <a:ea typeface="Times New Roman"/>
              <a:cs typeface="Times New Roman"/>
              <a:sym typeface="Times New Roman"/>
            </a:endParaRPr>
          </a:p>
          <a:p>
            <a:pPr indent="0" lvl="0" marL="0" rtl="0" algn="l">
              <a:lnSpc>
                <a:spcPct val="80000"/>
              </a:lnSpc>
              <a:spcBef>
                <a:spcPts val="200"/>
              </a:spcBef>
              <a:spcAft>
                <a:spcPts val="0"/>
              </a:spcAft>
              <a:buNone/>
            </a:pPr>
            <a:r>
              <a:t/>
            </a:r>
            <a:endParaRPr sz="1100">
              <a:latin typeface="Times New Roman"/>
              <a:ea typeface="Times New Roman"/>
              <a:cs typeface="Times New Roman"/>
              <a:sym typeface="Times New Roman"/>
            </a:endParaRPr>
          </a:p>
          <a:p>
            <a:pPr indent="-298450" lvl="0" marL="457200" rtl="0" algn="l">
              <a:lnSpc>
                <a:spcPct val="80000"/>
              </a:lnSpc>
              <a:spcBef>
                <a:spcPts val="200"/>
              </a:spcBef>
              <a:spcAft>
                <a:spcPts val="0"/>
              </a:spcAft>
              <a:buSzPts val="1100"/>
              <a:buFont typeface="Times New Roman"/>
              <a:buChar char="●"/>
            </a:pPr>
            <a:r>
              <a:rPr lang="en" sz="1100">
                <a:latin typeface="Times New Roman"/>
                <a:ea typeface="Times New Roman"/>
                <a:cs typeface="Times New Roman"/>
                <a:sym typeface="Times New Roman"/>
              </a:rPr>
              <a:t>Analysis of image dimensions showed that most images are high resolution with similar aspect ratios, allowing safe resizing without distortion. </a:t>
            </a:r>
            <a:endParaRPr sz="1100">
              <a:latin typeface="Times New Roman"/>
              <a:ea typeface="Times New Roman"/>
              <a:cs typeface="Times New Roman"/>
              <a:sym typeface="Times New Roman"/>
            </a:endParaRPr>
          </a:p>
          <a:p>
            <a:pPr indent="0" lvl="0" marL="457200" rtl="0" algn="l">
              <a:lnSpc>
                <a:spcPct val="80000"/>
              </a:lnSpc>
              <a:spcBef>
                <a:spcPts val="200"/>
              </a:spcBef>
              <a:spcAft>
                <a:spcPts val="0"/>
              </a:spcAft>
              <a:buNone/>
            </a:pPr>
            <a:r>
              <a:t/>
            </a:r>
            <a:endParaRPr sz="1100">
              <a:latin typeface="Times New Roman"/>
              <a:ea typeface="Times New Roman"/>
              <a:cs typeface="Times New Roman"/>
              <a:sym typeface="Times New Roman"/>
            </a:endParaRPr>
          </a:p>
          <a:p>
            <a:pPr indent="-298450" lvl="0" marL="457200" rtl="0" algn="l">
              <a:lnSpc>
                <a:spcPct val="80000"/>
              </a:lnSpc>
              <a:spcBef>
                <a:spcPts val="200"/>
              </a:spcBef>
              <a:spcAft>
                <a:spcPts val="0"/>
              </a:spcAft>
              <a:buSzPts val="1100"/>
              <a:buFont typeface="Times New Roman"/>
              <a:buChar char="●"/>
            </a:pPr>
            <a:r>
              <a:rPr lang="en" sz="1100">
                <a:latin typeface="Times New Roman"/>
                <a:ea typeface="Times New Roman"/>
                <a:cs typeface="Times New Roman"/>
                <a:sym typeface="Times New Roman"/>
              </a:rPr>
              <a:t>Color and brightness statistics indicated that green is the dominant channel across all classes. </a:t>
            </a:r>
            <a:endParaRPr sz="1100">
              <a:latin typeface="Times New Roman"/>
              <a:ea typeface="Times New Roman"/>
              <a:cs typeface="Times New Roman"/>
              <a:sym typeface="Times New Roman"/>
            </a:endParaRPr>
          </a:p>
          <a:p>
            <a:pPr indent="0" lvl="0" marL="457200" rtl="0" algn="l">
              <a:lnSpc>
                <a:spcPct val="80000"/>
              </a:lnSpc>
              <a:spcBef>
                <a:spcPts val="200"/>
              </a:spcBef>
              <a:spcAft>
                <a:spcPts val="0"/>
              </a:spcAft>
              <a:buNone/>
            </a:pPr>
            <a:r>
              <a:t/>
            </a:r>
            <a:endParaRPr sz="1100">
              <a:latin typeface="Times New Roman"/>
              <a:ea typeface="Times New Roman"/>
              <a:cs typeface="Times New Roman"/>
              <a:sym typeface="Times New Roman"/>
            </a:endParaRPr>
          </a:p>
          <a:p>
            <a:pPr indent="-298450" lvl="0" marL="457200" rtl="0" algn="l">
              <a:lnSpc>
                <a:spcPct val="80000"/>
              </a:lnSpc>
              <a:spcBef>
                <a:spcPts val="200"/>
              </a:spcBef>
              <a:spcAft>
                <a:spcPts val="0"/>
              </a:spcAft>
              <a:buSzPts val="1100"/>
              <a:buFont typeface="Times New Roman"/>
              <a:buChar char="●"/>
            </a:pPr>
            <a:r>
              <a:rPr lang="en" sz="1100">
                <a:latin typeface="Times New Roman"/>
                <a:ea typeface="Times New Roman"/>
                <a:cs typeface="Times New Roman"/>
                <a:sym typeface="Times New Roman"/>
              </a:rPr>
              <a:t>Rust images tend to appear slightly darker, while Powdery images often appear brighter, although these trends overlap significantly. </a:t>
            </a:r>
            <a:endParaRPr sz="1100">
              <a:latin typeface="Times New Roman"/>
              <a:ea typeface="Times New Roman"/>
              <a:cs typeface="Times New Roman"/>
              <a:sym typeface="Times New Roman"/>
            </a:endParaRPr>
          </a:p>
          <a:p>
            <a:pPr indent="0" lvl="0" marL="457200" rtl="0" algn="l">
              <a:lnSpc>
                <a:spcPct val="80000"/>
              </a:lnSpc>
              <a:spcBef>
                <a:spcPts val="200"/>
              </a:spcBef>
              <a:spcAft>
                <a:spcPts val="0"/>
              </a:spcAft>
              <a:buNone/>
            </a:pPr>
            <a:r>
              <a:t/>
            </a:r>
            <a:endParaRPr sz="1100">
              <a:latin typeface="Times New Roman"/>
              <a:ea typeface="Times New Roman"/>
              <a:cs typeface="Times New Roman"/>
              <a:sym typeface="Times New Roman"/>
            </a:endParaRPr>
          </a:p>
          <a:p>
            <a:pPr indent="-298450" lvl="0" marL="457200" rtl="0" algn="l">
              <a:lnSpc>
                <a:spcPct val="80000"/>
              </a:lnSpc>
              <a:spcBef>
                <a:spcPts val="200"/>
              </a:spcBef>
              <a:spcAft>
                <a:spcPts val="0"/>
              </a:spcAft>
              <a:buSzPts val="1100"/>
              <a:buFont typeface="Times New Roman"/>
              <a:buChar char="●"/>
            </a:pPr>
            <a:r>
              <a:rPr lang="en" sz="1100">
                <a:latin typeface="Times New Roman"/>
                <a:ea typeface="Times New Roman"/>
                <a:cs typeface="Times New Roman"/>
                <a:sym typeface="Times New Roman"/>
              </a:rPr>
              <a:t>Visual inspection revealed that Rust has strong lesion patterns, whereas Powdery symptoms are subtle and visually similar to Healthy leaves.</a:t>
            </a:r>
            <a:endParaRPr sz="1100">
              <a:latin typeface="Times New Roman"/>
              <a:ea typeface="Times New Roman"/>
              <a:cs typeface="Times New Roman"/>
              <a:sym typeface="Times New Roman"/>
            </a:endParaRPr>
          </a:p>
          <a:p>
            <a:pPr indent="0" lvl="0" marL="0" rtl="0" algn="l">
              <a:lnSpc>
                <a:spcPct val="80000"/>
              </a:lnSpc>
              <a:spcBef>
                <a:spcPts val="200"/>
              </a:spcBef>
              <a:spcAft>
                <a:spcPts val="0"/>
              </a:spcAft>
              <a:buNone/>
            </a:pPr>
            <a:r>
              <a:t/>
            </a:r>
            <a:endParaRPr sz="1100">
              <a:latin typeface="Times New Roman"/>
              <a:ea typeface="Times New Roman"/>
              <a:cs typeface="Times New Roman"/>
              <a:sym typeface="Times New Roman"/>
            </a:endParaRPr>
          </a:p>
          <a:p>
            <a:pPr indent="0" lvl="0" marL="0" rtl="0" algn="l">
              <a:lnSpc>
                <a:spcPct val="80000"/>
              </a:lnSpc>
              <a:spcBef>
                <a:spcPts val="200"/>
              </a:spcBef>
              <a:spcAft>
                <a:spcPts val="0"/>
              </a:spcAft>
              <a:buNone/>
            </a:pPr>
            <a:r>
              <a:t/>
            </a:r>
            <a:endParaRPr sz="1100">
              <a:latin typeface="Times New Roman"/>
              <a:ea typeface="Times New Roman"/>
              <a:cs typeface="Times New Roman"/>
              <a:sym typeface="Times New Roman"/>
            </a:endParaRPr>
          </a:p>
          <a:p>
            <a:pPr indent="0" lvl="0" marL="0" rtl="0" algn="l">
              <a:lnSpc>
                <a:spcPct val="80000"/>
              </a:lnSpc>
              <a:spcBef>
                <a:spcPts val="200"/>
              </a:spcBef>
              <a:spcAft>
                <a:spcPts val="0"/>
              </a:spcAft>
              <a:buNone/>
            </a:pPr>
            <a:r>
              <a:t/>
            </a:r>
            <a:endParaRPr b="1" sz="1100">
              <a:latin typeface="Times New Roman"/>
              <a:ea typeface="Times New Roman"/>
              <a:cs typeface="Times New Roman"/>
              <a:sym typeface="Times New Roman"/>
            </a:endParaRPr>
          </a:p>
          <a:p>
            <a:pPr indent="0" lvl="0" marL="0" rtl="0" algn="l">
              <a:lnSpc>
                <a:spcPct val="80000"/>
              </a:lnSpc>
              <a:spcBef>
                <a:spcPts val="200"/>
              </a:spcBef>
              <a:spcAft>
                <a:spcPts val="20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6" name="Shape 896"/>
        <p:cNvGrpSpPr/>
        <p:nvPr/>
      </p:nvGrpSpPr>
      <p:grpSpPr>
        <a:xfrm>
          <a:off x="0" y="0"/>
          <a:ext cx="0" cy="0"/>
          <a:chOff x="0" y="0"/>
          <a:chExt cx="0" cy="0"/>
        </a:xfrm>
      </p:grpSpPr>
      <p:sp>
        <p:nvSpPr>
          <p:cNvPr id="897" name="Google Shape;897;p93"/>
          <p:cNvSpPr txBox="1"/>
          <p:nvPr>
            <p:ph idx="3" type="title"/>
          </p:nvPr>
        </p:nvSpPr>
        <p:spPr>
          <a:xfrm>
            <a:off x="385500" y="639500"/>
            <a:ext cx="8279100" cy="4647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b="1" lang="en">
                <a:latin typeface="Times New Roman"/>
                <a:ea typeface="Times New Roman"/>
                <a:cs typeface="Times New Roman"/>
                <a:sym typeface="Times New Roman"/>
              </a:rPr>
              <a:t>Preprocessing &amp; Data Augmentation</a:t>
            </a:r>
            <a:endParaRPr b="1">
              <a:latin typeface="Times New Roman"/>
              <a:ea typeface="Times New Roman"/>
              <a:cs typeface="Times New Roman"/>
              <a:sym typeface="Times New Roman"/>
            </a:endParaRPr>
          </a:p>
        </p:txBody>
      </p:sp>
      <p:sp>
        <p:nvSpPr>
          <p:cNvPr id="898" name="Google Shape;898;p93"/>
          <p:cNvSpPr txBox="1"/>
          <p:nvPr>
            <p:ph idx="1" type="body"/>
          </p:nvPr>
        </p:nvSpPr>
        <p:spPr>
          <a:xfrm>
            <a:off x="890100" y="1441225"/>
            <a:ext cx="7363800" cy="2760300"/>
          </a:xfrm>
          <a:prstGeom prst="rect">
            <a:avLst/>
          </a:prstGeom>
        </p:spPr>
        <p:txBody>
          <a:bodyPr anchorCtr="0" anchor="t" bIns="0" lIns="0" spcFirstLastPara="1" rIns="0" wrap="square" tIns="0">
            <a:noAutofit/>
          </a:bodyPr>
          <a:lstStyle/>
          <a:p>
            <a:pPr indent="0" lvl="0" marL="0" rtl="0" algn="l">
              <a:lnSpc>
                <a:spcPct val="115000"/>
              </a:lnSpc>
              <a:spcBef>
                <a:spcPts val="1200"/>
              </a:spcBef>
              <a:spcAft>
                <a:spcPts val="0"/>
              </a:spcAft>
              <a:buNone/>
            </a:pPr>
            <a:r>
              <a:rPr lang="en" sz="1100">
                <a:latin typeface="Times New Roman"/>
                <a:ea typeface="Times New Roman"/>
                <a:cs typeface="Times New Roman"/>
                <a:sym typeface="Times New Roman"/>
              </a:rPr>
              <a:t>To ensure efficient and stable training, all images were resized to fixed input sizes. Scratch CNN models were trained at </a:t>
            </a:r>
            <a:r>
              <a:rPr b="1" lang="en" sz="1100">
                <a:latin typeface="Times New Roman"/>
                <a:ea typeface="Times New Roman"/>
                <a:cs typeface="Times New Roman"/>
                <a:sym typeface="Times New Roman"/>
              </a:rPr>
              <a:t>128×128</a:t>
            </a:r>
            <a:r>
              <a:rPr lang="en" sz="1100">
                <a:latin typeface="Times New Roman"/>
                <a:ea typeface="Times New Roman"/>
                <a:cs typeface="Times New Roman"/>
                <a:sym typeface="Times New Roman"/>
              </a:rPr>
              <a:t>, while pretrained models used </a:t>
            </a:r>
            <a:r>
              <a:rPr b="1" lang="en" sz="1100">
                <a:latin typeface="Times New Roman"/>
                <a:ea typeface="Times New Roman"/>
                <a:cs typeface="Times New Roman"/>
                <a:sym typeface="Times New Roman"/>
              </a:rPr>
              <a:t>224×224</a:t>
            </a:r>
            <a:r>
              <a:rPr lang="en" sz="1100">
                <a:latin typeface="Times New Roman"/>
                <a:ea typeface="Times New Roman"/>
                <a:cs typeface="Times New Roman"/>
                <a:sym typeface="Times New Roman"/>
              </a:rPr>
              <a:t> inputs to match standard architectures. </a:t>
            </a:r>
            <a:endParaRPr sz="1100">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lang="en" sz="1100">
                <a:latin typeface="Times New Roman"/>
                <a:ea typeface="Times New Roman"/>
                <a:cs typeface="Times New Roman"/>
                <a:sym typeface="Times New Roman"/>
              </a:rPr>
              <a:t>Pixel values were normalized before being fed into the network.</a:t>
            </a:r>
            <a:endParaRPr sz="1100">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lang="en" sz="1100">
                <a:latin typeface="Times New Roman"/>
                <a:ea typeface="Times New Roman"/>
                <a:cs typeface="Times New Roman"/>
                <a:sym typeface="Times New Roman"/>
              </a:rPr>
              <a:t>Data augmentation was applied only to the training set to improve generalization. Augmentations included random flips, small rotations, zooming, and brightness or contrast variations. </a:t>
            </a:r>
            <a:endParaRPr sz="1100">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lang="en" sz="1100">
                <a:latin typeface="Times New Roman"/>
                <a:ea typeface="Times New Roman"/>
                <a:cs typeface="Times New Roman"/>
                <a:sym typeface="Times New Roman"/>
              </a:rPr>
              <a:t>These transformations help reduce sensitivity to lighting changes, orientation differences, and background noise, while preserving disease-related visual patterns. Validation and test images were not augmented to ensure fair evaluation.</a:t>
            </a:r>
            <a:endParaRPr sz="1100">
              <a:latin typeface="Times New Roman"/>
              <a:ea typeface="Times New Roman"/>
              <a:cs typeface="Times New Roman"/>
              <a:sym typeface="Times New Roman"/>
            </a:endParaRPr>
          </a:p>
          <a:p>
            <a:pPr indent="-298450" lvl="0" marL="457200" rtl="0" algn="l">
              <a:lnSpc>
                <a:spcPct val="80000"/>
              </a:lnSpc>
              <a:spcBef>
                <a:spcPts val="1200"/>
              </a:spcBef>
              <a:spcAft>
                <a:spcPts val="0"/>
              </a:spcAft>
              <a:buClr>
                <a:schemeClr val="lt1"/>
              </a:buClr>
              <a:buSzPts val="1100"/>
              <a:buFont typeface="Times New Roman"/>
              <a:buChar char="●"/>
            </a:pPr>
            <a:r>
              <a:t/>
            </a:r>
            <a:endParaRPr b="1" sz="1100">
              <a:latin typeface="Times New Roman"/>
              <a:ea typeface="Times New Roman"/>
              <a:cs typeface="Times New Roman"/>
              <a:sym typeface="Times New Roman"/>
            </a:endParaRPr>
          </a:p>
          <a:p>
            <a:pPr indent="0" lvl="0" marL="0" rtl="0" algn="l">
              <a:lnSpc>
                <a:spcPct val="80000"/>
              </a:lnSpc>
              <a:spcBef>
                <a:spcPts val="200"/>
              </a:spcBef>
              <a:spcAft>
                <a:spcPts val="20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2" name="Shape 902"/>
        <p:cNvGrpSpPr/>
        <p:nvPr/>
      </p:nvGrpSpPr>
      <p:grpSpPr>
        <a:xfrm>
          <a:off x="0" y="0"/>
          <a:ext cx="0" cy="0"/>
          <a:chOff x="0" y="0"/>
          <a:chExt cx="0" cy="0"/>
        </a:xfrm>
      </p:grpSpPr>
      <p:sp>
        <p:nvSpPr>
          <p:cNvPr id="903" name="Google Shape;903;p94"/>
          <p:cNvSpPr txBox="1"/>
          <p:nvPr>
            <p:ph idx="3" type="title"/>
          </p:nvPr>
        </p:nvSpPr>
        <p:spPr>
          <a:xfrm>
            <a:off x="385500" y="269700"/>
            <a:ext cx="8279100" cy="4647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b="1" lang="en">
                <a:latin typeface="Times New Roman"/>
                <a:ea typeface="Times New Roman"/>
                <a:cs typeface="Times New Roman"/>
                <a:sym typeface="Times New Roman"/>
              </a:rPr>
              <a:t>Baseline CNN Architecture</a:t>
            </a:r>
            <a:endParaRPr b="1">
              <a:latin typeface="Times New Roman"/>
              <a:ea typeface="Times New Roman"/>
              <a:cs typeface="Times New Roman"/>
              <a:sym typeface="Times New Roman"/>
            </a:endParaRPr>
          </a:p>
        </p:txBody>
      </p:sp>
      <p:sp>
        <p:nvSpPr>
          <p:cNvPr id="904" name="Google Shape;904;p94"/>
          <p:cNvSpPr txBox="1"/>
          <p:nvPr>
            <p:ph idx="1" type="body"/>
          </p:nvPr>
        </p:nvSpPr>
        <p:spPr>
          <a:xfrm>
            <a:off x="5798100" y="799925"/>
            <a:ext cx="3117300" cy="3663300"/>
          </a:xfrm>
          <a:prstGeom prst="rect">
            <a:avLst/>
          </a:prstGeom>
        </p:spPr>
        <p:txBody>
          <a:bodyPr anchorCtr="0" anchor="t" bIns="0" lIns="0" spcFirstLastPara="1" rIns="0" wrap="square" tIns="0">
            <a:noAutofit/>
          </a:bodyPr>
          <a:lstStyle/>
          <a:p>
            <a:pPr indent="0" lvl="0" marL="228600" rtl="0" algn="l">
              <a:lnSpc>
                <a:spcPct val="80000"/>
              </a:lnSpc>
              <a:spcBef>
                <a:spcPts val="200"/>
              </a:spcBef>
              <a:spcAft>
                <a:spcPts val="0"/>
              </a:spcAft>
              <a:buNone/>
            </a:pPr>
            <a:r>
              <a:t/>
            </a:r>
            <a:endParaRPr sz="1100">
              <a:latin typeface="Arial"/>
              <a:ea typeface="Arial"/>
              <a:cs typeface="Arial"/>
              <a:sym typeface="Arial"/>
            </a:endParaRPr>
          </a:p>
          <a:p>
            <a:pPr indent="0" lvl="0" marL="0" rtl="0" algn="l">
              <a:lnSpc>
                <a:spcPct val="80000"/>
              </a:lnSpc>
              <a:spcBef>
                <a:spcPts val="200"/>
              </a:spcBef>
              <a:spcAft>
                <a:spcPts val="0"/>
              </a:spcAft>
              <a:buNone/>
            </a:pPr>
            <a:r>
              <a:rPr b="1" lang="en" sz="1100">
                <a:latin typeface="Times New Roman"/>
                <a:ea typeface="Times New Roman"/>
                <a:cs typeface="Times New Roman"/>
                <a:sym typeface="Times New Roman"/>
              </a:rPr>
              <a:t>Architecture:</a:t>
            </a:r>
            <a:br>
              <a:rPr lang="en" sz="1100">
                <a:latin typeface="Times New Roman"/>
                <a:ea typeface="Times New Roman"/>
                <a:cs typeface="Times New Roman"/>
                <a:sym typeface="Times New Roman"/>
              </a:rPr>
            </a:br>
            <a:endParaRPr sz="1100">
              <a:latin typeface="Times New Roman"/>
              <a:ea typeface="Times New Roman"/>
              <a:cs typeface="Times New Roman"/>
              <a:sym typeface="Times New Roman"/>
            </a:endParaRPr>
          </a:p>
          <a:p>
            <a:pPr indent="-298450" lvl="0" marL="457200" rtl="0" algn="l">
              <a:lnSpc>
                <a:spcPct val="80000"/>
              </a:lnSpc>
              <a:spcBef>
                <a:spcPts val="200"/>
              </a:spcBef>
              <a:spcAft>
                <a:spcPts val="0"/>
              </a:spcAft>
              <a:buClr>
                <a:schemeClr val="dk1"/>
              </a:buClr>
              <a:buSzPts val="1100"/>
              <a:buFont typeface="Times New Roman"/>
              <a:buChar char="●"/>
            </a:pPr>
            <a:r>
              <a:rPr lang="en" sz="1100">
                <a:latin typeface="Times New Roman"/>
                <a:ea typeface="Times New Roman"/>
                <a:cs typeface="Times New Roman"/>
                <a:sym typeface="Times New Roman"/>
              </a:rPr>
              <a:t>Multiple convolutional layers + ReLU</a:t>
            </a:r>
            <a:br>
              <a:rPr lang="en" sz="1100">
                <a:latin typeface="Times New Roman"/>
                <a:ea typeface="Times New Roman"/>
                <a:cs typeface="Times New Roman"/>
                <a:sym typeface="Times New Roman"/>
              </a:rPr>
            </a:br>
            <a:endParaRPr sz="1100">
              <a:latin typeface="Times New Roman"/>
              <a:ea typeface="Times New Roman"/>
              <a:cs typeface="Times New Roman"/>
              <a:sym typeface="Times New Roman"/>
            </a:endParaRPr>
          </a:p>
          <a:p>
            <a:pPr indent="-298450" lvl="0" marL="457200" rtl="0" algn="l">
              <a:lnSpc>
                <a:spcPct val="80000"/>
              </a:lnSpc>
              <a:spcBef>
                <a:spcPts val="200"/>
              </a:spcBef>
              <a:spcAft>
                <a:spcPts val="0"/>
              </a:spcAft>
              <a:buClr>
                <a:schemeClr val="dk1"/>
              </a:buClr>
              <a:buSzPts val="1100"/>
              <a:buFont typeface="Times New Roman"/>
              <a:buChar char="●"/>
            </a:pPr>
            <a:r>
              <a:rPr lang="en" sz="1100">
                <a:latin typeface="Times New Roman"/>
                <a:ea typeface="Times New Roman"/>
                <a:cs typeface="Times New Roman"/>
                <a:sym typeface="Times New Roman"/>
              </a:rPr>
              <a:t>MaxPooling for spatial reduction</a:t>
            </a:r>
            <a:br>
              <a:rPr lang="en" sz="1100">
                <a:latin typeface="Times New Roman"/>
                <a:ea typeface="Times New Roman"/>
                <a:cs typeface="Times New Roman"/>
                <a:sym typeface="Times New Roman"/>
              </a:rPr>
            </a:br>
            <a:endParaRPr sz="1100">
              <a:latin typeface="Times New Roman"/>
              <a:ea typeface="Times New Roman"/>
              <a:cs typeface="Times New Roman"/>
              <a:sym typeface="Times New Roman"/>
            </a:endParaRPr>
          </a:p>
          <a:p>
            <a:pPr indent="-298450" lvl="0" marL="457200" rtl="0" algn="l">
              <a:lnSpc>
                <a:spcPct val="80000"/>
              </a:lnSpc>
              <a:spcBef>
                <a:spcPts val="200"/>
              </a:spcBef>
              <a:spcAft>
                <a:spcPts val="0"/>
              </a:spcAft>
              <a:buClr>
                <a:schemeClr val="dk1"/>
              </a:buClr>
              <a:buSzPts val="1100"/>
              <a:buFont typeface="Times New Roman"/>
              <a:buChar char="●"/>
            </a:pPr>
            <a:r>
              <a:rPr lang="en" sz="1100">
                <a:latin typeface="Times New Roman"/>
                <a:ea typeface="Times New Roman"/>
                <a:cs typeface="Times New Roman"/>
                <a:sym typeface="Times New Roman"/>
              </a:rPr>
              <a:t>Dropout and L2 regularization</a:t>
            </a:r>
            <a:br>
              <a:rPr lang="en" sz="1100">
                <a:latin typeface="Times New Roman"/>
                <a:ea typeface="Times New Roman"/>
                <a:cs typeface="Times New Roman"/>
                <a:sym typeface="Times New Roman"/>
              </a:rPr>
            </a:br>
            <a:endParaRPr sz="1100">
              <a:latin typeface="Times New Roman"/>
              <a:ea typeface="Times New Roman"/>
              <a:cs typeface="Times New Roman"/>
              <a:sym typeface="Times New Roman"/>
            </a:endParaRPr>
          </a:p>
          <a:p>
            <a:pPr indent="-298450" lvl="0" marL="457200" rtl="0" algn="l">
              <a:lnSpc>
                <a:spcPct val="80000"/>
              </a:lnSpc>
              <a:spcBef>
                <a:spcPts val="200"/>
              </a:spcBef>
              <a:spcAft>
                <a:spcPts val="0"/>
              </a:spcAft>
              <a:buClr>
                <a:schemeClr val="dk1"/>
              </a:buClr>
              <a:buSzPts val="1100"/>
              <a:buFont typeface="Times New Roman"/>
              <a:buChar char="●"/>
            </a:pPr>
            <a:r>
              <a:rPr lang="en" sz="1100">
                <a:latin typeface="Times New Roman"/>
                <a:ea typeface="Times New Roman"/>
                <a:cs typeface="Times New Roman"/>
                <a:sym typeface="Times New Roman"/>
              </a:rPr>
              <a:t>Dense softmax output layer (3 classes)</a:t>
            </a:r>
            <a:br>
              <a:rPr lang="en" sz="1100">
                <a:latin typeface="Times New Roman"/>
                <a:ea typeface="Times New Roman"/>
                <a:cs typeface="Times New Roman"/>
                <a:sym typeface="Times New Roman"/>
              </a:rPr>
            </a:br>
            <a:endParaRPr sz="1100">
              <a:latin typeface="Times New Roman"/>
              <a:ea typeface="Times New Roman"/>
              <a:cs typeface="Times New Roman"/>
              <a:sym typeface="Times New Roman"/>
            </a:endParaRPr>
          </a:p>
          <a:p>
            <a:pPr indent="0" lvl="0" marL="0" rtl="0" algn="l">
              <a:lnSpc>
                <a:spcPct val="80000"/>
              </a:lnSpc>
              <a:spcBef>
                <a:spcPts val="200"/>
              </a:spcBef>
              <a:spcAft>
                <a:spcPts val="0"/>
              </a:spcAft>
              <a:buNone/>
            </a:pPr>
            <a:r>
              <a:rPr b="1" lang="en" sz="1100">
                <a:latin typeface="Times New Roman"/>
                <a:ea typeface="Times New Roman"/>
                <a:cs typeface="Times New Roman"/>
                <a:sym typeface="Times New Roman"/>
              </a:rPr>
              <a:t>Optimizer:</a:t>
            </a:r>
            <a:r>
              <a:rPr lang="en" sz="1100">
                <a:latin typeface="Times New Roman"/>
                <a:ea typeface="Times New Roman"/>
                <a:cs typeface="Times New Roman"/>
                <a:sym typeface="Times New Roman"/>
              </a:rPr>
              <a:t> Adam</a:t>
            </a:r>
            <a:br>
              <a:rPr lang="en" sz="1100">
                <a:latin typeface="Times New Roman"/>
                <a:ea typeface="Times New Roman"/>
                <a:cs typeface="Times New Roman"/>
                <a:sym typeface="Times New Roman"/>
              </a:rPr>
            </a:br>
            <a:endParaRPr sz="1100">
              <a:latin typeface="Times New Roman"/>
              <a:ea typeface="Times New Roman"/>
              <a:cs typeface="Times New Roman"/>
              <a:sym typeface="Times New Roman"/>
            </a:endParaRPr>
          </a:p>
          <a:p>
            <a:pPr indent="-228600" lvl="0" marL="457200" rtl="0" algn="l">
              <a:lnSpc>
                <a:spcPct val="80000"/>
              </a:lnSpc>
              <a:spcBef>
                <a:spcPts val="200"/>
              </a:spcBef>
              <a:spcAft>
                <a:spcPts val="0"/>
              </a:spcAft>
              <a:buNone/>
            </a:pPr>
            <a:r>
              <a:rPr lang="en" sz="1100">
                <a:latin typeface="Times New Roman"/>
                <a:ea typeface="Times New Roman"/>
                <a:cs typeface="Times New Roman"/>
                <a:sym typeface="Times New Roman"/>
              </a:rPr>
              <a:t>Loss function: Sparse categorical cross-entropy</a:t>
            </a:r>
            <a:br>
              <a:rPr lang="en" sz="1100">
                <a:latin typeface="Times New Roman"/>
                <a:ea typeface="Times New Roman"/>
                <a:cs typeface="Times New Roman"/>
                <a:sym typeface="Times New Roman"/>
              </a:rPr>
            </a:br>
            <a:endParaRPr sz="1100">
              <a:latin typeface="Times New Roman"/>
              <a:ea typeface="Times New Roman"/>
              <a:cs typeface="Times New Roman"/>
              <a:sym typeface="Times New Roman"/>
            </a:endParaRPr>
          </a:p>
          <a:p>
            <a:pPr indent="0" lvl="0" marL="0" rtl="0" algn="l">
              <a:lnSpc>
                <a:spcPct val="80000"/>
              </a:lnSpc>
              <a:spcBef>
                <a:spcPts val="200"/>
              </a:spcBef>
              <a:spcAft>
                <a:spcPts val="0"/>
              </a:spcAft>
              <a:buNone/>
            </a:pPr>
            <a:r>
              <a:rPr b="1" lang="en" sz="1100">
                <a:latin typeface="Times New Roman"/>
                <a:ea typeface="Times New Roman"/>
                <a:cs typeface="Times New Roman"/>
                <a:sym typeface="Times New Roman"/>
              </a:rPr>
              <a:t>Trained at two resolutions:</a:t>
            </a:r>
            <a:br>
              <a:rPr lang="en" sz="1100">
                <a:latin typeface="Times New Roman"/>
                <a:ea typeface="Times New Roman"/>
                <a:cs typeface="Times New Roman"/>
                <a:sym typeface="Times New Roman"/>
              </a:rPr>
            </a:br>
            <a:endParaRPr sz="1100">
              <a:latin typeface="Times New Roman"/>
              <a:ea typeface="Times New Roman"/>
              <a:cs typeface="Times New Roman"/>
              <a:sym typeface="Times New Roman"/>
            </a:endParaRPr>
          </a:p>
          <a:p>
            <a:pPr indent="-298450" lvl="0" marL="457200" rtl="0" algn="l">
              <a:lnSpc>
                <a:spcPct val="80000"/>
              </a:lnSpc>
              <a:spcBef>
                <a:spcPts val="200"/>
              </a:spcBef>
              <a:spcAft>
                <a:spcPts val="0"/>
              </a:spcAft>
              <a:buClr>
                <a:schemeClr val="dk1"/>
              </a:buClr>
              <a:buSzPts val="1100"/>
              <a:buFont typeface="Times New Roman"/>
              <a:buChar char="●"/>
            </a:pPr>
            <a:r>
              <a:rPr lang="en" sz="1100">
                <a:latin typeface="Times New Roman"/>
                <a:ea typeface="Times New Roman"/>
                <a:cs typeface="Times New Roman"/>
                <a:sym typeface="Times New Roman"/>
              </a:rPr>
              <a:t>128×128</a:t>
            </a:r>
            <a:br>
              <a:rPr lang="en" sz="1100">
                <a:latin typeface="Times New Roman"/>
                <a:ea typeface="Times New Roman"/>
                <a:cs typeface="Times New Roman"/>
                <a:sym typeface="Times New Roman"/>
              </a:rPr>
            </a:br>
            <a:endParaRPr sz="1100">
              <a:latin typeface="Times New Roman"/>
              <a:ea typeface="Times New Roman"/>
              <a:cs typeface="Times New Roman"/>
              <a:sym typeface="Times New Roman"/>
            </a:endParaRPr>
          </a:p>
          <a:p>
            <a:pPr indent="-298450" lvl="0" marL="457200" rtl="0" algn="l">
              <a:lnSpc>
                <a:spcPct val="80000"/>
              </a:lnSpc>
              <a:spcBef>
                <a:spcPts val="200"/>
              </a:spcBef>
              <a:spcAft>
                <a:spcPts val="0"/>
              </a:spcAft>
              <a:buClr>
                <a:schemeClr val="dk1"/>
              </a:buClr>
              <a:buSzPts val="1100"/>
              <a:buFont typeface="Times New Roman"/>
              <a:buChar char="●"/>
            </a:pPr>
            <a:r>
              <a:rPr lang="en" sz="1100">
                <a:latin typeface="Times New Roman"/>
                <a:ea typeface="Times New Roman"/>
                <a:cs typeface="Times New Roman"/>
                <a:sym typeface="Times New Roman"/>
              </a:rPr>
              <a:t>224×224</a:t>
            </a:r>
            <a:br>
              <a:rPr lang="en" sz="1100">
                <a:latin typeface="Times New Roman"/>
                <a:ea typeface="Times New Roman"/>
                <a:cs typeface="Times New Roman"/>
                <a:sym typeface="Times New Roman"/>
              </a:rPr>
            </a:br>
            <a:endParaRPr sz="1100">
              <a:latin typeface="Times New Roman"/>
              <a:ea typeface="Times New Roman"/>
              <a:cs typeface="Times New Roman"/>
              <a:sym typeface="Times New Roman"/>
            </a:endParaRPr>
          </a:p>
          <a:p>
            <a:pPr indent="0" lvl="0" marL="0" rtl="0" algn="l">
              <a:lnSpc>
                <a:spcPct val="80000"/>
              </a:lnSpc>
              <a:spcBef>
                <a:spcPts val="200"/>
              </a:spcBef>
              <a:spcAft>
                <a:spcPts val="0"/>
              </a:spcAft>
              <a:buNone/>
            </a:pPr>
            <a:r>
              <a:rPr b="1" lang="en" sz="1100">
                <a:latin typeface="Times New Roman"/>
                <a:ea typeface="Times New Roman"/>
                <a:cs typeface="Times New Roman"/>
                <a:sym typeface="Times New Roman"/>
              </a:rPr>
              <a:t>Observation:</a:t>
            </a:r>
            <a:r>
              <a:rPr lang="en" sz="1100">
                <a:latin typeface="Times New Roman"/>
                <a:ea typeface="Times New Roman"/>
                <a:cs typeface="Times New Roman"/>
                <a:sym typeface="Times New Roman"/>
              </a:rPr>
              <a:t> Higher resolution alone did </a:t>
            </a:r>
            <a:r>
              <a:rPr b="1" lang="en" sz="1100">
                <a:latin typeface="Times New Roman"/>
                <a:ea typeface="Times New Roman"/>
                <a:cs typeface="Times New Roman"/>
                <a:sym typeface="Times New Roman"/>
              </a:rPr>
              <a:t>not</a:t>
            </a:r>
            <a:r>
              <a:rPr lang="en" sz="1100">
                <a:latin typeface="Times New Roman"/>
                <a:ea typeface="Times New Roman"/>
                <a:cs typeface="Times New Roman"/>
                <a:sym typeface="Times New Roman"/>
              </a:rPr>
              <a:t> improve scratch CNN performance.</a:t>
            </a:r>
            <a:endParaRPr sz="1100">
              <a:latin typeface="Times New Roman"/>
              <a:ea typeface="Times New Roman"/>
              <a:cs typeface="Times New Roman"/>
              <a:sym typeface="Times New Roman"/>
            </a:endParaRPr>
          </a:p>
          <a:p>
            <a:pPr indent="0" lvl="0" marL="0" rtl="0" algn="l">
              <a:lnSpc>
                <a:spcPct val="80000"/>
              </a:lnSpc>
              <a:spcBef>
                <a:spcPts val="200"/>
              </a:spcBef>
              <a:spcAft>
                <a:spcPts val="0"/>
              </a:spcAft>
              <a:buNone/>
            </a:pPr>
            <a:r>
              <a:t/>
            </a:r>
            <a:endParaRPr b="1" sz="1100">
              <a:latin typeface="Times New Roman"/>
              <a:ea typeface="Times New Roman"/>
              <a:cs typeface="Times New Roman"/>
              <a:sym typeface="Times New Roman"/>
            </a:endParaRPr>
          </a:p>
          <a:p>
            <a:pPr indent="0" lvl="0" marL="0" rtl="0" algn="l">
              <a:lnSpc>
                <a:spcPct val="80000"/>
              </a:lnSpc>
              <a:spcBef>
                <a:spcPts val="200"/>
              </a:spcBef>
              <a:spcAft>
                <a:spcPts val="200"/>
              </a:spcAft>
              <a:buNone/>
            </a:pPr>
            <a:r>
              <a:t/>
            </a:r>
            <a:endParaRPr/>
          </a:p>
        </p:txBody>
      </p:sp>
      <p:sp>
        <p:nvSpPr>
          <p:cNvPr id="905" name="Google Shape;905;p94"/>
          <p:cNvSpPr txBox="1"/>
          <p:nvPr>
            <p:ph idx="1" type="body"/>
          </p:nvPr>
        </p:nvSpPr>
        <p:spPr>
          <a:xfrm>
            <a:off x="478075" y="1375625"/>
            <a:ext cx="4658100" cy="3308100"/>
          </a:xfrm>
          <a:prstGeom prst="rect">
            <a:avLst/>
          </a:prstGeom>
        </p:spPr>
        <p:txBody>
          <a:bodyPr anchorCtr="0" anchor="t" bIns="0" lIns="0" spcFirstLastPara="1" rIns="0" wrap="square" tIns="0">
            <a:noAutofit/>
          </a:bodyPr>
          <a:lstStyle/>
          <a:p>
            <a:pPr indent="0" lvl="0" marL="0" rtl="0" algn="l">
              <a:lnSpc>
                <a:spcPct val="115000"/>
              </a:lnSpc>
              <a:spcBef>
                <a:spcPts val="1200"/>
              </a:spcBef>
              <a:spcAft>
                <a:spcPts val="0"/>
              </a:spcAft>
              <a:buNone/>
            </a:pPr>
            <a:r>
              <a:rPr lang="en" sz="1100">
                <a:latin typeface="Times New Roman"/>
                <a:ea typeface="Times New Roman"/>
                <a:cs typeface="Times New Roman"/>
                <a:sym typeface="Times New Roman"/>
              </a:rPr>
              <a:t>- </a:t>
            </a:r>
            <a:r>
              <a:rPr lang="en" sz="1100">
                <a:latin typeface="Times New Roman"/>
                <a:ea typeface="Times New Roman"/>
                <a:cs typeface="Times New Roman"/>
                <a:sym typeface="Times New Roman"/>
              </a:rPr>
              <a:t>Baseline convolutional neural networks were trained from scratch to establish a reference for model performance and to understand how much information can be learned directly from the dataset. </a:t>
            </a:r>
            <a:endParaRPr sz="1100">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lt1"/>
              </a:buClr>
              <a:buSzPts val="1100"/>
              <a:buFont typeface="Arial"/>
              <a:buNone/>
            </a:pPr>
            <a:r>
              <a:rPr lang="en" sz="1100">
                <a:latin typeface="Times New Roman"/>
                <a:ea typeface="Times New Roman"/>
                <a:cs typeface="Times New Roman"/>
                <a:sym typeface="Times New Roman"/>
              </a:rPr>
              <a:t>- The baseline architecture consists of multiple convolutional and max-pooling layers followed by fully connected layers with dropout and L2 regularization to reduce overfitting. These models were trained using the Adam optimizer and categorical cross-entropy loss.</a:t>
            </a:r>
            <a:endParaRPr sz="1100">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lt1"/>
              </a:buClr>
              <a:buSzPts val="1100"/>
              <a:buFont typeface="Arial"/>
              <a:buNone/>
            </a:pPr>
            <a:r>
              <a:rPr lang="en" sz="1100">
                <a:latin typeface="Times New Roman"/>
                <a:ea typeface="Times New Roman"/>
                <a:cs typeface="Times New Roman"/>
                <a:sym typeface="Times New Roman"/>
              </a:rPr>
              <a:t>- Two input resolutions were evaluated: </a:t>
            </a:r>
            <a:r>
              <a:rPr b="1" lang="en" sz="1100">
                <a:latin typeface="Times New Roman"/>
                <a:ea typeface="Times New Roman"/>
                <a:cs typeface="Times New Roman"/>
                <a:sym typeface="Times New Roman"/>
              </a:rPr>
              <a:t>128×128</a:t>
            </a:r>
            <a:r>
              <a:rPr lang="en" sz="1100">
                <a:latin typeface="Times New Roman"/>
                <a:ea typeface="Times New Roman"/>
                <a:cs typeface="Times New Roman"/>
                <a:sym typeface="Times New Roman"/>
              </a:rPr>
              <a:t> and </a:t>
            </a:r>
            <a:r>
              <a:rPr b="1" lang="en" sz="1100">
                <a:latin typeface="Times New Roman"/>
                <a:ea typeface="Times New Roman"/>
                <a:cs typeface="Times New Roman"/>
                <a:sym typeface="Times New Roman"/>
              </a:rPr>
              <a:t>224×224</a:t>
            </a:r>
            <a:r>
              <a:rPr lang="en" sz="1100">
                <a:latin typeface="Times New Roman"/>
                <a:ea typeface="Times New Roman"/>
                <a:cs typeface="Times New Roman"/>
                <a:sym typeface="Times New Roman"/>
              </a:rPr>
              <a:t>. While the baseline CNN achieved strong test accuracy, it showed unstable validation behavior and consistent confusion between visually similar classes, particularly Healthy and Powdery.</a:t>
            </a:r>
            <a:endParaRPr sz="1100">
              <a:latin typeface="Times New Roman"/>
              <a:ea typeface="Times New Roman"/>
              <a:cs typeface="Times New Roman"/>
              <a:sym typeface="Times New Roman"/>
            </a:endParaRPr>
          </a:p>
          <a:p>
            <a:pPr indent="0" lvl="0" marL="0" rtl="0" algn="l">
              <a:lnSpc>
                <a:spcPct val="80000"/>
              </a:lnSpc>
              <a:spcBef>
                <a:spcPts val="1200"/>
              </a:spcBef>
              <a:spcAft>
                <a:spcPts val="0"/>
              </a:spcAft>
              <a:buNone/>
            </a:pPr>
            <a:r>
              <a:t/>
            </a:r>
            <a:endParaRPr sz="1100">
              <a:latin typeface="Arial"/>
              <a:ea typeface="Arial"/>
              <a:cs typeface="Arial"/>
              <a:sym typeface="Arial"/>
            </a:endParaRPr>
          </a:p>
          <a:p>
            <a:pPr indent="0" lvl="0" marL="0" rtl="0" algn="l">
              <a:lnSpc>
                <a:spcPct val="80000"/>
              </a:lnSpc>
              <a:spcBef>
                <a:spcPts val="200"/>
              </a:spcBef>
              <a:spcAft>
                <a:spcPts val="0"/>
              </a:spcAft>
              <a:buNone/>
            </a:pPr>
            <a:r>
              <a:t/>
            </a:r>
            <a:endParaRPr b="1" sz="1100">
              <a:latin typeface="Times New Roman"/>
              <a:ea typeface="Times New Roman"/>
              <a:cs typeface="Times New Roman"/>
              <a:sym typeface="Times New Roman"/>
            </a:endParaRPr>
          </a:p>
          <a:p>
            <a:pPr indent="0" lvl="0" marL="0" rtl="0" algn="l">
              <a:lnSpc>
                <a:spcPct val="80000"/>
              </a:lnSpc>
              <a:spcBef>
                <a:spcPts val="200"/>
              </a:spcBef>
              <a:spcAft>
                <a:spcPts val="20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9" name="Shape 909"/>
        <p:cNvGrpSpPr/>
        <p:nvPr/>
      </p:nvGrpSpPr>
      <p:grpSpPr>
        <a:xfrm>
          <a:off x="0" y="0"/>
          <a:ext cx="0" cy="0"/>
          <a:chOff x="0" y="0"/>
          <a:chExt cx="0" cy="0"/>
        </a:xfrm>
      </p:grpSpPr>
      <p:sp>
        <p:nvSpPr>
          <p:cNvPr id="910" name="Google Shape;910;p95"/>
          <p:cNvSpPr txBox="1"/>
          <p:nvPr>
            <p:ph idx="3" type="title"/>
          </p:nvPr>
        </p:nvSpPr>
        <p:spPr>
          <a:xfrm>
            <a:off x="385500" y="519900"/>
            <a:ext cx="8279100" cy="4647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b="1" lang="en">
                <a:latin typeface="Times New Roman"/>
                <a:ea typeface="Times New Roman"/>
                <a:cs typeface="Times New Roman"/>
                <a:sym typeface="Times New Roman"/>
              </a:rPr>
              <a:t>Improved CNN Model</a:t>
            </a:r>
            <a:endParaRPr b="1">
              <a:latin typeface="Times New Roman"/>
              <a:ea typeface="Times New Roman"/>
              <a:cs typeface="Times New Roman"/>
              <a:sym typeface="Times New Roman"/>
            </a:endParaRPr>
          </a:p>
        </p:txBody>
      </p:sp>
      <p:sp>
        <p:nvSpPr>
          <p:cNvPr id="911" name="Google Shape;911;p95"/>
          <p:cNvSpPr txBox="1"/>
          <p:nvPr>
            <p:ph idx="1" type="body"/>
          </p:nvPr>
        </p:nvSpPr>
        <p:spPr>
          <a:xfrm>
            <a:off x="623025" y="1067425"/>
            <a:ext cx="7899600" cy="3799500"/>
          </a:xfrm>
          <a:prstGeom prst="rect">
            <a:avLst/>
          </a:prstGeom>
        </p:spPr>
        <p:txBody>
          <a:bodyPr anchorCtr="0" anchor="t" bIns="0" lIns="0" spcFirstLastPara="1" rIns="0" wrap="square" tIns="0">
            <a:noAutofit/>
          </a:bodyPr>
          <a:lstStyle/>
          <a:p>
            <a:pPr indent="0" lvl="0" marL="0" rtl="0" algn="l">
              <a:lnSpc>
                <a:spcPct val="115000"/>
              </a:lnSpc>
              <a:spcBef>
                <a:spcPts val="1200"/>
              </a:spcBef>
              <a:spcAft>
                <a:spcPts val="0"/>
              </a:spcAft>
              <a:buNone/>
            </a:pPr>
            <a:r>
              <a:rPr lang="en" sz="1100">
                <a:latin typeface="Times New Roman"/>
                <a:ea typeface="Times New Roman"/>
                <a:cs typeface="Times New Roman"/>
                <a:sym typeface="Times New Roman"/>
              </a:rPr>
              <a:t>An improved CNN architecture was implemented to address limitations observed in the baseline model, particularly class confusion and training instability. The improved model increased network depth and incorporated batch normalization to stabilize learning under varying lighting conditions. Additional regularization techniques were used to limit overfitting.</a:t>
            </a:r>
            <a:endParaRPr sz="1100">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lang="en" sz="1100">
                <a:latin typeface="Times New Roman"/>
                <a:ea typeface="Times New Roman"/>
                <a:cs typeface="Times New Roman"/>
                <a:sym typeface="Times New Roman"/>
              </a:rPr>
              <a:t>Although the improved CNN achieved comparable test accuracy to the baseline model, it did not significantly reduce misclassification between Healthy and Powdery classes. This indicates that architectural changes alone are insufficient when training data is limited and disease features are subtle.</a:t>
            </a:r>
            <a:endParaRPr sz="1100">
              <a:latin typeface="Times New Roman"/>
              <a:ea typeface="Times New Roman"/>
              <a:cs typeface="Times New Roman"/>
              <a:sym typeface="Times New Roman"/>
            </a:endParaRPr>
          </a:p>
          <a:p>
            <a:pPr indent="0" lvl="0" marL="0" rtl="0" algn="l">
              <a:lnSpc>
                <a:spcPct val="80000"/>
              </a:lnSpc>
              <a:spcBef>
                <a:spcPts val="1200"/>
              </a:spcBef>
              <a:spcAft>
                <a:spcPts val="0"/>
              </a:spcAft>
              <a:buClr>
                <a:schemeClr val="lt1"/>
              </a:buClr>
              <a:buSzPts val="1100"/>
              <a:buFont typeface="Arial"/>
              <a:buNone/>
            </a:pPr>
            <a:r>
              <a:rPr b="1" lang="en" sz="1100">
                <a:latin typeface="Times New Roman"/>
                <a:ea typeface="Times New Roman"/>
                <a:cs typeface="Times New Roman"/>
                <a:sym typeface="Times New Roman"/>
              </a:rPr>
              <a:t>Motivation: </a:t>
            </a:r>
            <a:r>
              <a:rPr lang="en" sz="1100">
                <a:latin typeface="Times New Roman"/>
                <a:ea typeface="Times New Roman"/>
                <a:cs typeface="Times New Roman"/>
                <a:sym typeface="Times New Roman"/>
              </a:rPr>
              <a:t>Reduce confusion between Healthy and Powdery classes.</a:t>
            </a:r>
            <a:br>
              <a:rPr b="1" lang="en" sz="1100">
                <a:latin typeface="Times New Roman"/>
                <a:ea typeface="Times New Roman"/>
                <a:cs typeface="Times New Roman"/>
                <a:sym typeface="Times New Roman"/>
              </a:rPr>
            </a:br>
            <a:endParaRPr b="1" sz="1100">
              <a:latin typeface="Times New Roman"/>
              <a:ea typeface="Times New Roman"/>
              <a:cs typeface="Times New Roman"/>
              <a:sym typeface="Times New Roman"/>
            </a:endParaRPr>
          </a:p>
          <a:p>
            <a:pPr indent="0" lvl="0" marL="0" rtl="0" algn="l">
              <a:lnSpc>
                <a:spcPct val="80000"/>
              </a:lnSpc>
              <a:spcBef>
                <a:spcPts val="200"/>
              </a:spcBef>
              <a:spcAft>
                <a:spcPts val="0"/>
              </a:spcAft>
              <a:buNone/>
            </a:pPr>
            <a:r>
              <a:rPr b="1" lang="en" sz="1100">
                <a:latin typeface="Times New Roman"/>
                <a:ea typeface="Times New Roman"/>
                <a:cs typeface="Times New Roman"/>
                <a:sym typeface="Times New Roman"/>
              </a:rPr>
              <a:t>Improvements:</a:t>
            </a:r>
            <a:endParaRPr b="1" sz="1100">
              <a:latin typeface="Times New Roman"/>
              <a:ea typeface="Times New Roman"/>
              <a:cs typeface="Times New Roman"/>
              <a:sym typeface="Times New Roman"/>
            </a:endParaRPr>
          </a:p>
          <a:p>
            <a:pPr indent="-298450" lvl="0" marL="457200" rtl="0" algn="l">
              <a:lnSpc>
                <a:spcPct val="80000"/>
              </a:lnSpc>
              <a:spcBef>
                <a:spcPts val="200"/>
              </a:spcBef>
              <a:spcAft>
                <a:spcPts val="0"/>
              </a:spcAft>
              <a:buSzPts val="1100"/>
              <a:buFont typeface="Times New Roman"/>
              <a:buChar char="-"/>
            </a:pPr>
            <a:r>
              <a:rPr lang="en" sz="1100">
                <a:latin typeface="Times New Roman"/>
                <a:ea typeface="Times New Roman"/>
                <a:cs typeface="Times New Roman"/>
                <a:sym typeface="Times New Roman"/>
              </a:rPr>
              <a:t>Increased depth</a:t>
            </a:r>
            <a:endParaRPr sz="1100">
              <a:latin typeface="Times New Roman"/>
              <a:ea typeface="Times New Roman"/>
              <a:cs typeface="Times New Roman"/>
              <a:sym typeface="Times New Roman"/>
            </a:endParaRPr>
          </a:p>
          <a:p>
            <a:pPr indent="-298450" lvl="0" marL="457200" rtl="0" algn="l">
              <a:lnSpc>
                <a:spcPct val="80000"/>
              </a:lnSpc>
              <a:spcBef>
                <a:spcPts val="0"/>
              </a:spcBef>
              <a:spcAft>
                <a:spcPts val="0"/>
              </a:spcAft>
              <a:buSzPts val="1100"/>
              <a:buFont typeface="Times New Roman"/>
              <a:buChar char="-"/>
            </a:pPr>
            <a:r>
              <a:rPr lang="en" sz="1100">
                <a:latin typeface="Times New Roman"/>
                <a:ea typeface="Times New Roman"/>
                <a:cs typeface="Times New Roman"/>
                <a:sym typeface="Times New Roman"/>
              </a:rPr>
              <a:t>Batch normalization to stabilize training</a:t>
            </a:r>
            <a:endParaRPr sz="1100">
              <a:latin typeface="Times New Roman"/>
              <a:ea typeface="Times New Roman"/>
              <a:cs typeface="Times New Roman"/>
              <a:sym typeface="Times New Roman"/>
            </a:endParaRPr>
          </a:p>
          <a:p>
            <a:pPr indent="-298450" lvl="0" marL="457200" rtl="0" algn="l">
              <a:lnSpc>
                <a:spcPct val="80000"/>
              </a:lnSpc>
              <a:spcBef>
                <a:spcPts val="0"/>
              </a:spcBef>
              <a:spcAft>
                <a:spcPts val="0"/>
              </a:spcAft>
              <a:buSzPts val="1100"/>
              <a:buFont typeface="Times New Roman"/>
              <a:buChar char="-"/>
            </a:pPr>
            <a:r>
              <a:rPr lang="en" sz="1100">
                <a:latin typeface="Times New Roman"/>
                <a:ea typeface="Times New Roman"/>
                <a:cs typeface="Times New Roman"/>
                <a:sym typeface="Times New Roman"/>
              </a:rPr>
              <a:t>Stronger regularization</a:t>
            </a:r>
            <a:endParaRPr sz="1100">
              <a:latin typeface="Times New Roman"/>
              <a:ea typeface="Times New Roman"/>
              <a:cs typeface="Times New Roman"/>
              <a:sym typeface="Times New Roman"/>
            </a:endParaRPr>
          </a:p>
          <a:p>
            <a:pPr indent="-298450" lvl="0" marL="457200" rtl="0" algn="l">
              <a:lnSpc>
                <a:spcPct val="80000"/>
              </a:lnSpc>
              <a:spcBef>
                <a:spcPts val="0"/>
              </a:spcBef>
              <a:spcAft>
                <a:spcPts val="0"/>
              </a:spcAft>
              <a:buSzPts val="1100"/>
              <a:buFont typeface="Times New Roman"/>
              <a:buChar char="-"/>
            </a:pPr>
            <a:r>
              <a:rPr lang="en" sz="1100">
                <a:latin typeface="Times New Roman"/>
                <a:ea typeface="Times New Roman"/>
                <a:cs typeface="Times New Roman"/>
                <a:sym typeface="Times New Roman"/>
              </a:rPr>
              <a:t>Trained for more epochs with early stopping.</a:t>
            </a:r>
            <a:br>
              <a:rPr lang="en" sz="1100">
                <a:latin typeface="Times New Roman"/>
                <a:ea typeface="Times New Roman"/>
                <a:cs typeface="Times New Roman"/>
                <a:sym typeface="Times New Roman"/>
              </a:rPr>
            </a:br>
            <a:endParaRPr sz="1100">
              <a:latin typeface="Times New Roman"/>
              <a:ea typeface="Times New Roman"/>
              <a:cs typeface="Times New Roman"/>
              <a:sym typeface="Times New Roman"/>
            </a:endParaRPr>
          </a:p>
          <a:p>
            <a:pPr indent="0" lvl="0" marL="0" rtl="0" algn="l">
              <a:lnSpc>
                <a:spcPct val="80000"/>
              </a:lnSpc>
              <a:spcBef>
                <a:spcPts val="200"/>
              </a:spcBef>
              <a:spcAft>
                <a:spcPts val="0"/>
              </a:spcAft>
              <a:buNone/>
            </a:pPr>
            <a:r>
              <a:rPr b="1" lang="en" sz="1100">
                <a:latin typeface="Times New Roman"/>
                <a:ea typeface="Times New Roman"/>
                <a:cs typeface="Times New Roman"/>
                <a:sym typeface="Times New Roman"/>
              </a:rPr>
              <a:t>Results:</a:t>
            </a:r>
            <a:endParaRPr b="1" sz="1100">
              <a:latin typeface="Times New Roman"/>
              <a:ea typeface="Times New Roman"/>
              <a:cs typeface="Times New Roman"/>
              <a:sym typeface="Times New Roman"/>
            </a:endParaRPr>
          </a:p>
          <a:p>
            <a:pPr indent="-298450" lvl="0" marL="457200" rtl="0" algn="l">
              <a:lnSpc>
                <a:spcPct val="80000"/>
              </a:lnSpc>
              <a:spcBef>
                <a:spcPts val="200"/>
              </a:spcBef>
              <a:spcAft>
                <a:spcPts val="0"/>
              </a:spcAft>
              <a:buSzPts val="1100"/>
              <a:buFont typeface="Times New Roman"/>
              <a:buChar char="-"/>
            </a:pPr>
            <a:r>
              <a:rPr lang="en" sz="1100">
                <a:latin typeface="Times New Roman"/>
                <a:ea typeface="Times New Roman"/>
                <a:cs typeface="Times New Roman"/>
                <a:sym typeface="Times New Roman"/>
              </a:rPr>
              <a:t>Comparable accuracy to baseline CNN</a:t>
            </a:r>
            <a:endParaRPr sz="1100">
              <a:latin typeface="Times New Roman"/>
              <a:ea typeface="Times New Roman"/>
              <a:cs typeface="Times New Roman"/>
              <a:sym typeface="Times New Roman"/>
            </a:endParaRPr>
          </a:p>
          <a:p>
            <a:pPr indent="-298450" lvl="0" marL="457200" rtl="0" algn="l">
              <a:lnSpc>
                <a:spcPct val="80000"/>
              </a:lnSpc>
              <a:spcBef>
                <a:spcPts val="0"/>
              </a:spcBef>
              <a:spcAft>
                <a:spcPts val="0"/>
              </a:spcAft>
              <a:buSzPts val="1100"/>
              <a:buFont typeface="Times New Roman"/>
              <a:buChar char="-"/>
            </a:pPr>
            <a:r>
              <a:rPr lang="en" sz="1100">
                <a:latin typeface="Times New Roman"/>
                <a:ea typeface="Times New Roman"/>
                <a:cs typeface="Times New Roman"/>
                <a:sym typeface="Times New Roman"/>
              </a:rPr>
              <a:t>Still struggled with Powdery vs Healthy</a:t>
            </a:r>
            <a:endParaRPr sz="1100">
              <a:latin typeface="Times New Roman"/>
              <a:ea typeface="Times New Roman"/>
              <a:cs typeface="Times New Roman"/>
              <a:sym typeface="Times New Roman"/>
            </a:endParaRPr>
          </a:p>
          <a:p>
            <a:pPr indent="0" lvl="0" marL="0" rtl="0" algn="l">
              <a:lnSpc>
                <a:spcPct val="80000"/>
              </a:lnSpc>
              <a:spcBef>
                <a:spcPts val="200"/>
              </a:spcBef>
              <a:spcAft>
                <a:spcPts val="0"/>
              </a:spcAft>
              <a:buNone/>
            </a:pPr>
            <a:r>
              <a:t/>
            </a:r>
            <a:endParaRPr sz="1100">
              <a:latin typeface="Times New Roman"/>
              <a:ea typeface="Times New Roman"/>
              <a:cs typeface="Times New Roman"/>
              <a:sym typeface="Times New Roman"/>
            </a:endParaRPr>
          </a:p>
          <a:p>
            <a:pPr indent="0" lvl="0" marL="0" rtl="0" algn="l">
              <a:lnSpc>
                <a:spcPct val="80000"/>
              </a:lnSpc>
              <a:spcBef>
                <a:spcPts val="200"/>
              </a:spcBef>
              <a:spcAft>
                <a:spcPts val="0"/>
              </a:spcAft>
              <a:buNone/>
            </a:pPr>
            <a:r>
              <a:rPr b="1" lang="en" sz="1100">
                <a:latin typeface="Times New Roman"/>
                <a:ea typeface="Times New Roman"/>
                <a:cs typeface="Times New Roman"/>
                <a:sym typeface="Times New Roman"/>
              </a:rPr>
              <a:t>Insight: </a:t>
            </a:r>
            <a:r>
              <a:rPr lang="en" sz="1100">
                <a:latin typeface="Times New Roman"/>
                <a:ea typeface="Times New Roman"/>
                <a:cs typeface="Times New Roman"/>
                <a:sym typeface="Times New Roman"/>
              </a:rPr>
              <a:t>Model capacity alone cannot overcome limited data and subtle visual cues</a:t>
            </a:r>
            <a:endParaRPr sz="1100">
              <a:latin typeface="Times New Roman"/>
              <a:ea typeface="Times New Roman"/>
              <a:cs typeface="Times New Roman"/>
              <a:sym typeface="Times New Roman"/>
            </a:endParaRPr>
          </a:p>
          <a:p>
            <a:pPr indent="0" lvl="0" marL="0" rtl="0" algn="l">
              <a:lnSpc>
                <a:spcPct val="80000"/>
              </a:lnSpc>
              <a:spcBef>
                <a:spcPts val="200"/>
              </a:spcBef>
              <a:spcAft>
                <a:spcPts val="0"/>
              </a:spcAft>
              <a:buNone/>
            </a:pPr>
            <a:r>
              <a:t/>
            </a:r>
            <a:endParaRPr b="1" sz="1100">
              <a:latin typeface="Times New Roman"/>
              <a:ea typeface="Times New Roman"/>
              <a:cs typeface="Times New Roman"/>
              <a:sym typeface="Times New Roman"/>
            </a:endParaRPr>
          </a:p>
          <a:p>
            <a:pPr indent="0" lvl="0" marL="0" rtl="0" algn="l">
              <a:lnSpc>
                <a:spcPct val="80000"/>
              </a:lnSpc>
              <a:spcBef>
                <a:spcPts val="200"/>
              </a:spcBef>
              <a:spcAft>
                <a:spcPts val="20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5" name="Shape 915"/>
        <p:cNvGrpSpPr/>
        <p:nvPr/>
      </p:nvGrpSpPr>
      <p:grpSpPr>
        <a:xfrm>
          <a:off x="0" y="0"/>
          <a:ext cx="0" cy="0"/>
          <a:chOff x="0" y="0"/>
          <a:chExt cx="0" cy="0"/>
        </a:xfrm>
      </p:grpSpPr>
      <p:sp>
        <p:nvSpPr>
          <p:cNvPr id="916" name="Google Shape;916;p96"/>
          <p:cNvSpPr txBox="1"/>
          <p:nvPr>
            <p:ph idx="3" type="title"/>
          </p:nvPr>
        </p:nvSpPr>
        <p:spPr>
          <a:xfrm>
            <a:off x="385500" y="519900"/>
            <a:ext cx="8279100" cy="4647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b="1" lang="en">
                <a:latin typeface="Times New Roman"/>
                <a:ea typeface="Times New Roman"/>
                <a:cs typeface="Times New Roman"/>
                <a:sym typeface="Times New Roman"/>
              </a:rPr>
              <a:t>Transfer Learning Overview &amp; Pre trained Models</a:t>
            </a:r>
            <a:endParaRPr b="1">
              <a:latin typeface="Times New Roman"/>
              <a:ea typeface="Times New Roman"/>
              <a:cs typeface="Times New Roman"/>
              <a:sym typeface="Times New Roman"/>
            </a:endParaRPr>
          </a:p>
        </p:txBody>
      </p:sp>
      <p:sp>
        <p:nvSpPr>
          <p:cNvPr id="917" name="Google Shape;917;p96"/>
          <p:cNvSpPr txBox="1"/>
          <p:nvPr>
            <p:ph idx="1" type="body"/>
          </p:nvPr>
        </p:nvSpPr>
        <p:spPr>
          <a:xfrm>
            <a:off x="385500" y="1172075"/>
            <a:ext cx="8279100" cy="3560400"/>
          </a:xfrm>
          <a:prstGeom prst="rect">
            <a:avLst/>
          </a:prstGeom>
        </p:spPr>
        <p:txBody>
          <a:bodyPr anchorCtr="0" anchor="t" bIns="0" lIns="0" spcFirstLastPara="1" rIns="0" wrap="square" tIns="0">
            <a:noAutofit/>
          </a:bodyPr>
          <a:lstStyle/>
          <a:p>
            <a:pPr indent="0" lvl="0" marL="0" rtl="0" algn="l">
              <a:lnSpc>
                <a:spcPct val="115000"/>
              </a:lnSpc>
              <a:spcBef>
                <a:spcPts val="1200"/>
              </a:spcBef>
              <a:spcAft>
                <a:spcPts val="0"/>
              </a:spcAft>
              <a:buClr>
                <a:schemeClr val="lt1"/>
              </a:buClr>
              <a:buSzPts val="1100"/>
              <a:buFont typeface="Arial"/>
              <a:buNone/>
            </a:pPr>
            <a:r>
              <a:rPr lang="en" sz="1100">
                <a:latin typeface="Times New Roman"/>
                <a:ea typeface="Times New Roman"/>
                <a:cs typeface="Times New Roman"/>
                <a:sym typeface="Times New Roman"/>
              </a:rPr>
              <a:t>To overcome data limitations, transfer learning was employed using deep neural networks pretrained on ImageNet. Pretrained models provide strong low-level and mid-level visual features such as edges, textures, and shapes, which are transferable to plant disease images.</a:t>
            </a:r>
            <a:endParaRPr sz="1100">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lang="en" sz="1100">
                <a:latin typeface="Times New Roman"/>
                <a:ea typeface="Times New Roman"/>
                <a:cs typeface="Times New Roman"/>
                <a:sym typeface="Times New Roman"/>
              </a:rPr>
              <a:t>A two-stage training strategy was used:</a:t>
            </a:r>
            <a:endParaRPr sz="1100">
              <a:latin typeface="Times New Roman"/>
              <a:ea typeface="Times New Roman"/>
              <a:cs typeface="Times New Roman"/>
              <a:sym typeface="Times New Roman"/>
            </a:endParaRPr>
          </a:p>
          <a:p>
            <a:pPr indent="-298450" lvl="0" marL="457200" rtl="0" algn="l">
              <a:lnSpc>
                <a:spcPct val="115000"/>
              </a:lnSpc>
              <a:spcBef>
                <a:spcPts val="1200"/>
              </a:spcBef>
              <a:spcAft>
                <a:spcPts val="0"/>
              </a:spcAft>
              <a:buSzPts val="1100"/>
              <a:buFont typeface="Times New Roman"/>
              <a:buChar char="-"/>
            </a:pPr>
            <a:r>
              <a:rPr lang="en" sz="1100">
                <a:latin typeface="Times New Roman"/>
                <a:ea typeface="Times New Roman"/>
                <a:cs typeface="Times New Roman"/>
                <a:sym typeface="Times New Roman"/>
              </a:rPr>
              <a:t>Frozen backbone training, where only the classification head is trained</a:t>
            </a:r>
            <a:endParaRPr sz="1100">
              <a:latin typeface="Times New Roman"/>
              <a:ea typeface="Times New Roman"/>
              <a:cs typeface="Times New Roman"/>
              <a:sym typeface="Times New Roman"/>
            </a:endParaRPr>
          </a:p>
          <a:p>
            <a:pPr indent="-298450" lvl="0" marL="457200" rtl="0" algn="l">
              <a:lnSpc>
                <a:spcPct val="115000"/>
              </a:lnSpc>
              <a:spcBef>
                <a:spcPts val="0"/>
              </a:spcBef>
              <a:spcAft>
                <a:spcPts val="0"/>
              </a:spcAft>
              <a:buSzPts val="1100"/>
              <a:buFont typeface="Times New Roman"/>
              <a:buChar char="-"/>
            </a:pPr>
            <a:r>
              <a:rPr lang="en" sz="1100">
                <a:latin typeface="Times New Roman"/>
                <a:ea typeface="Times New Roman"/>
                <a:cs typeface="Times New Roman"/>
                <a:sym typeface="Times New Roman"/>
              </a:rPr>
              <a:t>Fine-tuning, where selected deeper layers are unfrozen with a low learning rate</a:t>
            </a:r>
            <a:endParaRPr sz="1100">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lt1"/>
              </a:buClr>
              <a:buSzPts val="1100"/>
              <a:buFont typeface="Arial"/>
              <a:buNone/>
            </a:pPr>
            <a:r>
              <a:rPr lang="en" sz="1100">
                <a:latin typeface="Times New Roman"/>
                <a:ea typeface="Times New Roman"/>
                <a:cs typeface="Times New Roman"/>
                <a:sym typeface="Times New Roman"/>
              </a:rPr>
              <a:t>This approach improves convergence speed and generalization while reducing overfitting risk.</a:t>
            </a:r>
            <a:endParaRPr sz="1100">
              <a:latin typeface="Times New Roman"/>
              <a:ea typeface="Times New Roman"/>
              <a:cs typeface="Times New Roman"/>
              <a:sym typeface="Times New Roman"/>
            </a:endParaRPr>
          </a:p>
          <a:p>
            <a:pPr indent="0" lvl="0" marL="0" rtl="0" algn="l">
              <a:lnSpc>
                <a:spcPct val="80000"/>
              </a:lnSpc>
              <a:spcBef>
                <a:spcPts val="1200"/>
              </a:spcBef>
              <a:spcAft>
                <a:spcPts val="0"/>
              </a:spcAft>
              <a:buNone/>
            </a:pPr>
            <a:r>
              <a:rPr lang="en" sz="1100">
                <a:latin typeface="Times New Roman"/>
                <a:ea typeface="Times New Roman"/>
                <a:cs typeface="Times New Roman"/>
                <a:sym typeface="Times New Roman"/>
              </a:rPr>
              <a:t>Three pretrained architectures were evaluated to capture different design philosophies: </a:t>
            </a:r>
            <a:endParaRPr sz="1100">
              <a:latin typeface="Times New Roman"/>
              <a:ea typeface="Times New Roman"/>
              <a:cs typeface="Times New Roman"/>
              <a:sym typeface="Times New Roman"/>
            </a:endParaRPr>
          </a:p>
          <a:p>
            <a:pPr indent="0" lvl="0" marL="0" rtl="0" algn="l">
              <a:lnSpc>
                <a:spcPct val="80000"/>
              </a:lnSpc>
              <a:spcBef>
                <a:spcPts val="200"/>
              </a:spcBef>
              <a:spcAft>
                <a:spcPts val="0"/>
              </a:spcAft>
              <a:buNone/>
            </a:pPr>
            <a:r>
              <a:t/>
            </a:r>
            <a:endParaRPr sz="1100">
              <a:latin typeface="Times New Roman"/>
              <a:ea typeface="Times New Roman"/>
              <a:cs typeface="Times New Roman"/>
              <a:sym typeface="Times New Roman"/>
            </a:endParaRPr>
          </a:p>
          <a:p>
            <a:pPr indent="-298450" lvl="0" marL="457200" rtl="0" algn="l">
              <a:lnSpc>
                <a:spcPct val="100000"/>
              </a:lnSpc>
              <a:spcBef>
                <a:spcPts val="400"/>
              </a:spcBef>
              <a:spcAft>
                <a:spcPts val="0"/>
              </a:spcAft>
              <a:buSzPts val="1100"/>
              <a:buFont typeface="Times New Roman"/>
              <a:buChar char="-"/>
            </a:pPr>
            <a:r>
              <a:rPr lang="en" sz="1100">
                <a:latin typeface="Times New Roman"/>
                <a:ea typeface="Times New Roman"/>
                <a:cs typeface="Times New Roman"/>
                <a:sym typeface="Times New Roman"/>
              </a:rPr>
              <a:t>VGG16 uses deep stacks of convolutional filters and is effective for texture-based tasks. </a:t>
            </a:r>
            <a:endParaRPr sz="1100">
              <a:latin typeface="Times New Roman"/>
              <a:ea typeface="Times New Roman"/>
              <a:cs typeface="Times New Roman"/>
              <a:sym typeface="Times New Roman"/>
            </a:endParaRPr>
          </a:p>
          <a:p>
            <a:pPr indent="-298450" lvl="0" marL="457200" rtl="0" algn="l">
              <a:lnSpc>
                <a:spcPct val="100000"/>
              </a:lnSpc>
              <a:spcBef>
                <a:spcPts val="400"/>
              </a:spcBef>
              <a:spcAft>
                <a:spcPts val="0"/>
              </a:spcAft>
              <a:buSzPts val="1100"/>
              <a:buFont typeface="Times New Roman"/>
              <a:buChar char="-"/>
            </a:pPr>
            <a:r>
              <a:rPr lang="en" sz="1100">
                <a:latin typeface="Times New Roman"/>
                <a:ea typeface="Times New Roman"/>
                <a:cs typeface="Times New Roman"/>
                <a:sym typeface="Times New Roman"/>
              </a:rPr>
              <a:t>ResNet50 employs residual connections that enable stable training of deeper networks. </a:t>
            </a:r>
            <a:endParaRPr sz="1100">
              <a:latin typeface="Times New Roman"/>
              <a:ea typeface="Times New Roman"/>
              <a:cs typeface="Times New Roman"/>
              <a:sym typeface="Times New Roman"/>
            </a:endParaRPr>
          </a:p>
          <a:p>
            <a:pPr indent="-298450" lvl="0" marL="457200" rtl="0" algn="l">
              <a:lnSpc>
                <a:spcPct val="100000"/>
              </a:lnSpc>
              <a:spcBef>
                <a:spcPts val="400"/>
              </a:spcBef>
              <a:spcAft>
                <a:spcPts val="0"/>
              </a:spcAft>
              <a:buSzPts val="1100"/>
              <a:buFont typeface="Times New Roman"/>
              <a:buChar char="-"/>
            </a:pPr>
            <a:r>
              <a:rPr lang="en" sz="1100">
                <a:latin typeface="Times New Roman"/>
                <a:ea typeface="Times New Roman"/>
                <a:cs typeface="Times New Roman"/>
                <a:sym typeface="Times New Roman"/>
              </a:rPr>
              <a:t>EfficientNetB0 balances depth, width, and resolution, achieving strong performance with fewer parameters.</a:t>
            </a:r>
            <a:endParaRPr>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1" name="Shape 921"/>
        <p:cNvGrpSpPr/>
        <p:nvPr/>
      </p:nvGrpSpPr>
      <p:grpSpPr>
        <a:xfrm>
          <a:off x="0" y="0"/>
          <a:ext cx="0" cy="0"/>
          <a:chOff x="0" y="0"/>
          <a:chExt cx="0" cy="0"/>
        </a:xfrm>
      </p:grpSpPr>
      <p:sp>
        <p:nvSpPr>
          <p:cNvPr id="922" name="Google Shape;922;p97"/>
          <p:cNvSpPr txBox="1"/>
          <p:nvPr>
            <p:ph idx="3" type="title"/>
          </p:nvPr>
        </p:nvSpPr>
        <p:spPr>
          <a:xfrm>
            <a:off x="385500" y="519900"/>
            <a:ext cx="8279100" cy="4647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b="1" lang="en">
                <a:latin typeface="Times New Roman"/>
                <a:ea typeface="Times New Roman"/>
                <a:cs typeface="Times New Roman"/>
                <a:sym typeface="Times New Roman"/>
              </a:rPr>
              <a:t>Results</a:t>
            </a:r>
            <a:endParaRPr b="1">
              <a:latin typeface="Times New Roman"/>
              <a:ea typeface="Times New Roman"/>
              <a:cs typeface="Times New Roman"/>
              <a:sym typeface="Times New Roman"/>
            </a:endParaRPr>
          </a:p>
        </p:txBody>
      </p:sp>
      <p:sp>
        <p:nvSpPr>
          <p:cNvPr id="923" name="Google Shape;923;p97"/>
          <p:cNvSpPr txBox="1"/>
          <p:nvPr>
            <p:ph idx="1" type="body"/>
          </p:nvPr>
        </p:nvSpPr>
        <p:spPr>
          <a:xfrm>
            <a:off x="385500" y="1151375"/>
            <a:ext cx="8279100" cy="3560400"/>
          </a:xfrm>
          <a:prstGeom prst="rect">
            <a:avLst/>
          </a:prstGeom>
        </p:spPr>
        <p:txBody>
          <a:bodyPr anchorCtr="0" anchor="t" bIns="0" lIns="0" spcFirstLastPara="1" rIns="0" wrap="square" tIns="0">
            <a:noAutofit/>
          </a:bodyPr>
          <a:lstStyle/>
          <a:p>
            <a:pPr indent="0" lvl="0" marL="0" rtl="0" algn="l">
              <a:lnSpc>
                <a:spcPct val="115000"/>
              </a:lnSpc>
              <a:spcBef>
                <a:spcPts val="1200"/>
              </a:spcBef>
              <a:spcAft>
                <a:spcPts val="0"/>
              </a:spcAft>
              <a:buClr>
                <a:schemeClr val="lt1"/>
              </a:buClr>
              <a:buSzPts val="1100"/>
              <a:buFont typeface="Arial"/>
              <a:buNone/>
            </a:pPr>
            <a:r>
              <a:rPr lang="en"/>
              <a:t>CNN models achieved reasonably high test accuracy but exhibited unstable validation behavior and frequent confusion between Healthy and Powdery classes. In contrast, transfer learning models converged faster and showed smoother validation curves.</a:t>
            </a:r>
            <a:endParaRPr/>
          </a:p>
          <a:p>
            <a:pPr indent="0" lvl="0" marL="0" rtl="0" algn="l">
              <a:lnSpc>
                <a:spcPct val="115000"/>
              </a:lnSpc>
              <a:spcBef>
                <a:spcPts val="1200"/>
              </a:spcBef>
              <a:spcAft>
                <a:spcPts val="0"/>
              </a:spcAft>
              <a:buClr>
                <a:schemeClr val="lt1"/>
              </a:buClr>
              <a:buSzPts val="1100"/>
              <a:buFont typeface="Arial"/>
              <a:buNone/>
            </a:pPr>
            <a:r>
              <a:rPr lang="en"/>
              <a:t>Fine-tuned VGG16 and ResNet50 achieved the highest test accuracy, while EfficientNetB0 provided strong and stable performance with fewer parameters. Confusion matrix analysis showed that transfer learning significantly reduced misclassification between visually similar classes, while Rust was consistently classified correctly.</a:t>
            </a:r>
            <a:endParaRPr/>
          </a:p>
          <a:p>
            <a:pPr indent="0" lvl="0" marL="0" rtl="0" algn="l">
              <a:lnSpc>
                <a:spcPct val="80000"/>
              </a:lnSpc>
              <a:spcBef>
                <a:spcPts val="1200"/>
              </a:spcBef>
              <a:spcAft>
                <a:spcPts val="200"/>
              </a:spcAft>
              <a:buNone/>
            </a:pPr>
            <a:r>
              <a:t/>
            </a:r>
            <a:endParaRPr/>
          </a:p>
        </p:txBody>
      </p:sp>
      <p:pic>
        <p:nvPicPr>
          <p:cNvPr id="924" name="Google Shape;924;p97"/>
          <p:cNvPicPr preferRelativeResize="0"/>
          <p:nvPr/>
        </p:nvPicPr>
        <p:blipFill>
          <a:blip r:embed="rId3">
            <a:alphaModFix/>
          </a:blip>
          <a:stretch>
            <a:fillRect/>
          </a:stretch>
        </p:blipFill>
        <p:spPr>
          <a:xfrm>
            <a:off x="2244452" y="2345200"/>
            <a:ext cx="4316549" cy="23665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8" name="Shape 928"/>
        <p:cNvGrpSpPr/>
        <p:nvPr/>
      </p:nvGrpSpPr>
      <p:grpSpPr>
        <a:xfrm>
          <a:off x="0" y="0"/>
          <a:ext cx="0" cy="0"/>
          <a:chOff x="0" y="0"/>
          <a:chExt cx="0" cy="0"/>
        </a:xfrm>
      </p:grpSpPr>
      <p:sp>
        <p:nvSpPr>
          <p:cNvPr id="929" name="Google Shape;929;p98"/>
          <p:cNvSpPr txBox="1"/>
          <p:nvPr>
            <p:ph idx="3" type="title"/>
          </p:nvPr>
        </p:nvSpPr>
        <p:spPr>
          <a:xfrm>
            <a:off x="385500" y="519900"/>
            <a:ext cx="8279100" cy="4647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b="1" lang="en">
                <a:latin typeface="Times New Roman"/>
                <a:ea typeface="Times New Roman"/>
                <a:cs typeface="Times New Roman"/>
                <a:sym typeface="Times New Roman"/>
              </a:rPr>
              <a:t>Results 2</a:t>
            </a:r>
            <a:endParaRPr b="1">
              <a:latin typeface="Times New Roman"/>
              <a:ea typeface="Times New Roman"/>
              <a:cs typeface="Times New Roman"/>
              <a:sym typeface="Times New Roman"/>
            </a:endParaRPr>
          </a:p>
        </p:txBody>
      </p:sp>
      <p:sp>
        <p:nvSpPr>
          <p:cNvPr id="930" name="Google Shape;930;p98"/>
          <p:cNvSpPr txBox="1"/>
          <p:nvPr>
            <p:ph idx="1" type="body"/>
          </p:nvPr>
        </p:nvSpPr>
        <p:spPr>
          <a:xfrm>
            <a:off x="385500" y="1172075"/>
            <a:ext cx="8279100" cy="3560400"/>
          </a:xfrm>
          <a:prstGeom prst="rect">
            <a:avLst/>
          </a:prstGeom>
        </p:spPr>
        <p:txBody>
          <a:bodyPr anchorCtr="0" anchor="t" bIns="0" lIns="0" spcFirstLastPara="1" rIns="0" wrap="square" tIns="0">
            <a:noAutofit/>
          </a:bodyPr>
          <a:lstStyle/>
          <a:p>
            <a:pPr indent="-298450" lvl="0" marL="457200" rtl="0" algn="l">
              <a:lnSpc>
                <a:spcPct val="80000"/>
              </a:lnSpc>
              <a:spcBef>
                <a:spcPts val="200"/>
              </a:spcBef>
              <a:spcAft>
                <a:spcPts val="0"/>
              </a:spcAft>
              <a:buSzPts val="1100"/>
              <a:buFont typeface="Times New Roman"/>
              <a:buChar char="●"/>
            </a:pPr>
            <a:r>
              <a:t/>
            </a:r>
            <a:endParaRPr sz="1100">
              <a:latin typeface="Times New Roman"/>
              <a:ea typeface="Times New Roman"/>
              <a:cs typeface="Times New Roman"/>
              <a:sym typeface="Times New Roman"/>
            </a:endParaRPr>
          </a:p>
          <a:p>
            <a:pPr indent="0" lvl="0" marL="0" rtl="0" algn="l">
              <a:lnSpc>
                <a:spcPct val="80000"/>
              </a:lnSpc>
              <a:spcBef>
                <a:spcPts val="200"/>
              </a:spcBef>
              <a:spcAft>
                <a:spcPts val="200"/>
              </a:spcAft>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4" name="Shape 934"/>
        <p:cNvGrpSpPr/>
        <p:nvPr/>
      </p:nvGrpSpPr>
      <p:grpSpPr>
        <a:xfrm>
          <a:off x="0" y="0"/>
          <a:ext cx="0" cy="0"/>
          <a:chOff x="0" y="0"/>
          <a:chExt cx="0" cy="0"/>
        </a:xfrm>
      </p:grpSpPr>
      <p:sp>
        <p:nvSpPr>
          <p:cNvPr id="935" name="Google Shape;935;p99"/>
          <p:cNvSpPr txBox="1"/>
          <p:nvPr>
            <p:ph idx="3" type="title"/>
          </p:nvPr>
        </p:nvSpPr>
        <p:spPr>
          <a:xfrm>
            <a:off x="385500" y="519900"/>
            <a:ext cx="8279100" cy="464700"/>
          </a:xfrm>
          <a:prstGeom prst="rect">
            <a:avLst/>
          </a:prstGeom>
        </p:spPr>
        <p:txBody>
          <a:bodyPr anchorCtr="0" anchor="t" bIns="0" lIns="0" spcFirstLastPara="1" rIns="0" wrap="square" tIns="0">
            <a:noAutofit/>
          </a:bodyPr>
          <a:lstStyle/>
          <a:p>
            <a:pPr indent="0" lvl="0" marL="0" rtl="0" algn="ctr">
              <a:spcBef>
                <a:spcPts val="0"/>
              </a:spcBef>
              <a:spcAft>
                <a:spcPts val="0"/>
              </a:spcAft>
              <a:buClr>
                <a:schemeClr val="lt1"/>
              </a:buClr>
              <a:buSzPts val="1100"/>
              <a:buFont typeface="Arial"/>
              <a:buNone/>
            </a:pPr>
            <a:r>
              <a:rPr b="1" lang="en">
                <a:latin typeface="Times New Roman"/>
                <a:ea typeface="Times New Roman"/>
                <a:cs typeface="Times New Roman"/>
                <a:sym typeface="Times New Roman"/>
              </a:rPr>
              <a:t>Challenges &amp; Limitations</a:t>
            </a:r>
            <a:endParaRPr b="1">
              <a:latin typeface="Times New Roman"/>
              <a:ea typeface="Times New Roman"/>
              <a:cs typeface="Times New Roman"/>
              <a:sym typeface="Times New Roman"/>
            </a:endParaRPr>
          </a:p>
          <a:p>
            <a:pPr indent="0" lvl="0" marL="0" rtl="0" algn="ctr">
              <a:spcBef>
                <a:spcPts val="0"/>
              </a:spcBef>
              <a:spcAft>
                <a:spcPts val="0"/>
              </a:spcAft>
              <a:buNone/>
            </a:pPr>
            <a:r>
              <a:t/>
            </a:r>
            <a:endParaRPr b="1">
              <a:latin typeface="Times New Roman"/>
              <a:ea typeface="Times New Roman"/>
              <a:cs typeface="Times New Roman"/>
              <a:sym typeface="Times New Roman"/>
            </a:endParaRPr>
          </a:p>
        </p:txBody>
      </p:sp>
      <p:sp>
        <p:nvSpPr>
          <p:cNvPr id="936" name="Google Shape;936;p99"/>
          <p:cNvSpPr txBox="1"/>
          <p:nvPr>
            <p:ph idx="1" type="body"/>
          </p:nvPr>
        </p:nvSpPr>
        <p:spPr>
          <a:xfrm>
            <a:off x="385500" y="1172075"/>
            <a:ext cx="8279100" cy="3560400"/>
          </a:xfrm>
          <a:prstGeom prst="rect">
            <a:avLst/>
          </a:prstGeom>
        </p:spPr>
        <p:txBody>
          <a:bodyPr anchorCtr="0" anchor="t" bIns="0" lIns="0" spcFirstLastPara="1" rIns="0" wrap="square" tIns="0">
            <a:noAutofit/>
          </a:bodyPr>
          <a:lstStyle/>
          <a:p>
            <a:pPr indent="0" lvl="0" marL="0" rtl="0" algn="l">
              <a:lnSpc>
                <a:spcPct val="115000"/>
              </a:lnSpc>
              <a:spcBef>
                <a:spcPts val="1200"/>
              </a:spcBef>
              <a:spcAft>
                <a:spcPts val="0"/>
              </a:spcAft>
              <a:buClr>
                <a:schemeClr val="lt1"/>
              </a:buClr>
              <a:buSzPts val="1100"/>
              <a:buFont typeface="Arial"/>
              <a:buNone/>
            </a:pPr>
            <a:r>
              <a:rPr lang="en" sz="1100">
                <a:latin typeface="Times New Roman"/>
                <a:ea typeface="Times New Roman"/>
                <a:cs typeface="Times New Roman"/>
                <a:sym typeface="Times New Roman"/>
              </a:rPr>
              <a:t>The primary limitation of this project is the small validation dataset, which led to noisy validation metrics and sensitivity to individual samples. Subtle visual differences between Healthy and Powdery leaves further increased classification difficulty. Background clutter and lighting variations also introduced noise that affected scratch CNN performance.</a:t>
            </a:r>
            <a:endParaRPr sz="1100">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lt1"/>
              </a:buClr>
              <a:buSzPts val="1100"/>
              <a:buFont typeface="Arial"/>
              <a:buNone/>
            </a:pPr>
            <a:r>
              <a:rPr lang="en" sz="1100">
                <a:latin typeface="Times New Roman"/>
                <a:ea typeface="Times New Roman"/>
                <a:cs typeface="Times New Roman"/>
                <a:sym typeface="Times New Roman"/>
              </a:rPr>
              <a:t>Additionally, pretrained models required careful hyperparameter tuning and higher computational cost, particularly during fine-tuning. These factors highlight the trade-offs between model complexity and dataset size.</a:t>
            </a:r>
            <a:endParaRPr sz="1100">
              <a:latin typeface="Times New Roman"/>
              <a:ea typeface="Times New Roman"/>
              <a:cs typeface="Times New Roman"/>
              <a:sym typeface="Times New Roman"/>
            </a:endParaRPr>
          </a:p>
          <a:p>
            <a:pPr indent="0" lvl="0" marL="0" rtl="0" algn="l">
              <a:lnSpc>
                <a:spcPct val="80000"/>
              </a:lnSpc>
              <a:spcBef>
                <a:spcPts val="1200"/>
              </a:spcBef>
              <a:spcAft>
                <a:spcPts val="0"/>
              </a:spcAft>
              <a:buNone/>
            </a:pPr>
            <a:r>
              <a:t/>
            </a:r>
            <a:endParaRPr sz="1100">
              <a:latin typeface="Times New Roman"/>
              <a:ea typeface="Times New Roman"/>
              <a:cs typeface="Times New Roman"/>
              <a:sym typeface="Times New Roman"/>
            </a:endParaRPr>
          </a:p>
          <a:p>
            <a:pPr indent="0" lvl="0" marL="0" rtl="0" algn="l">
              <a:lnSpc>
                <a:spcPct val="80000"/>
              </a:lnSpc>
              <a:spcBef>
                <a:spcPts val="200"/>
              </a:spcBef>
              <a:spcAft>
                <a:spcPts val="200"/>
              </a:spcAft>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0" name="Shape 940"/>
        <p:cNvGrpSpPr/>
        <p:nvPr/>
      </p:nvGrpSpPr>
      <p:grpSpPr>
        <a:xfrm>
          <a:off x="0" y="0"/>
          <a:ext cx="0" cy="0"/>
          <a:chOff x="0" y="0"/>
          <a:chExt cx="0" cy="0"/>
        </a:xfrm>
      </p:grpSpPr>
      <p:sp>
        <p:nvSpPr>
          <p:cNvPr id="941" name="Google Shape;941;p100"/>
          <p:cNvSpPr txBox="1"/>
          <p:nvPr>
            <p:ph idx="3" type="title"/>
          </p:nvPr>
        </p:nvSpPr>
        <p:spPr>
          <a:xfrm>
            <a:off x="385500" y="519900"/>
            <a:ext cx="8279100" cy="4647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b="1" lang="en">
                <a:latin typeface="Times New Roman"/>
                <a:ea typeface="Times New Roman"/>
                <a:cs typeface="Times New Roman"/>
                <a:sym typeface="Times New Roman"/>
              </a:rPr>
              <a:t>Conclusion</a:t>
            </a:r>
            <a:endParaRPr b="1">
              <a:latin typeface="Times New Roman"/>
              <a:ea typeface="Times New Roman"/>
              <a:cs typeface="Times New Roman"/>
              <a:sym typeface="Times New Roman"/>
            </a:endParaRPr>
          </a:p>
        </p:txBody>
      </p:sp>
      <p:sp>
        <p:nvSpPr>
          <p:cNvPr id="942" name="Google Shape;942;p100"/>
          <p:cNvSpPr txBox="1"/>
          <p:nvPr>
            <p:ph idx="1" type="body"/>
          </p:nvPr>
        </p:nvSpPr>
        <p:spPr>
          <a:xfrm>
            <a:off x="385500" y="1172075"/>
            <a:ext cx="8279100" cy="3560400"/>
          </a:xfrm>
          <a:prstGeom prst="rect">
            <a:avLst/>
          </a:prstGeom>
        </p:spPr>
        <p:txBody>
          <a:bodyPr anchorCtr="0" anchor="t" bIns="0" lIns="0" spcFirstLastPara="1" rIns="0" wrap="square" tIns="0">
            <a:noAutofit/>
          </a:bodyPr>
          <a:lstStyle/>
          <a:p>
            <a:pPr indent="-298450" lvl="0" marL="457200" rtl="0" algn="l">
              <a:lnSpc>
                <a:spcPct val="80000"/>
              </a:lnSpc>
              <a:spcBef>
                <a:spcPts val="200"/>
              </a:spcBef>
              <a:spcAft>
                <a:spcPts val="0"/>
              </a:spcAft>
              <a:buSzPts val="1100"/>
              <a:buFont typeface="Times New Roman"/>
              <a:buChar char="●"/>
            </a:pPr>
            <a:r>
              <a:t/>
            </a:r>
            <a:endParaRPr sz="1100">
              <a:latin typeface="Times New Roman"/>
              <a:ea typeface="Times New Roman"/>
              <a:cs typeface="Times New Roman"/>
              <a:sym typeface="Times New Roman"/>
            </a:endParaRPr>
          </a:p>
          <a:p>
            <a:pPr indent="0" lvl="0" marL="0" rtl="0" algn="l">
              <a:lnSpc>
                <a:spcPct val="80000"/>
              </a:lnSpc>
              <a:spcBef>
                <a:spcPts val="200"/>
              </a:spcBef>
              <a:spcAft>
                <a:spcPts val="2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Dark mode gradients">
  <a:themeElements>
    <a:clrScheme name="Simple Light">
      <a:dk1>
        <a:srgbClr val="FFFFFF"/>
      </a:dk1>
      <a:lt1>
        <a:srgbClr val="000000"/>
      </a:lt1>
      <a:dk2>
        <a:srgbClr val="FF6234"/>
      </a:dk2>
      <a:lt2>
        <a:srgbClr val="AB4FF6"/>
      </a:lt2>
      <a:accent1>
        <a:srgbClr val="202124"/>
      </a:accent1>
      <a:accent2>
        <a:srgbClr val="F7F2F1"/>
      </a:accent2>
      <a:accent3>
        <a:srgbClr val="BABCC2"/>
      </a:accent3>
      <a:accent4>
        <a:srgbClr val="FCE5CD"/>
      </a:accent4>
      <a:accent5>
        <a:srgbClr val="FF5F79"/>
      </a:accent5>
      <a:accent6>
        <a:srgbClr val="D20972"/>
      </a:accent6>
      <a:hlink>
        <a:srgbClr val="3C78D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Dark Particles">
  <a:themeElements>
    <a:clrScheme name="Simple Light">
      <a:dk1>
        <a:srgbClr val="000000"/>
      </a:dk1>
      <a:lt1>
        <a:srgbClr val="FFFFFF"/>
      </a:lt1>
      <a:dk2>
        <a:srgbClr val="F5F5F5"/>
      </a:dk2>
      <a:lt2>
        <a:srgbClr val="323232"/>
      </a:lt2>
      <a:accent1>
        <a:srgbClr val="434343"/>
      </a:accent1>
      <a:accent2>
        <a:srgbClr val="252525"/>
      </a:accent2>
      <a:accent3>
        <a:srgbClr val="DEFF9A"/>
      </a:accent3>
      <a:accent4>
        <a:srgbClr val="DAFFDE"/>
      </a:accent4>
      <a:accent5>
        <a:srgbClr val="4CDC8B"/>
      </a:accent5>
      <a:accent6>
        <a:srgbClr val="4C7FDC"/>
      </a:accent6>
      <a:hlink>
        <a:srgbClr val="18181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